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media/image28.jpeg" ContentType="image/jpeg"/>
  <Override PartName="/ppt/media/image27.jpeg" ContentType="image/jpeg"/>
  <Override PartName="/ppt/media/image26.jpeg" ContentType="image/jpeg"/>
  <Override PartName="/ppt/media/image25.jpeg" ContentType="image/jpeg"/>
  <Override PartName="/ppt/media/image24.jpeg" ContentType="image/jpeg"/>
  <Override PartName="/ppt/media/image23.jpeg" ContentType="image/jpeg"/>
  <Override PartName="/ppt/media/image6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1.png" ContentType="image/png"/>
  <Override PartName="/ppt/media/image2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30.png" ContentType="image/png"/>
  <Override PartName="/ppt/media/image29.png" ContentType="image/png"/>
  <Override PartName="/ppt/media/image22.png" ContentType="image/png"/>
  <Override PartName="/ppt/media/image21.png" ContentType="image/png"/>
  <Override PartName="/ppt/media/image20.png" ContentType="image/png"/>
  <Override PartName="/ppt/media/image19.png" ContentType="image/png"/>
  <Override PartName="/ppt/media/image18.png" ContentType="image/png"/>
  <Override PartName="/ppt/media/image17.png" ContentType="image/png"/>
  <Override PartName="/ppt/media/image15.png" ContentType="image/png"/>
  <Override PartName="/ppt/media/image16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presentation.xml" ContentType="application/vnd.openxmlformats-officedocument.presentationml.presentation.main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3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7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slideLayouts/slideLayout204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_rels/slideLayout20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59.xml.rels" ContentType="application/vnd.openxmlformats-package.relationships+xml"/>
  <Override PartName="/ppt/slideLayouts/slideLayout107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s/_rels/slide29.xml.rels" ContentType="application/vnd.openxmlformats-package.relationships+xml"/>
  <Override PartName="/ppt/slides/_rels/slide28.xml.rels" ContentType="application/vnd.openxmlformats-package.relationships+xml"/>
  <Override PartName="/ppt/slides/_rels/slide32.xml.rels" ContentType="application/vnd.openxmlformats-package.relationships+xml"/>
  <Override PartName="/ppt/slides/_rels/slide27.xml.rels" ContentType="application/vnd.openxmlformats-package.relationships+xml"/>
  <Override PartName="/ppt/slides/_rels/slide26.xml.rels" ContentType="application/vnd.openxmlformats-package.relationships+xml"/>
  <Override PartName="/ppt/slides/_rels/slide31.xml.rels" ContentType="application/vnd.openxmlformats-package.relationships+xml"/>
  <Override PartName="/ppt/slides/_rels/slide25.xml.rels" ContentType="application/vnd.openxmlformats-package.relationships+xml"/>
  <Override PartName="/ppt/slides/_rels/slide30.xml.rels" ContentType="application/vnd.openxmlformats-package.relationships+xml"/>
  <Override PartName="/ppt/slides/_rels/slide24.xml.rels" ContentType="application/vnd.openxmlformats-package.relationships+xml"/>
  <Override PartName="/ppt/slides/_rels/slide23.xml.rels" ContentType="application/vnd.openxmlformats-package.relationships+xml"/>
  <Override PartName="/ppt/slides/_rels/slide22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9.xml.rels" ContentType="application/vnd.openxmlformats-package.relationships+xml"/>
  <Override PartName="/ppt/slides/_rels/slide2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37"/>
    <p:sldId id="275" r:id="rId38"/>
    <p:sldId id="276" r:id="rId39"/>
    <p:sldId id="277" r:id="rId40"/>
    <p:sldId id="278" r:id="rId41"/>
    <p:sldId id="279" r:id="rId42"/>
    <p:sldId id="280" r:id="rId43"/>
    <p:sldId id="281" r:id="rId44"/>
    <p:sldId id="282" r:id="rId45"/>
    <p:sldId id="283" r:id="rId46"/>
    <p:sldId id="284" r:id="rId47"/>
    <p:sldId id="285" r:id="rId48"/>
    <p:sldId id="286" r:id="rId49"/>
    <p:sldId id="287" r:id="rId50"/>
  </p:sldIdLst>
  <p:sldSz cx="9144000" cy="51435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8" Type="http://schemas.openxmlformats.org/officeDocument/2006/relationships/slide" Target="slides/slide30.xml"/><Relationship Id="rId49" Type="http://schemas.openxmlformats.org/officeDocument/2006/relationships/slide" Target="slides/slide31.xml"/><Relationship Id="rId50" Type="http://schemas.openxmlformats.org/officeDocument/2006/relationships/slide" Target="slides/slide3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61.xml"/><Relationship Id="rId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5.xml"/><Relationship Id="rId8" Type="http://schemas.openxmlformats.org/officeDocument/2006/relationships/slideLayout" Target="../slideLayouts/slideLayout66.xml"/><Relationship Id="rId9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68.xml"/><Relationship Id="rId11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70.xml"/><Relationship Id="rId13" Type="http://schemas.openxmlformats.org/officeDocument/2006/relationships/slideLayout" Target="../slideLayouts/slideLayout71.xml"/><Relationship Id="rId14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5.xml"/><Relationship Id="rId7" Type="http://schemas.openxmlformats.org/officeDocument/2006/relationships/slideLayout" Target="../slideLayouts/slideLayout76.xml"/><Relationship Id="rId8" Type="http://schemas.openxmlformats.org/officeDocument/2006/relationships/slideLayout" Target="../slideLayouts/slideLayout77.xml"/><Relationship Id="rId9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1.xml"/><Relationship Id="rId13" Type="http://schemas.openxmlformats.org/officeDocument/2006/relationships/slideLayout" Target="../slideLayouts/slideLayout82.xml"/><Relationship Id="rId14" Type="http://schemas.openxmlformats.org/officeDocument/2006/relationships/slideLayout" Target="../slideLayouts/slideLayout83.xml"/><Relationship Id="rId15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87.xml"/><Relationship Id="rId6" Type="http://schemas.openxmlformats.org/officeDocument/2006/relationships/slideLayout" Target="../slideLayouts/slideLayout88.xml"/><Relationship Id="rId7" Type="http://schemas.openxmlformats.org/officeDocument/2006/relationships/slideLayout" Target="../slideLayouts/slideLayout89.xml"/><Relationship Id="rId8" Type="http://schemas.openxmlformats.org/officeDocument/2006/relationships/slideLayout" Target="../slideLayouts/slideLayout90.xml"/><Relationship Id="rId9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92.xml"/><Relationship Id="rId11" Type="http://schemas.openxmlformats.org/officeDocument/2006/relationships/slideLayout" Target="../slideLayouts/slideLayout93.xml"/><Relationship Id="rId12" Type="http://schemas.openxmlformats.org/officeDocument/2006/relationships/slideLayout" Target="../slideLayouts/slideLayout94.xml"/><Relationship Id="rId13" Type="http://schemas.openxmlformats.org/officeDocument/2006/relationships/slideLayout" Target="../slideLayouts/slideLayout95.xml"/><Relationship Id="rId14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8.xml"/><Relationship Id="rId5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1.xml"/><Relationship Id="rId8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5.xml"/><Relationship Id="rId12" Type="http://schemas.openxmlformats.org/officeDocument/2006/relationships/slideLayout" Target="../slideLayouts/slideLayout106.xml"/><Relationship Id="rId13" Type="http://schemas.openxmlformats.org/officeDocument/2006/relationships/slideLayout" Target="../slideLayouts/slideLayout107.xml"/><Relationship Id="rId14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2.xml"/><Relationship Id="rId8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17.xml"/><Relationship Id="rId13" Type="http://schemas.openxmlformats.org/officeDocument/2006/relationships/slideLayout" Target="../slideLayouts/slideLayout118.xml"/><Relationship Id="rId14" Type="http://schemas.openxmlformats.org/officeDocument/2006/relationships/slideLayout" Target="../slideLayouts/slideLayout119.xml"/><Relationship Id="rId15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21.xml"/><Relationship Id="rId4" Type="http://schemas.openxmlformats.org/officeDocument/2006/relationships/slideLayout" Target="../slideLayouts/slideLayout122.xml"/><Relationship Id="rId5" Type="http://schemas.openxmlformats.org/officeDocument/2006/relationships/slideLayout" Target="../slideLayouts/slideLayout123.xml"/><Relationship Id="rId6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5.xml"/><Relationship Id="rId8" Type="http://schemas.openxmlformats.org/officeDocument/2006/relationships/slideLayout" Target="../slideLayouts/slideLayout126.xml"/><Relationship Id="rId9" Type="http://schemas.openxmlformats.org/officeDocument/2006/relationships/slideLayout" Target="../slideLayouts/slideLayout127.xml"/><Relationship Id="rId10" Type="http://schemas.openxmlformats.org/officeDocument/2006/relationships/slideLayout" Target="../slideLayouts/slideLayout128.xml"/><Relationship Id="rId11" Type="http://schemas.openxmlformats.org/officeDocument/2006/relationships/slideLayout" Target="../slideLayouts/slideLayout129.xml"/><Relationship Id="rId12" Type="http://schemas.openxmlformats.org/officeDocument/2006/relationships/slideLayout" Target="../slideLayouts/slideLayout130.xml"/><Relationship Id="rId13" Type="http://schemas.openxmlformats.org/officeDocument/2006/relationships/slideLayout" Target="../slideLayouts/slideLayout131.xml"/><Relationship Id="rId14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33.xml"/><Relationship Id="rId5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5.xml"/><Relationship Id="rId7" Type="http://schemas.openxmlformats.org/officeDocument/2006/relationships/slideLayout" Target="../slideLayouts/slideLayout136.xml"/><Relationship Id="rId8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38.xml"/><Relationship Id="rId10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1.xml"/><Relationship Id="rId13" Type="http://schemas.openxmlformats.org/officeDocument/2006/relationships/slideLayout" Target="../slideLayouts/slideLayout142.xml"/><Relationship Id="rId14" Type="http://schemas.openxmlformats.org/officeDocument/2006/relationships/slideLayout" Target="../slideLayouts/slideLayout143.xml"/><Relationship Id="rId15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45.xml"/><Relationship Id="rId5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47.xml"/><Relationship Id="rId7" Type="http://schemas.openxmlformats.org/officeDocument/2006/relationships/slideLayout" Target="../slideLayouts/slideLayout148.xml"/><Relationship Id="rId8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0.xml"/><Relationship Id="rId10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3.xml"/><Relationship Id="rId13" Type="http://schemas.openxmlformats.org/officeDocument/2006/relationships/slideLayout" Target="../slideLayouts/slideLayout154.xml"/><Relationship Id="rId14" Type="http://schemas.openxmlformats.org/officeDocument/2006/relationships/slideLayout" Target="../slideLayouts/slideLayout155.xml"/><Relationship Id="rId15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57.xml"/><Relationship Id="rId4" Type="http://schemas.openxmlformats.org/officeDocument/2006/relationships/slideLayout" Target="../slideLayouts/slideLayout158.xml"/><Relationship Id="rId5" Type="http://schemas.openxmlformats.org/officeDocument/2006/relationships/slideLayout" Target="../slideLayouts/slideLayout159.xml"/><Relationship Id="rId6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1.xml"/><Relationship Id="rId8" Type="http://schemas.openxmlformats.org/officeDocument/2006/relationships/slideLayout" Target="../slideLayouts/slideLayout162.xml"/><Relationship Id="rId9" Type="http://schemas.openxmlformats.org/officeDocument/2006/relationships/slideLayout" Target="../slideLayouts/slideLayout163.xml"/><Relationship Id="rId10" Type="http://schemas.openxmlformats.org/officeDocument/2006/relationships/slideLayout" Target="../slideLayouts/slideLayout164.xml"/><Relationship Id="rId11" Type="http://schemas.openxmlformats.org/officeDocument/2006/relationships/slideLayout" Target="../slideLayouts/slideLayout165.xml"/><Relationship Id="rId12" Type="http://schemas.openxmlformats.org/officeDocument/2006/relationships/slideLayout" Target="../slideLayouts/slideLayout166.xml"/><Relationship Id="rId13" Type="http://schemas.openxmlformats.org/officeDocument/2006/relationships/slideLayout" Target="../slideLayouts/slideLayout167.xml"/><Relationship Id="rId14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69.xml"/><Relationship Id="rId4" Type="http://schemas.openxmlformats.org/officeDocument/2006/relationships/slideLayout" Target="../slideLayouts/slideLayout170.xml"/><Relationship Id="rId5" Type="http://schemas.openxmlformats.org/officeDocument/2006/relationships/slideLayout" Target="../slideLayouts/slideLayout171.xml"/><Relationship Id="rId6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3.xml"/><Relationship Id="rId8" Type="http://schemas.openxmlformats.org/officeDocument/2006/relationships/slideLayout" Target="../slideLayouts/slideLayout174.xml"/><Relationship Id="rId9" Type="http://schemas.openxmlformats.org/officeDocument/2006/relationships/slideLayout" Target="../slideLayouts/slideLayout175.xml"/><Relationship Id="rId10" Type="http://schemas.openxmlformats.org/officeDocument/2006/relationships/slideLayout" Target="../slideLayouts/slideLayout176.xml"/><Relationship Id="rId11" Type="http://schemas.openxmlformats.org/officeDocument/2006/relationships/slideLayout" Target="../slideLayouts/slideLayout177.xml"/><Relationship Id="rId12" Type="http://schemas.openxmlformats.org/officeDocument/2006/relationships/slideLayout" Target="../slideLayouts/slideLayout178.xml"/><Relationship Id="rId13" Type="http://schemas.openxmlformats.org/officeDocument/2006/relationships/slideLayout" Target="../slideLayouts/slideLayout179.xml"/><Relationship Id="rId14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81.xml"/><Relationship Id="rId4" Type="http://schemas.openxmlformats.org/officeDocument/2006/relationships/slideLayout" Target="../slideLayouts/slideLayout182.xml"/><Relationship Id="rId5" Type="http://schemas.openxmlformats.org/officeDocument/2006/relationships/slideLayout" Target="../slideLayouts/slideLayout183.xml"/><Relationship Id="rId6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5.xml"/><Relationship Id="rId8" Type="http://schemas.openxmlformats.org/officeDocument/2006/relationships/slideLayout" Target="../slideLayouts/slideLayout186.xml"/><Relationship Id="rId9" Type="http://schemas.openxmlformats.org/officeDocument/2006/relationships/slideLayout" Target="../slideLayouts/slideLayout187.xml"/><Relationship Id="rId10" Type="http://schemas.openxmlformats.org/officeDocument/2006/relationships/slideLayout" Target="../slideLayouts/slideLayout188.xml"/><Relationship Id="rId11" Type="http://schemas.openxmlformats.org/officeDocument/2006/relationships/slideLayout" Target="../slideLayouts/slideLayout189.xml"/><Relationship Id="rId12" Type="http://schemas.openxmlformats.org/officeDocument/2006/relationships/slideLayout" Target="../slideLayouts/slideLayout190.xml"/><Relationship Id="rId13" Type="http://schemas.openxmlformats.org/officeDocument/2006/relationships/slideLayout" Target="../slideLayouts/slideLayout191.xml"/><Relationship Id="rId14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93.xml"/><Relationship Id="rId4" Type="http://schemas.openxmlformats.org/officeDocument/2006/relationships/slideLayout" Target="../slideLayouts/slideLayout194.xml"/><Relationship Id="rId5" Type="http://schemas.openxmlformats.org/officeDocument/2006/relationships/slideLayout" Target="../slideLayouts/slideLayout195.xml"/><Relationship Id="rId6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197.xml"/><Relationship Id="rId8" Type="http://schemas.openxmlformats.org/officeDocument/2006/relationships/slideLayout" Target="../slideLayouts/slideLayout198.xml"/><Relationship Id="rId9" Type="http://schemas.openxmlformats.org/officeDocument/2006/relationships/slideLayout" Target="../slideLayouts/slideLayout199.xml"/><Relationship Id="rId10" Type="http://schemas.openxmlformats.org/officeDocument/2006/relationships/slideLayout" Target="../slideLayouts/slideLayout200.xml"/><Relationship Id="rId11" Type="http://schemas.openxmlformats.org/officeDocument/2006/relationships/slideLayout" Target="../slideLayouts/slideLayout201.xml"/><Relationship Id="rId12" Type="http://schemas.openxmlformats.org/officeDocument/2006/relationships/slideLayout" Target="../slideLayouts/slideLayout202.xml"/><Relationship Id="rId13" Type="http://schemas.openxmlformats.org/officeDocument/2006/relationships/slideLayout" Target="../slideLayouts/slideLayout203.xml"/><Relationship Id="rId14" Type="http://schemas.openxmlformats.org/officeDocument/2006/relationships/slideLayout" Target="../slideLayouts/slideLayout20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>
            <a:alphaModFix amt="96000"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0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1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2" name="Grafik 2" descr=""/>
              <p:cNvPicPr/>
              <p:nvPr/>
            </p:nvPicPr>
            <p:blipFill>
              <a:blip r:embed="rId3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4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5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6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7" name="CustomShape 7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000000">
              <a:alpha val="2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8" name="Group 8"/>
          <p:cNvGrpSpPr/>
          <p:nvPr/>
        </p:nvGrpSpPr>
        <p:grpSpPr>
          <a:xfrm>
            <a:off x="497160" y="-742320"/>
            <a:ext cx="2450880" cy="2450880"/>
            <a:chOff x="497160" y="-742320"/>
            <a:chExt cx="2450880" cy="2450880"/>
          </a:xfrm>
        </p:grpSpPr>
        <p:sp>
          <p:nvSpPr>
            <p:cNvPr id="9" name="CustomShape 9"/>
            <p:cNvSpPr/>
            <p:nvPr/>
          </p:nvSpPr>
          <p:spPr>
            <a:xfrm>
              <a:off x="727920" y="-511920"/>
              <a:ext cx="1989720" cy="198972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" name="CustomShape 10"/>
            <p:cNvSpPr/>
            <p:nvPr/>
          </p:nvSpPr>
          <p:spPr>
            <a:xfrm>
              <a:off x="838080" y="-401760"/>
              <a:ext cx="1769040" cy="176904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" name="CustomShape 11"/>
            <p:cNvSpPr/>
            <p:nvPr/>
          </p:nvSpPr>
          <p:spPr>
            <a:xfrm>
              <a:off x="497160" y="-742320"/>
              <a:ext cx="2450880" cy="245088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" name="Group 12"/>
          <p:cNvGrpSpPr/>
          <p:nvPr/>
        </p:nvGrpSpPr>
        <p:grpSpPr>
          <a:xfrm>
            <a:off x="6756120" y="879480"/>
            <a:ext cx="2812680" cy="2812680"/>
            <a:chOff x="6756120" y="879480"/>
            <a:chExt cx="2812680" cy="2812680"/>
          </a:xfrm>
        </p:grpSpPr>
        <p:sp>
          <p:nvSpPr>
            <p:cNvPr id="13" name="CustomShape 13"/>
            <p:cNvSpPr/>
            <p:nvPr/>
          </p:nvSpPr>
          <p:spPr>
            <a:xfrm>
              <a:off x="6756120" y="879480"/>
              <a:ext cx="2812680" cy="281268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" name="CustomShape 14"/>
            <p:cNvSpPr/>
            <p:nvPr/>
          </p:nvSpPr>
          <p:spPr>
            <a:xfrm>
              <a:off x="7476840" y="1600200"/>
              <a:ext cx="1370880" cy="137088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" name="CustomShape 15"/>
            <p:cNvSpPr/>
            <p:nvPr/>
          </p:nvSpPr>
          <p:spPr>
            <a:xfrm>
              <a:off x="7164720" y="1288080"/>
              <a:ext cx="1995120" cy="199512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" name="CustomShape 16"/>
            <p:cNvSpPr/>
            <p:nvPr/>
          </p:nvSpPr>
          <p:spPr>
            <a:xfrm>
              <a:off x="7710120" y="1833480"/>
              <a:ext cx="904320" cy="904320"/>
            </a:xfrm>
            <a:prstGeom prst="ellipse">
              <a:avLst/>
            </a:prstGeom>
            <a:noFill/>
            <a:ln w="93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" name="PlaceHolder 17"/>
          <p:cNvSpPr>
            <a:spLocks noGrp="1"/>
          </p:cNvSpPr>
          <p:nvPr>
            <p:ph type="title"/>
          </p:nvPr>
        </p:nvSpPr>
        <p:spPr>
          <a:xfrm>
            <a:off x="2211480" y="1991880"/>
            <a:ext cx="4720320" cy="1159560"/>
          </a:xfrm>
          <a:prstGeom prst="rect">
            <a:avLst/>
          </a:prstGeom>
        </p:spPr>
        <p:txBody>
          <a:bodyPr tIns="91440" bIns="91440" anchor="ctr"/>
          <a:p>
            <a:r>
              <a:rPr b="0" lang="en-US" sz="5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18"/>
          <p:cNvSpPr>
            <a:spLocks noGrp="1"/>
          </p:cNvSpPr>
          <p:nvPr>
            <p:ph type="sldNum"/>
          </p:nvPr>
        </p:nvSpPr>
        <p:spPr>
          <a:xfrm>
            <a:off x="8550000" y="458136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136598BC-DAB0-476A-AF8E-C6E85603796A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19" name="PlaceHolder 19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57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58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59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0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61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62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63" name="Group 7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64" name="CustomShape 8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5" name="CustomShape 9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6" name="CustomShape 10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" name="CustomShape 11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8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" name="PlaceHolder 13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p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14"/>
          <p:cNvSpPr>
            <a:spLocks noGrp="1"/>
          </p:cNvSpPr>
          <p:nvPr>
            <p:ph type="body"/>
          </p:nvPr>
        </p:nvSpPr>
        <p:spPr>
          <a:xfrm>
            <a:off x="1069560" y="1958040"/>
            <a:ext cx="2236320" cy="261792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15"/>
          <p:cNvSpPr>
            <a:spLocks noGrp="1"/>
          </p:cNvSpPr>
          <p:nvPr>
            <p:ph type="body"/>
          </p:nvPr>
        </p:nvSpPr>
        <p:spPr>
          <a:xfrm>
            <a:off x="3440880" y="1958040"/>
            <a:ext cx="2236320" cy="261792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16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38B61E12-A410-4A72-BAF4-347ECFE1358D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73" name="CustomShape 17"/>
          <p:cNvSpPr/>
          <p:nvPr/>
        </p:nvSpPr>
        <p:spPr>
          <a:xfrm>
            <a:off x="6081840" y="763920"/>
            <a:ext cx="3615120" cy="361512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CustomShape 18"/>
          <p:cNvSpPr/>
          <p:nvPr/>
        </p:nvSpPr>
        <p:spPr>
          <a:xfrm>
            <a:off x="6273000" y="955080"/>
            <a:ext cx="3232800" cy="32328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112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113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114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115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116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17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118" name="CustomShape 7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PlaceHolder 8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EEF566D5-FED7-4A4F-8AEE-427C0AC61CF2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grpSp>
        <p:nvGrpSpPr>
          <p:cNvPr id="120" name="Group 9"/>
          <p:cNvGrpSpPr/>
          <p:nvPr/>
        </p:nvGrpSpPr>
        <p:grpSpPr>
          <a:xfrm>
            <a:off x="819000" y="502200"/>
            <a:ext cx="2324520" cy="2324520"/>
            <a:chOff x="819000" y="502200"/>
            <a:chExt cx="2324520" cy="2324520"/>
          </a:xfrm>
        </p:grpSpPr>
        <p:sp>
          <p:nvSpPr>
            <p:cNvPr id="121" name="CustomShape 10"/>
            <p:cNvSpPr/>
            <p:nvPr/>
          </p:nvSpPr>
          <p:spPr>
            <a:xfrm>
              <a:off x="819000" y="50220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" name="CustomShape 11"/>
            <p:cNvSpPr/>
            <p:nvPr/>
          </p:nvSpPr>
          <p:spPr>
            <a:xfrm>
              <a:off x="1414440" y="109800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3" name="CustomShape 12"/>
            <p:cNvSpPr/>
            <p:nvPr/>
          </p:nvSpPr>
          <p:spPr>
            <a:xfrm>
              <a:off x="1156680" y="84024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" name="CustomShape 13"/>
            <p:cNvSpPr/>
            <p:nvPr/>
          </p:nvSpPr>
          <p:spPr>
            <a:xfrm>
              <a:off x="1607400" y="129096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5" name="CustomShape 14"/>
          <p:cNvSpPr/>
          <p:nvPr/>
        </p:nvSpPr>
        <p:spPr>
          <a:xfrm>
            <a:off x="1794600" y="-407880"/>
            <a:ext cx="5958720" cy="595872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PlaceHolder 15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16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165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166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167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168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169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70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171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172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6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8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179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2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220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221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222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223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224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225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226" name="Group 7"/>
          <p:cNvGrpSpPr/>
          <p:nvPr/>
        </p:nvGrpSpPr>
        <p:grpSpPr>
          <a:xfrm>
            <a:off x="819000" y="502200"/>
            <a:ext cx="2324520" cy="2324520"/>
            <a:chOff x="819000" y="502200"/>
            <a:chExt cx="2324520" cy="2324520"/>
          </a:xfrm>
        </p:grpSpPr>
        <p:sp>
          <p:nvSpPr>
            <p:cNvPr id="227" name="CustomShape 8"/>
            <p:cNvSpPr/>
            <p:nvPr/>
          </p:nvSpPr>
          <p:spPr>
            <a:xfrm>
              <a:off x="819000" y="50220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8" name="CustomShape 9"/>
            <p:cNvSpPr/>
            <p:nvPr/>
          </p:nvSpPr>
          <p:spPr>
            <a:xfrm>
              <a:off x="1414440" y="109800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9" name="CustomShape 10"/>
            <p:cNvSpPr/>
            <p:nvPr/>
          </p:nvSpPr>
          <p:spPr>
            <a:xfrm>
              <a:off x="1156680" y="84024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30" name="CustomShape 11"/>
            <p:cNvSpPr/>
            <p:nvPr/>
          </p:nvSpPr>
          <p:spPr>
            <a:xfrm>
              <a:off x="1607400" y="129096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1" name="CustomShape 12"/>
          <p:cNvSpPr/>
          <p:nvPr/>
        </p:nvSpPr>
        <p:spPr>
          <a:xfrm>
            <a:off x="1794600" y="-407880"/>
            <a:ext cx="5958720" cy="595872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PlaceHolder 13"/>
          <p:cNvSpPr>
            <a:spLocks noGrp="1"/>
          </p:cNvSpPr>
          <p:nvPr>
            <p:ph type="body"/>
          </p:nvPr>
        </p:nvSpPr>
        <p:spPr>
          <a:xfrm>
            <a:off x="2385360" y="1310400"/>
            <a:ext cx="4776840" cy="326556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CustomShape 14"/>
          <p:cNvSpPr/>
          <p:nvPr/>
        </p:nvSpPr>
        <p:spPr>
          <a:xfrm>
            <a:off x="1599120" y="1326600"/>
            <a:ext cx="763920" cy="653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/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000000"/>
                </a:solidFill>
                <a:latin typeface="Poppins"/>
                <a:ea typeface="Poppins"/>
              </a:rPr>
              <a:t>“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234" name="CustomShape 15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PlaceHolder 16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0804FAB6-D7FD-4F3D-9169-F6EFE04CAC8E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236" name="PlaceHolder 17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3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274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275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276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277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278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279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280" name="CustomShape 7"/>
          <p:cNvSpPr/>
          <p:nvPr/>
        </p:nvSpPr>
        <p:spPr>
          <a:xfrm>
            <a:off x="6081840" y="763920"/>
            <a:ext cx="3615120" cy="361512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281" name="Group 8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282" name="CustomShape 9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3" name="CustomShape 10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4" name="CustomShape 11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5" name="CustomShape 12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86" name="CustomShape 13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7" name="PlaceHolder 14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p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15"/>
          <p:cNvSpPr>
            <a:spLocks noGrp="1"/>
          </p:cNvSpPr>
          <p:nvPr>
            <p:ph type="body"/>
          </p:nvPr>
        </p:nvSpPr>
        <p:spPr>
          <a:xfrm>
            <a:off x="1069560" y="1958040"/>
            <a:ext cx="4607640" cy="261792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16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20AE25F6-3640-435D-91DB-8664B2562AA4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290" name="CustomShape 17"/>
          <p:cNvSpPr/>
          <p:nvPr/>
        </p:nvSpPr>
        <p:spPr>
          <a:xfrm>
            <a:off x="6273000" y="955080"/>
            <a:ext cx="3232800" cy="32328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328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329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30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331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332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33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334" name="CustomShape 7"/>
          <p:cNvSpPr/>
          <p:nvPr/>
        </p:nvSpPr>
        <p:spPr>
          <a:xfrm>
            <a:off x="763920" y="-1236240"/>
            <a:ext cx="7615800" cy="76158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5" name="CustomShape 8"/>
          <p:cNvSpPr/>
          <p:nvPr/>
        </p:nvSpPr>
        <p:spPr>
          <a:xfrm>
            <a:off x="1198440" y="-802080"/>
            <a:ext cx="6746760" cy="674676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CustomShape 9"/>
          <p:cNvSpPr/>
          <p:nvPr/>
        </p:nvSpPr>
        <p:spPr>
          <a:xfrm>
            <a:off x="2268000" y="267480"/>
            <a:ext cx="4608000" cy="46080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CustomShape 10"/>
          <p:cNvSpPr/>
          <p:nvPr/>
        </p:nvSpPr>
        <p:spPr>
          <a:xfrm>
            <a:off x="-704880" y="-2705040"/>
            <a:ext cx="10553400" cy="10553400"/>
          </a:xfrm>
          <a:prstGeom prst="donut">
            <a:avLst>
              <a:gd name="adj" fmla="val 10467"/>
            </a:avLst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CustomShape 11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PlaceHolder 12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659FE304-58B4-4179-9D66-07E3B2411157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grpSp>
        <p:nvGrpSpPr>
          <p:cNvPr id="340" name="Group 13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341" name="Group 14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342" name="Grafik 15" descr=""/>
              <p:cNvPicPr/>
              <p:nvPr/>
            </p:nvPicPr>
            <p:blipFill>
              <a:blip r:embed="rId3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43" name="Group 15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344" name="CustomShape 16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345" name="CustomShape 17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46" name="CustomShape 18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347" name="PlaceHolder 19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0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386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387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388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389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390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91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392" name="Group 7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393" name="CustomShape 8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4" name="CustomShape 9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5" name="CustomShape 10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96" name="CustomShape 11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97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PlaceHolder 13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p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14"/>
          <p:cNvSpPr>
            <a:spLocks noGrp="1"/>
          </p:cNvSpPr>
          <p:nvPr>
            <p:ph type="body"/>
          </p:nvPr>
        </p:nvSpPr>
        <p:spPr>
          <a:xfrm>
            <a:off x="1069560" y="1958040"/>
            <a:ext cx="1485000" cy="261792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15"/>
          <p:cNvSpPr>
            <a:spLocks noGrp="1"/>
          </p:cNvSpPr>
          <p:nvPr>
            <p:ph type="body"/>
          </p:nvPr>
        </p:nvSpPr>
        <p:spPr>
          <a:xfrm>
            <a:off x="2630880" y="1958040"/>
            <a:ext cx="1485000" cy="261792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16"/>
          <p:cNvSpPr>
            <a:spLocks noGrp="1"/>
          </p:cNvSpPr>
          <p:nvPr>
            <p:ph type="body"/>
          </p:nvPr>
        </p:nvSpPr>
        <p:spPr>
          <a:xfrm>
            <a:off x="4192200" y="1958040"/>
            <a:ext cx="1485000" cy="261792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17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A888A0F7-DB26-4E5A-9385-7576D0115EA3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403" name="CustomShape 18"/>
          <p:cNvSpPr/>
          <p:nvPr/>
        </p:nvSpPr>
        <p:spPr>
          <a:xfrm>
            <a:off x="6081840" y="763920"/>
            <a:ext cx="3615120" cy="361512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CustomShape 19"/>
          <p:cNvSpPr/>
          <p:nvPr/>
        </p:nvSpPr>
        <p:spPr>
          <a:xfrm>
            <a:off x="6273000" y="955080"/>
            <a:ext cx="3232800" cy="32328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442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443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444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445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446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7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448" name="CustomShape 7"/>
          <p:cNvSpPr/>
          <p:nvPr/>
        </p:nvSpPr>
        <p:spPr>
          <a:xfrm>
            <a:off x="5142600" y="358200"/>
            <a:ext cx="4426560" cy="442656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9" name="CustomShape 8"/>
          <p:cNvSpPr/>
          <p:nvPr/>
        </p:nvSpPr>
        <p:spPr>
          <a:xfrm>
            <a:off x="5376600" y="592560"/>
            <a:ext cx="3958200" cy="3958200"/>
          </a:xfrm>
          <a:prstGeom prst="ellipse">
            <a:avLst/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450" name="Group 9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451" name="CustomShape 10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52" name="CustomShape 11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53" name="CustomShape 12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54" name="CustomShape 13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55" name="CustomShape 14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6" name="PlaceHolder 15"/>
          <p:cNvSpPr>
            <a:spLocks noGrp="1"/>
          </p:cNvSpPr>
          <p:nvPr>
            <p:ph type="title"/>
          </p:nvPr>
        </p:nvSpPr>
        <p:spPr>
          <a:xfrm>
            <a:off x="457200" y="1166040"/>
            <a:ext cx="4504320" cy="682920"/>
          </a:xfrm>
          <a:prstGeom prst="rect">
            <a:avLst/>
          </a:prstGeom>
        </p:spPr>
        <p:txBody>
          <a:bodyPr tIns="91440" bIns="91440" anchor="b"/>
          <a:p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16"/>
          <p:cNvSpPr>
            <a:spLocks noGrp="1"/>
          </p:cNvSpPr>
          <p:nvPr>
            <p:ph type="body"/>
          </p:nvPr>
        </p:nvSpPr>
        <p:spPr>
          <a:xfrm>
            <a:off x="985680" y="1958040"/>
            <a:ext cx="3976200" cy="2617920"/>
          </a:xfrm>
          <a:prstGeom prst="rect">
            <a:avLst/>
          </a:prstGeom>
        </p:spPr>
        <p:txBody>
          <a:bodyPr tIns="91440" bIns="91440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17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99C5058A-FF11-440C-BFA0-619A56C2BA80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5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496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497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498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499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500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501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502" name="CustomShape 7"/>
          <p:cNvSpPr/>
          <p:nvPr/>
        </p:nvSpPr>
        <p:spPr>
          <a:xfrm>
            <a:off x="-704880" y="-2705040"/>
            <a:ext cx="10553400" cy="10553400"/>
          </a:xfrm>
          <a:prstGeom prst="donut">
            <a:avLst>
              <a:gd name="adj" fmla="val 10467"/>
            </a:avLst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CustomShape 8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CustomShape 9"/>
          <p:cNvSpPr/>
          <p:nvPr/>
        </p:nvSpPr>
        <p:spPr>
          <a:xfrm>
            <a:off x="763920" y="-1236240"/>
            <a:ext cx="7615800" cy="7615800"/>
          </a:xfrm>
          <a:prstGeom prst="ellipse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CustomShape 10"/>
          <p:cNvSpPr/>
          <p:nvPr/>
        </p:nvSpPr>
        <p:spPr>
          <a:xfrm>
            <a:off x="1198440" y="-802080"/>
            <a:ext cx="6746760" cy="6746760"/>
          </a:xfrm>
          <a:prstGeom prst="ellipse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6" name="CustomShape 11"/>
          <p:cNvSpPr/>
          <p:nvPr/>
        </p:nvSpPr>
        <p:spPr>
          <a:xfrm>
            <a:off x="2268000" y="267480"/>
            <a:ext cx="4608000" cy="4608000"/>
          </a:xfrm>
          <a:prstGeom prst="ellipse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PlaceHolder 12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A90859B1-1CB5-4A40-8B8D-05A492214CCB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grpSp>
        <p:nvGrpSpPr>
          <p:cNvPr id="508" name="Group 13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509" name="Group 14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510" name="Grafik 17" descr=""/>
              <p:cNvPicPr/>
              <p:nvPr/>
            </p:nvPicPr>
            <p:blipFill>
              <a:blip r:embed="rId3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511" name="Group 15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512" name="CustomShape 16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513" name="CustomShape 17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514" name="CustomShape 18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515" name="PlaceHolder 19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0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3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554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555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556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557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558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559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560" name="Group 7"/>
          <p:cNvGrpSpPr/>
          <p:nvPr/>
        </p:nvGrpSpPr>
        <p:grpSpPr>
          <a:xfrm>
            <a:off x="-442800" y="337320"/>
            <a:ext cx="2324520" cy="2324520"/>
            <a:chOff x="-442800" y="337320"/>
            <a:chExt cx="2324520" cy="2324520"/>
          </a:xfrm>
        </p:grpSpPr>
        <p:sp>
          <p:nvSpPr>
            <p:cNvPr id="561" name="CustomShape 8"/>
            <p:cNvSpPr/>
            <p:nvPr/>
          </p:nvSpPr>
          <p:spPr>
            <a:xfrm>
              <a:off x="-442800" y="3373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2" name="CustomShape 9"/>
            <p:cNvSpPr/>
            <p:nvPr/>
          </p:nvSpPr>
          <p:spPr>
            <a:xfrm>
              <a:off x="153000" y="9327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3" name="CustomShape 10"/>
            <p:cNvSpPr/>
            <p:nvPr/>
          </p:nvSpPr>
          <p:spPr>
            <a:xfrm>
              <a:off x="-105120" y="6750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4" name="CustomShape 11"/>
            <p:cNvSpPr/>
            <p:nvPr/>
          </p:nvSpPr>
          <p:spPr>
            <a:xfrm>
              <a:off x="345960" y="1125720"/>
              <a:ext cx="747360" cy="7473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65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PlaceHolder 13"/>
          <p:cNvSpPr>
            <a:spLocks noGrp="1"/>
          </p:cNvSpPr>
          <p:nvPr>
            <p:ph type="title"/>
          </p:nvPr>
        </p:nvSpPr>
        <p:spPr>
          <a:xfrm>
            <a:off x="457200" y="1166040"/>
            <a:ext cx="5220000" cy="682920"/>
          </a:xfrm>
          <a:prstGeom prst="rect">
            <a:avLst/>
          </a:prstGeom>
        </p:spPr>
        <p:txBody>
          <a:bodyPr tIns="91440" bIns="91440" anchor="b"/>
          <a:p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14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C77CBC1A-1A2B-4992-A443-7229A7AE5D17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568" name="PlaceHolder 1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06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07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08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09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610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611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612" name="Group 7"/>
          <p:cNvGrpSpPr/>
          <p:nvPr/>
        </p:nvGrpSpPr>
        <p:grpSpPr>
          <a:xfrm>
            <a:off x="308520" y="3812040"/>
            <a:ext cx="1843920" cy="1843920"/>
            <a:chOff x="308520" y="3812040"/>
            <a:chExt cx="1843920" cy="1843920"/>
          </a:xfrm>
        </p:grpSpPr>
        <p:sp>
          <p:nvSpPr>
            <p:cNvPr id="613" name="CustomShape 8"/>
            <p:cNvSpPr/>
            <p:nvPr/>
          </p:nvSpPr>
          <p:spPr>
            <a:xfrm>
              <a:off x="308520" y="3812040"/>
              <a:ext cx="1843920" cy="1843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4" name="CustomShape 9"/>
            <p:cNvSpPr/>
            <p:nvPr/>
          </p:nvSpPr>
          <p:spPr>
            <a:xfrm>
              <a:off x="780840" y="4284360"/>
              <a:ext cx="898920" cy="89892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5" name="CustomShape 10"/>
            <p:cNvSpPr/>
            <p:nvPr/>
          </p:nvSpPr>
          <p:spPr>
            <a:xfrm>
              <a:off x="576360" y="4079880"/>
              <a:ext cx="1307880" cy="130788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6" name="CustomShape 11"/>
            <p:cNvSpPr/>
            <p:nvPr/>
          </p:nvSpPr>
          <p:spPr>
            <a:xfrm>
              <a:off x="933840" y="4437720"/>
              <a:ext cx="592560" cy="592560"/>
            </a:xfrm>
            <a:prstGeom prst="ellipse">
              <a:avLst/>
            </a:prstGeom>
            <a:noFill/>
            <a:ln w="9360">
              <a:solidFill>
                <a:srgbClr val="e8e8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17" name="CustomShape 12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PlaceHolder 13"/>
          <p:cNvSpPr>
            <a:spLocks noGrp="1"/>
          </p:cNvSpPr>
          <p:nvPr>
            <p:ph type="body"/>
          </p:nvPr>
        </p:nvSpPr>
        <p:spPr>
          <a:xfrm>
            <a:off x="1069560" y="4406400"/>
            <a:ext cx="4607640" cy="519120"/>
          </a:xfrm>
          <a:prstGeom prst="rect">
            <a:avLst/>
          </a:prstGeom>
        </p:spPr>
        <p:txBody>
          <a:bodyPr tIns="91440" bIns="91440" anchor="b"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PlaceHolder 14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C144260C-54AB-4A09-996E-9F78B0FCD1A1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grpSp>
        <p:nvGrpSpPr>
          <p:cNvPr id="620" name="Group 15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21" name="Group 16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22" name="Grafik 17" descr=""/>
              <p:cNvPicPr/>
              <p:nvPr/>
            </p:nvPicPr>
            <p:blipFill>
              <a:blip r:embed="rId3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23" name="Group 17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24" name="CustomShape 18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625" name="CustomShape 19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626" name="CustomShape 20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627" name="PlaceHolder 2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to edit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forma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4"/>
    <p:sldLayoutId id="2147483793" r:id="rId5"/>
    <p:sldLayoutId id="2147483794" r:id="rId6"/>
    <p:sldLayoutId id="2147483795" r:id="rId7"/>
    <p:sldLayoutId id="2147483796" r:id="rId8"/>
    <p:sldLayoutId id="2147483797" r:id="rId9"/>
    <p:sldLayoutId id="2147483798" r:id="rId10"/>
    <p:sldLayoutId id="2147483799" r:id="rId11"/>
    <p:sldLayoutId id="2147483800" r:id="rId12"/>
    <p:sldLayoutId id="2147483801" r:id="rId13"/>
    <p:sldLayoutId id="2147483802" r:id="rId14"/>
    <p:sldLayoutId id="2147483803" r:id="rId1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4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65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66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67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68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669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670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671" name="CustomShape 7"/>
          <p:cNvSpPr/>
          <p:nvPr/>
        </p:nvSpPr>
        <p:spPr>
          <a:xfrm>
            <a:off x="763920" y="-1236240"/>
            <a:ext cx="7615800" cy="76158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2" name="CustomShape 8"/>
          <p:cNvSpPr/>
          <p:nvPr/>
        </p:nvSpPr>
        <p:spPr>
          <a:xfrm>
            <a:off x="1198440" y="-802080"/>
            <a:ext cx="6746760" cy="674676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CustomShape 9"/>
          <p:cNvSpPr/>
          <p:nvPr/>
        </p:nvSpPr>
        <p:spPr>
          <a:xfrm>
            <a:off x="2268000" y="267480"/>
            <a:ext cx="4608000" cy="4608000"/>
          </a:xfrm>
          <a:prstGeom prst="ellipse">
            <a:avLst/>
          </a:prstGeom>
          <a:noFill/>
          <a:ln w="936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4" name="CustomShape 10"/>
          <p:cNvSpPr/>
          <p:nvPr/>
        </p:nvSpPr>
        <p:spPr>
          <a:xfrm>
            <a:off x="-704880" y="-2705040"/>
            <a:ext cx="10553400" cy="10553400"/>
          </a:xfrm>
          <a:prstGeom prst="donut">
            <a:avLst>
              <a:gd name="adj" fmla="val 10467"/>
            </a:avLst>
          </a:prstGeom>
          <a:solidFill>
            <a:srgbClr val="000000">
              <a:alpha val="7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CustomShape 11"/>
          <p:cNvSpPr/>
          <p:nvPr/>
        </p:nvSpPr>
        <p:spPr>
          <a:xfrm>
            <a:off x="8556120" y="4576320"/>
            <a:ext cx="435240" cy="4352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6" name="PlaceHolder 12"/>
          <p:cNvSpPr>
            <a:spLocks noGrp="1"/>
          </p:cNvSpPr>
          <p:nvPr>
            <p:ph type="sldNum"/>
          </p:nvPr>
        </p:nvSpPr>
        <p:spPr>
          <a:xfrm>
            <a:off x="8555760" y="4576320"/>
            <a:ext cx="435240" cy="435240"/>
          </a:xfrm>
          <a:prstGeom prst="rect">
            <a:avLst/>
          </a:prstGeom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041433A3-F148-4F5E-A408-F7B86E7758F8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grpSp>
        <p:nvGrpSpPr>
          <p:cNvPr id="677" name="Group 13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678" name="Group 14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679" name="Grafik 15" descr=""/>
              <p:cNvPicPr/>
              <p:nvPr/>
            </p:nvPicPr>
            <p:blipFill>
              <a:blip r:embed="rId3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680" name="Group 15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681" name="CustomShape 16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682" name="CustomShape 17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683" name="CustomShape 18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sp>
        <p:nvSpPr>
          <p:cNvPr id="684" name="PlaceHolder 19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20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  <p:sldLayoutId id="2147483814" r:id="rId13"/>
    <p:sldLayoutId id="2147483815" r:id="rId14"/>
    <p:sldLayoutId id="2147483816" r:id="rId15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723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724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725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726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727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728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729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730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31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32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33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34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5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36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737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38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39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40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3"/>
    <p:sldLayoutId id="2147483819" r:id="rId4"/>
    <p:sldLayoutId id="2147483820" r:id="rId5"/>
    <p:sldLayoutId id="2147483821" r:id="rId6"/>
    <p:sldLayoutId id="2147483822" r:id="rId7"/>
    <p:sldLayoutId id="2147483823" r:id="rId8"/>
    <p:sldLayoutId id="2147483824" r:id="rId9"/>
    <p:sldLayoutId id="2147483825" r:id="rId10"/>
    <p:sldLayoutId id="2147483826" r:id="rId11"/>
    <p:sldLayoutId id="2147483827" r:id="rId12"/>
    <p:sldLayoutId id="2147483828" r:id="rId13"/>
    <p:sldLayoutId id="2147483829" r:id="rId1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778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779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780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781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782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783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784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785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89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0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91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792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95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2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833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834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835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836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837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838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839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840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3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44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45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46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847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8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9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50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3"/>
    <p:sldLayoutId id="2147483845" r:id="rId4"/>
    <p:sldLayoutId id="2147483846" r:id="rId5"/>
    <p:sldLayoutId id="2147483847" r:id="rId6"/>
    <p:sldLayoutId id="2147483848" r:id="rId7"/>
    <p:sldLayoutId id="2147483849" r:id="rId8"/>
    <p:sldLayoutId id="2147483850" r:id="rId9"/>
    <p:sldLayoutId id="2147483851" r:id="rId10"/>
    <p:sldLayoutId id="2147483852" r:id="rId11"/>
    <p:sldLayoutId id="2147483853" r:id="rId12"/>
    <p:sldLayoutId id="2147483854" r:id="rId13"/>
    <p:sldLayoutId id="2147483855" r:id="rId1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7" name="Group 1"/>
          <p:cNvGrpSpPr/>
          <p:nvPr/>
        </p:nvGrpSpPr>
        <p:grpSpPr>
          <a:xfrm>
            <a:off x="-6480" y="4956480"/>
            <a:ext cx="9160920" cy="237240"/>
            <a:chOff x="-6480" y="4956480"/>
            <a:chExt cx="9160920" cy="237240"/>
          </a:xfrm>
        </p:grpSpPr>
        <p:grpSp>
          <p:nvGrpSpPr>
            <p:cNvPr id="888" name="Group 2"/>
            <p:cNvGrpSpPr/>
            <p:nvPr/>
          </p:nvGrpSpPr>
          <p:grpSpPr>
            <a:xfrm>
              <a:off x="-6480" y="4956480"/>
              <a:ext cx="9154440" cy="237240"/>
              <a:chOff x="-6480" y="4956480"/>
              <a:chExt cx="9154440" cy="237240"/>
            </a:xfrm>
          </p:grpSpPr>
          <p:pic>
            <p:nvPicPr>
              <p:cNvPr id="889" name="Grafik 2" descr=""/>
              <p:cNvPicPr/>
              <p:nvPr/>
            </p:nvPicPr>
            <p:blipFill>
              <a:blip r:embed="rId2"/>
              <a:stretch/>
            </p:blipFill>
            <p:spPr>
              <a:xfrm>
                <a:off x="0" y="5016960"/>
                <a:ext cx="9147960" cy="126000"/>
              </a:xfrm>
              <a:prstGeom prst="rect">
                <a:avLst/>
              </a:prstGeom>
              <a:ln>
                <a:noFill/>
              </a:ln>
            </p:spPr>
          </p:pic>
          <p:grpSp>
            <p:nvGrpSpPr>
              <p:cNvPr id="890" name="Group 3"/>
              <p:cNvGrpSpPr/>
              <p:nvPr/>
            </p:nvGrpSpPr>
            <p:grpSpPr>
              <a:xfrm>
                <a:off x="-6480" y="4956480"/>
                <a:ext cx="6094080" cy="237240"/>
                <a:chOff x="-6480" y="4956480"/>
                <a:chExt cx="6094080" cy="237240"/>
              </a:xfrm>
            </p:grpSpPr>
            <p:sp>
              <p:nvSpPr>
                <p:cNvPr id="891" name="CustomShape 4"/>
                <p:cNvSpPr/>
                <p:nvPr/>
              </p:nvSpPr>
              <p:spPr>
                <a:xfrm>
                  <a:off x="-6480" y="4965840"/>
                  <a:ext cx="30618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Technische Hochschule Köln Deutz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  <p:sp>
              <p:nvSpPr>
                <p:cNvPr id="892" name="CustomShape 5"/>
                <p:cNvSpPr/>
                <p:nvPr/>
              </p:nvSpPr>
              <p:spPr>
                <a:xfrm>
                  <a:off x="3056400" y="4956480"/>
                  <a:ext cx="3031200" cy="2278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 anchorCtr="1"/>
                <a:p>
                  <a:pPr>
                    <a:lnSpc>
                      <a:spcPct val="100000"/>
                    </a:lnSpc>
                  </a:pPr>
                  <a:r>
                    <a:rPr b="0" lang="en-US" sz="900" spc="-1" strike="noStrike">
                      <a:solidFill>
                        <a:srgbClr val="ffffff"/>
                      </a:solidFill>
                      <a:latin typeface="Arial"/>
                      <a:ea typeface="Arial"/>
                    </a:rPr>
                    <a:t>www.driving-e-car.de</a:t>
                  </a:r>
                  <a:endParaRPr b="0" lang="en-US" sz="9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893" name="CustomShape 6"/>
            <p:cNvSpPr/>
            <p:nvPr/>
          </p:nvSpPr>
          <p:spPr>
            <a:xfrm>
              <a:off x="6112440" y="4964760"/>
              <a:ext cx="3042000" cy="227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 anchorCtr="1"/>
            <a:p>
              <a:pPr>
                <a:lnSpc>
                  <a:spcPct val="100000"/>
                </a:lnSpc>
              </a:pPr>
              <a:r>
                <a:rPr b="0" lang="en-US" sz="900" spc="-1" strike="noStrike">
                  <a:solidFill>
                    <a:srgbClr val="ffffff"/>
                  </a:solidFill>
                  <a:latin typeface="Arial"/>
                  <a:ea typeface="Arial"/>
                </a:rPr>
                <a:t>WS 18/19</a:t>
              </a:r>
              <a:endParaRPr b="0" lang="en-US" sz="900" spc="-1" strike="noStrike">
                <a:latin typeface="Arial"/>
              </a:endParaRPr>
            </a:p>
          </p:txBody>
        </p:sp>
      </p:grpSp>
      <p:grpSp>
        <p:nvGrpSpPr>
          <p:cNvPr id="894" name="Group 7"/>
          <p:cNvGrpSpPr/>
          <p:nvPr/>
        </p:nvGrpSpPr>
        <p:grpSpPr>
          <a:xfrm>
            <a:off x="6427800" y="2502720"/>
            <a:ext cx="2324520" cy="2324520"/>
            <a:chOff x="6427800" y="2502720"/>
            <a:chExt cx="2324520" cy="2324520"/>
          </a:xfrm>
        </p:grpSpPr>
        <p:sp>
          <p:nvSpPr>
            <p:cNvPr id="895" name="CustomShape 8"/>
            <p:cNvSpPr/>
            <p:nvPr/>
          </p:nvSpPr>
          <p:spPr>
            <a:xfrm>
              <a:off x="6427800" y="2502720"/>
              <a:ext cx="2324520" cy="23245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6" name="CustomShape 9"/>
            <p:cNvSpPr/>
            <p:nvPr/>
          </p:nvSpPr>
          <p:spPr>
            <a:xfrm>
              <a:off x="7023240" y="3098160"/>
              <a:ext cx="1132920" cy="113292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7" name="CustomShape 10"/>
            <p:cNvSpPr/>
            <p:nvPr/>
          </p:nvSpPr>
          <p:spPr>
            <a:xfrm>
              <a:off x="6765480" y="2840400"/>
              <a:ext cx="1648800" cy="164880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8" name="CustomShape 11"/>
            <p:cNvSpPr/>
            <p:nvPr/>
          </p:nvSpPr>
          <p:spPr>
            <a:xfrm>
              <a:off x="7216200" y="3291120"/>
              <a:ext cx="747360" cy="747360"/>
            </a:xfrm>
            <a:prstGeom prst="ellipse">
              <a:avLst/>
            </a:pr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9" name="CustomShape 12"/>
          <p:cNvSpPr/>
          <p:nvPr/>
        </p:nvSpPr>
        <p:spPr>
          <a:xfrm>
            <a:off x="1592280" y="-407880"/>
            <a:ext cx="5958720" cy="595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0" name="PlaceHolder 13"/>
          <p:cNvSpPr>
            <a:spLocks noGrp="1"/>
          </p:cNvSpPr>
          <p:nvPr>
            <p:ph type="title"/>
          </p:nvPr>
        </p:nvSpPr>
        <p:spPr>
          <a:xfrm>
            <a:off x="2569680" y="2236680"/>
            <a:ext cx="4003920" cy="956520"/>
          </a:xfrm>
          <a:prstGeom prst="rect">
            <a:avLst/>
          </a:prstGeom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Okay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01" name="Group 14"/>
          <p:cNvGrpSpPr/>
          <p:nvPr/>
        </p:nvGrpSpPr>
        <p:grpSpPr>
          <a:xfrm>
            <a:off x="765000" y="439200"/>
            <a:ext cx="1924200" cy="1924200"/>
            <a:chOff x="765000" y="439200"/>
            <a:chExt cx="1924200" cy="1924200"/>
          </a:xfrm>
        </p:grpSpPr>
        <p:sp>
          <p:nvSpPr>
            <p:cNvPr id="902" name="CustomShape 15"/>
            <p:cNvSpPr/>
            <p:nvPr/>
          </p:nvSpPr>
          <p:spPr>
            <a:xfrm>
              <a:off x="945720" y="620280"/>
              <a:ext cx="1562040" cy="156204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03" name="CustomShape 16"/>
            <p:cNvSpPr/>
            <p:nvPr/>
          </p:nvSpPr>
          <p:spPr>
            <a:xfrm>
              <a:off x="1032480" y="707040"/>
              <a:ext cx="1388520" cy="1388520"/>
            </a:xfrm>
            <a:prstGeom prst="ellipse">
              <a:avLst/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04" name="CustomShape 17"/>
            <p:cNvSpPr/>
            <p:nvPr/>
          </p:nvSpPr>
          <p:spPr>
            <a:xfrm>
              <a:off x="765000" y="439200"/>
              <a:ext cx="1924200" cy="19242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3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05" name="PlaceHolder 1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3"/>
    <p:sldLayoutId id="2147483858" r:id="rId4"/>
    <p:sldLayoutId id="2147483859" r:id="rId5"/>
    <p:sldLayoutId id="2147483860" r:id="rId6"/>
    <p:sldLayoutId id="2147483861" r:id="rId7"/>
    <p:sldLayoutId id="2147483862" r:id="rId8"/>
    <p:sldLayoutId id="2147483863" r:id="rId9"/>
    <p:sldLayoutId id="2147483864" r:id="rId10"/>
    <p:sldLayoutId id="2147483865" r:id="rId11"/>
    <p:sldLayoutId id="2147483866" r:id="rId12"/>
    <p:sldLayoutId id="2147483867" r:id="rId13"/>
    <p:sldLayoutId id="2147483868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3.jpeg"/><Relationship Id="rId2" Type="http://schemas.openxmlformats.org/officeDocument/2006/relationships/slideLayout" Target="../slideLayouts/slideLayout6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://www.slidescarnival.com/help-use-presentation-template" TargetMode="External"/><Relationship Id="rId2" Type="http://schemas.openxmlformats.org/officeDocument/2006/relationships/hyperlink" Target="http://www.slidescarnival.com/copyright-and-legal-information" TargetMode="External"/><Relationship Id="rId3" Type="http://schemas.openxmlformats.org/officeDocument/2006/relationships/slideLayout" Target="../slideLayouts/slideLayout1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4.jpeg"/><Relationship Id="rId2" Type="http://schemas.openxmlformats.org/officeDocument/2006/relationships/slideLayout" Target="../slideLayouts/slideLayout1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jpeg"/><Relationship Id="rId2" Type="http://schemas.openxmlformats.org/officeDocument/2006/relationships/slideLayout" Target="../slideLayouts/slideLayout8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slideLayout" Target="../slideLayouts/slideLayout9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slideLayout" Target="../slideLayouts/slideLayout10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8.jpeg"/><Relationship Id="rId2" Type="http://schemas.openxmlformats.org/officeDocument/2006/relationships/slideLayout" Target="../slideLayouts/slideLayout8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hyperlink" Target="http://www.google.com/sheets/about/" TargetMode="External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3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4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http://www.slidescarnival.com/" TargetMode="External"/><Relationship Id="rId2" Type="http://schemas.openxmlformats.org/officeDocument/2006/relationships/hyperlink" Target="http://unsplash.com/" TargetMode="External"/><Relationship Id="rId3" Type="http://schemas.openxmlformats.org/officeDocument/2006/relationships/slideLayout" Target="../slideLayouts/slideLayout6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hyperlink" Target="https://www.fontsquirrel.com/fonts/poppins" TargetMode="External"/><Relationship Id="rId2" Type="http://schemas.openxmlformats.org/officeDocument/2006/relationships/slideLayout" Target="../slideLayouts/slideLayout6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hyperlink" Target="https://twitter.com/googledocs/status/730087240156643328" TargetMode="External"/><Relationship Id="rId2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TextShape 1"/>
          <p:cNvSpPr txBox="1"/>
          <p:nvPr/>
        </p:nvSpPr>
        <p:spPr>
          <a:xfrm>
            <a:off x="2211480" y="1235880"/>
            <a:ext cx="4720320" cy="1159560"/>
          </a:xfrm>
          <a:prstGeom prst="rect">
            <a:avLst/>
          </a:prstGeom>
          <a:noFill/>
          <a:ln>
            <a:noFill/>
          </a:ln>
          <a:effectLst>
            <a:outerShdw dist="19080" dir="5400000">
              <a:srgbClr val="000000">
                <a:alpha val="10000"/>
              </a:srgbClr>
            </a:outerShdw>
          </a:effectLst>
        </p:spPr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1" lang="en-US" sz="4900" spc="-1" strike="noStrike">
                <a:solidFill>
                  <a:srgbClr val="ffffff"/>
                </a:solidFill>
                <a:latin typeface="Poppins"/>
                <a:ea typeface="Poppins"/>
              </a:rPr>
              <a:t>driving-e-car</a:t>
            </a:r>
            <a:endParaRPr b="0" lang="en-US" sz="49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43" name="Group 2"/>
          <p:cNvGrpSpPr/>
          <p:nvPr/>
        </p:nvGrpSpPr>
        <p:grpSpPr>
          <a:xfrm>
            <a:off x="1379520" y="0"/>
            <a:ext cx="831600" cy="831960"/>
            <a:chOff x="1379520" y="0"/>
            <a:chExt cx="831600" cy="831960"/>
          </a:xfrm>
        </p:grpSpPr>
        <p:sp>
          <p:nvSpPr>
            <p:cNvPr id="944" name="CustomShape 3"/>
            <p:cNvSpPr/>
            <p:nvPr/>
          </p:nvSpPr>
          <p:spPr>
            <a:xfrm>
              <a:off x="1924560" y="0"/>
              <a:ext cx="286560" cy="286920"/>
            </a:xfrm>
            <a:custGeom>
              <a:avLst/>
              <a:gdLst/>
              <a:ahLst/>
              <a:rect l="l" t="t" r="r" b="b"/>
              <a:pathLst>
                <a:path w="6017" h="6017">
                  <a:moveTo>
                    <a:pt x="5846" y="3605"/>
                  </a:moveTo>
                  <a:lnTo>
                    <a:pt x="2412" y="171"/>
                  </a:lnTo>
                  <a:lnTo>
                    <a:pt x="2412" y="171"/>
                  </a:lnTo>
                  <a:lnTo>
                    <a:pt x="2314" y="98"/>
                  </a:lnTo>
                  <a:lnTo>
                    <a:pt x="2217" y="49"/>
                  </a:lnTo>
                  <a:lnTo>
                    <a:pt x="2095" y="25"/>
                  </a:lnTo>
                  <a:lnTo>
                    <a:pt x="1997" y="1"/>
                  </a:lnTo>
                  <a:lnTo>
                    <a:pt x="1876" y="25"/>
                  </a:lnTo>
                  <a:lnTo>
                    <a:pt x="1778" y="49"/>
                  </a:lnTo>
                  <a:lnTo>
                    <a:pt x="1681" y="98"/>
                  </a:lnTo>
                  <a:lnTo>
                    <a:pt x="1583" y="171"/>
                  </a:lnTo>
                  <a:lnTo>
                    <a:pt x="0" y="1778"/>
                  </a:lnTo>
                  <a:lnTo>
                    <a:pt x="4238" y="6016"/>
                  </a:lnTo>
                  <a:lnTo>
                    <a:pt x="5846" y="4433"/>
                  </a:lnTo>
                  <a:lnTo>
                    <a:pt x="5846" y="4433"/>
                  </a:lnTo>
                  <a:lnTo>
                    <a:pt x="5919" y="4336"/>
                  </a:lnTo>
                  <a:lnTo>
                    <a:pt x="5967" y="4238"/>
                  </a:lnTo>
                  <a:lnTo>
                    <a:pt x="5992" y="4141"/>
                  </a:lnTo>
                  <a:lnTo>
                    <a:pt x="6016" y="4019"/>
                  </a:lnTo>
                  <a:lnTo>
                    <a:pt x="5992" y="3922"/>
                  </a:lnTo>
                  <a:lnTo>
                    <a:pt x="5967" y="3800"/>
                  </a:lnTo>
                  <a:lnTo>
                    <a:pt x="5919" y="3703"/>
                  </a:lnTo>
                  <a:lnTo>
                    <a:pt x="5846" y="3605"/>
                  </a:lnTo>
                  <a:lnTo>
                    <a:pt x="5846" y="3605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CustomShape 4"/>
            <p:cNvSpPr/>
            <p:nvPr/>
          </p:nvSpPr>
          <p:spPr>
            <a:xfrm>
              <a:off x="1563120" y="235800"/>
              <a:ext cx="499320" cy="499320"/>
            </a:xfrm>
            <a:custGeom>
              <a:avLst/>
              <a:gdLst/>
              <a:ahLst/>
              <a:rect l="l" t="t" r="r" b="b"/>
              <a:pathLst>
                <a:path w="10473" h="10474">
                  <a:moveTo>
                    <a:pt x="10473" y="1"/>
                  </a:moveTo>
                  <a:lnTo>
                    <a:pt x="0" y="10473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CustomShape 5"/>
            <p:cNvSpPr/>
            <p:nvPr/>
          </p:nvSpPr>
          <p:spPr>
            <a:xfrm>
              <a:off x="1379520" y="90720"/>
              <a:ext cx="741240" cy="741240"/>
            </a:xfrm>
            <a:custGeom>
              <a:avLst/>
              <a:gdLst/>
              <a:ahLst/>
              <a:rect l="l" t="t" r="r" b="b"/>
              <a:pathLst>
                <a:path w="15540" h="15539">
                  <a:moveTo>
                    <a:pt x="11277" y="0"/>
                  </a:moveTo>
                  <a:lnTo>
                    <a:pt x="756" y="10546"/>
                  </a:lnTo>
                  <a:lnTo>
                    <a:pt x="756" y="10546"/>
                  </a:lnTo>
                  <a:lnTo>
                    <a:pt x="683" y="10619"/>
                  </a:lnTo>
                  <a:lnTo>
                    <a:pt x="634" y="10692"/>
                  </a:lnTo>
                  <a:lnTo>
                    <a:pt x="610" y="10765"/>
                  </a:lnTo>
                  <a:lnTo>
                    <a:pt x="585" y="10863"/>
                  </a:lnTo>
                  <a:lnTo>
                    <a:pt x="1" y="14881"/>
                  </a:lnTo>
                  <a:lnTo>
                    <a:pt x="1" y="14881"/>
                  </a:lnTo>
                  <a:lnTo>
                    <a:pt x="1" y="15003"/>
                  </a:lnTo>
                  <a:lnTo>
                    <a:pt x="25" y="15149"/>
                  </a:lnTo>
                  <a:lnTo>
                    <a:pt x="98" y="15271"/>
                  </a:lnTo>
                  <a:lnTo>
                    <a:pt x="171" y="15368"/>
                  </a:lnTo>
                  <a:lnTo>
                    <a:pt x="171" y="15368"/>
                  </a:lnTo>
                  <a:lnTo>
                    <a:pt x="269" y="15441"/>
                  </a:lnTo>
                  <a:lnTo>
                    <a:pt x="366" y="15490"/>
                  </a:lnTo>
                  <a:lnTo>
                    <a:pt x="464" y="15514"/>
                  </a:lnTo>
                  <a:lnTo>
                    <a:pt x="585" y="15539"/>
                  </a:lnTo>
                  <a:lnTo>
                    <a:pt x="585" y="15539"/>
                  </a:lnTo>
                  <a:lnTo>
                    <a:pt x="659" y="15539"/>
                  </a:lnTo>
                  <a:lnTo>
                    <a:pt x="4677" y="14954"/>
                  </a:lnTo>
                  <a:lnTo>
                    <a:pt x="4677" y="14954"/>
                  </a:lnTo>
                  <a:lnTo>
                    <a:pt x="4848" y="14905"/>
                  </a:lnTo>
                  <a:lnTo>
                    <a:pt x="4921" y="14857"/>
                  </a:lnTo>
                  <a:lnTo>
                    <a:pt x="4994" y="14784"/>
                  </a:lnTo>
                  <a:lnTo>
                    <a:pt x="15539" y="4262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CustomShape 6"/>
            <p:cNvSpPr/>
            <p:nvPr/>
          </p:nvSpPr>
          <p:spPr>
            <a:xfrm>
              <a:off x="1476000" y="148680"/>
              <a:ext cx="499320" cy="499320"/>
            </a:xfrm>
            <a:custGeom>
              <a:avLst/>
              <a:gdLst/>
              <a:ahLst/>
              <a:rect l="l" t="t" r="r" b="b"/>
              <a:pathLst>
                <a:path w="10473" h="10474">
                  <a:moveTo>
                    <a:pt x="0" y="10474"/>
                  </a:moveTo>
                  <a:lnTo>
                    <a:pt x="10473" y="1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CustomShape 7"/>
            <p:cNvSpPr/>
            <p:nvPr/>
          </p:nvSpPr>
          <p:spPr>
            <a:xfrm>
              <a:off x="1400400" y="726480"/>
              <a:ext cx="84600" cy="84600"/>
            </a:xfrm>
            <a:custGeom>
              <a:avLst/>
              <a:gdLst/>
              <a:ahLst/>
              <a:rect l="l" t="t" r="r" b="b"/>
              <a:pathLst>
                <a:path w="1779" h="1779">
                  <a:moveTo>
                    <a:pt x="1778" y="1778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CustomShape 8"/>
            <p:cNvSpPr/>
            <p:nvPr/>
          </p:nvSpPr>
          <p:spPr>
            <a:xfrm>
              <a:off x="1419120" y="598320"/>
              <a:ext cx="193680" cy="193680"/>
            </a:xfrm>
            <a:custGeom>
              <a:avLst/>
              <a:gdLst/>
              <a:ahLst/>
              <a:rect l="l" t="t" r="r" b="b"/>
              <a:pathLst>
                <a:path w="4069" h="4068">
                  <a:moveTo>
                    <a:pt x="1" y="49"/>
                  </a:moveTo>
                  <a:lnTo>
                    <a:pt x="1" y="49"/>
                  </a:lnTo>
                  <a:lnTo>
                    <a:pt x="25" y="0"/>
                  </a:lnTo>
                  <a:lnTo>
                    <a:pt x="25" y="0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20" y="4068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Shape 1"/>
          <p:cNvSpPr txBox="1"/>
          <p:nvPr/>
        </p:nvSpPr>
        <p:spPr>
          <a:xfrm>
            <a:off x="2351880" y="1180440"/>
            <a:ext cx="460764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9600" spc="-1" strike="noStrike">
                <a:solidFill>
                  <a:srgbClr val="000000"/>
                </a:solidFill>
                <a:latin typeface="Poppins"/>
                <a:ea typeface="Poppins"/>
              </a:rPr>
              <a:t>Hello!</a:t>
            </a:r>
            <a:endParaRPr b="0" lang="en-US" sz="9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Shape 2"/>
          <p:cNvSpPr txBox="1"/>
          <p:nvPr/>
        </p:nvSpPr>
        <p:spPr>
          <a:xfrm>
            <a:off x="2351880" y="2265840"/>
            <a:ext cx="4607640" cy="177840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600" spc="-1" strike="noStrike">
                <a:solidFill>
                  <a:srgbClr val="000000"/>
                </a:solidFill>
                <a:latin typeface="Poppins"/>
                <a:ea typeface="Poppins Light"/>
              </a:rPr>
              <a:t>Elektroautos sind in aller Munde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Lohnt sich für mich ein Elektroauto? Welches ist für mich das Richtige?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52" name="CustomShape 3"/>
          <p:cNvSpPr/>
          <p:nvPr/>
        </p:nvSpPr>
        <p:spPr>
          <a:xfrm>
            <a:off x="1804320" y="1506240"/>
            <a:ext cx="339480" cy="308880"/>
          </a:xfrm>
          <a:custGeom>
            <a:avLst/>
            <a:gdLst/>
            <a:ahLst/>
            <a:rect l="l" t="t" r="r" b="b"/>
            <a:pathLst>
              <a:path w="16173" h="14711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3" name="TextShape 4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5A017BA9-A7BE-40E9-A270-94129DAFEB0E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4" name="Google Shape;188;p19" descr=""/>
          <p:cNvPicPr/>
          <p:nvPr/>
        </p:nvPicPr>
        <p:blipFill>
          <a:blip r:embed="rId1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955" name="Group 1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956" name="CustomShape 2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7" name="CustomShape 3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8" name="CustomShape 4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59" name="TextShape 5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Agenda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Shape 6"/>
          <p:cNvSpPr txBox="1"/>
          <p:nvPr/>
        </p:nvSpPr>
        <p:spPr>
          <a:xfrm>
            <a:off x="1069560" y="1958040"/>
            <a:ext cx="460764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marL="457200" indent="-329760">
              <a:lnSpc>
                <a:spcPct val="100000"/>
              </a:lnSpc>
              <a:spcBef>
                <a:spcPts val="601"/>
              </a:spcBef>
              <a:buClr>
                <a:srgbClr val="cccccc"/>
              </a:buClr>
              <a:buFont typeface="Poppins Light"/>
              <a:buChar char="￮"/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Unser Auftrag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Entscheidungsfindung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Der Weg bis hier hin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Prototypvorstellung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Aussichten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61" name="Group 7"/>
          <p:cNvGrpSpPr/>
          <p:nvPr/>
        </p:nvGrpSpPr>
        <p:grpSpPr>
          <a:xfrm>
            <a:off x="6438240" y="3653640"/>
            <a:ext cx="369000" cy="369000"/>
            <a:chOff x="6438240" y="3653640"/>
            <a:chExt cx="369000" cy="369000"/>
          </a:xfrm>
        </p:grpSpPr>
        <p:sp>
          <p:nvSpPr>
            <p:cNvPr id="962" name="CustomShape 8"/>
            <p:cNvSpPr/>
            <p:nvPr/>
          </p:nvSpPr>
          <p:spPr>
            <a:xfrm>
              <a:off x="6438240" y="3864960"/>
              <a:ext cx="157680" cy="157680"/>
            </a:xfrm>
            <a:custGeom>
              <a:avLst/>
              <a:gdLst/>
              <a:ahLst/>
              <a:rect l="l" t="t" r="r" b="b"/>
              <a:pathLst>
                <a:path w="7527" h="7526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63" name="CustomShape 9"/>
            <p:cNvSpPr/>
            <p:nvPr/>
          </p:nvSpPr>
          <p:spPr>
            <a:xfrm>
              <a:off x="6659640" y="3653640"/>
              <a:ext cx="147600" cy="147600"/>
            </a:xfrm>
            <a:custGeom>
              <a:avLst/>
              <a:gdLst/>
              <a:ahLst/>
              <a:rect l="l" t="t" r="r" b="b"/>
              <a:pathLst>
                <a:path w="7039" h="704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64" name="CustomShape 10"/>
            <p:cNvSpPr/>
            <p:nvPr/>
          </p:nvSpPr>
          <p:spPr>
            <a:xfrm>
              <a:off x="6495840" y="3710160"/>
              <a:ext cx="254520" cy="254520"/>
            </a:xfrm>
            <a:custGeom>
              <a:avLst/>
              <a:gdLst/>
              <a:ahLst/>
              <a:rect l="l" t="t" r="r" b="b"/>
              <a:pathLst>
                <a:path w="12130" h="1213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65" name="CustomShape 11"/>
            <p:cNvSpPr/>
            <p:nvPr/>
          </p:nvSpPr>
          <p:spPr>
            <a:xfrm>
              <a:off x="6612480" y="3745080"/>
              <a:ext cx="41760" cy="41760"/>
            </a:xfrm>
            <a:custGeom>
              <a:avLst/>
              <a:gdLst/>
              <a:ahLst/>
              <a:rect l="l" t="t" r="r" b="b"/>
              <a:pathLst>
                <a:path w="1998" h="1998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66" name="TextShape 1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DC2E9C29-A05D-432C-8726-B70D214E625B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Unser Auftrag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Analyse der Ausgangslage und Zieldefinition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69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r>
            <a:endParaRPr b="0" lang="en-US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TextShape 1"/>
          <p:cNvSpPr txBox="1"/>
          <p:nvPr/>
        </p:nvSpPr>
        <p:spPr>
          <a:xfrm>
            <a:off x="2385360" y="1310400"/>
            <a:ext cx="4776840" cy="32655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2600" spc="-1" strike="noStrike">
                <a:solidFill>
                  <a:srgbClr val="000000"/>
                </a:solidFill>
                <a:latin typeface="Poppins"/>
                <a:ea typeface="Poppins"/>
              </a:rPr>
              <a:t>Ihr macht einfach die geilste App der Welt für Elektro-Autos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Shape 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2EFBF127-95F1-49FD-96E6-FE2425D49E02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" dur="indefinite" restart="never" nodeType="tmRoot">
          <p:childTnLst>
            <p:seq>
              <p:cTn id="1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Entscheidungsfindung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Wie?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Machbarkeitsanalyse und </a:t>
            </a: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Konzeption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4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Poppins"/>
                <a:ea typeface="Poppins"/>
              </a:rPr>
              <a:t>2</a:t>
            </a:r>
            <a:endParaRPr b="0" lang="en-US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" dur="indefinite" restart="never" nodeType="tmRoot">
          <p:childTnLst>
            <p:seq>
              <p:cTn id="1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TextShape 1"/>
          <p:cNvSpPr txBox="1"/>
          <p:nvPr/>
        </p:nvSpPr>
        <p:spPr>
          <a:xfrm>
            <a:off x="1737360" y="2954880"/>
            <a:ext cx="566928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000000"/>
                </a:solidFill>
                <a:latin typeface="Poppins"/>
                <a:ea typeface="Poppins"/>
              </a:rPr>
              <a:t>Big concept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Shape 2"/>
          <p:cNvSpPr txBox="1"/>
          <p:nvPr/>
        </p:nvSpPr>
        <p:spPr>
          <a:xfrm>
            <a:off x="2092680" y="4097520"/>
            <a:ext cx="495828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algn="ctr">
              <a:lnSpc>
                <a:spcPct val="100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In Koorperation mit </a:t>
            </a: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Team 03: “LogistGo”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7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1752D0AB-8036-488A-BFEB-20CA23E862B6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978" name="CustomShape 4"/>
          <p:cNvSpPr/>
          <p:nvPr/>
        </p:nvSpPr>
        <p:spPr>
          <a:xfrm>
            <a:off x="1463040" y="993600"/>
            <a:ext cx="864360" cy="1109520"/>
          </a:xfrm>
          <a:custGeom>
            <a:avLst/>
            <a:gdLst/>
            <a:ahLst/>
            <a:rect l="l" t="t" r="r" b="b"/>
            <a:pathLst>
              <a:path w="15978" h="20508">
                <a:moveTo>
                  <a:pt x="15977" y="1292"/>
                </a:moveTo>
                <a:lnTo>
                  <a:pt x="15977" y="19217"/>
                </a:lnTo>
                <a:lnTo>
                  <a:pt x="15977" y="19217"/>
                </a:lnTo>
                <a:lnTo>
                  <a:pt x="15953" y="19485"/>
                </a:lnTo>
                <a:lnTo>
                  <a:pt x="15880" y="19728"/>
                </a:lnTo>
                <a:lnTo>
                  <a:pt x="15758" y="19948"/>
                </a:lnTo>
                <a:lnTo>
                  <a:pt x="15612" y="20142"/>
                </a:lnTo>
                <a:lnTo>
                  <a:pt x="15417" y="20289"/>
                </a:lnTo>
                <a:lnTo>
                  <a:pt x="15198" y="20410"/>
                </a:lnTo>
                <a:lnTo>
                  <a:pt x="14955" y="20483"/>
                </a:lnTo>
                <a:lnTo>
                  <a:pt x="14711" y="20508"/>
                </a:lnTo>
                <a:lnTo>
                  <a:pt x="1267" y="20508"/>
                </a:lnTo>
                <a:lnTo>
                  <a:pt x="1267" y="20508"/>
                </a:lnTo>
                <a:lnTo>
                  <a:pt x="1023" y="20483"/>
                </a:lnTo>
                <a:lnTo>
                  <a:pt x="780" y="20410"/>
                </a:lnTo>
                <a:lnTo>
                  <a:pt x="561" y="20289"/>
                </a:lnTo>
                <a:lnTo>
                  <a:pt x="366" y="20142"/>
                </a:lnTo>
                <a:lnTo>
                  <a:pt x="220" y="19948"/>
                </a:lnTo>
                <a:lnTo>
                  <a:pt x="98" y="19728"/>
                </a:lnTo>
                <a:lnTo>
                  <a:pt x="25" y="19485"/>
                </a:lnTo>
                <a:lnTo>
                  <a:pt x="1" y="19217"/>
                </a:lnTo>
                <a:lnTo>
                  <a:pt x="1" y="1292"/>
                </a:lnTo>
                <a:lnTo>
                  <a:pt x="1" y="1292"/>
                </a:lnTo>
                <a:lnTo>
                  <a:pt x="25" y="1024"/>
                </a:lnTo>
                <a:lnTo>
                  <a:pt x="98" y="780"/>
                </a:lnTo>
                <a:lnTo>
                  <a:pt x="220" y="561"/>
                </a:lnTo>
                <a:lnTo>
                  <a:pt x="366" y="366"/>
                </a:lnTo>
                <a:lnTo>
                  <a:pt x="561" y="220"/>
                </a:lnTo>
                <a:lnTo>
                  <a:pt x="780" y="98"/>
                </a:lnTo>
                <a:lnTo>
                  <a:pt x="1023" y="25"/>
                </a:lnTo>
                <a:lnTo>
                  <a:pt x="1267" y="1"/>
                </a:lnTo>
                <a:lnTo>
                  <a:pt x="14711" y="1"/>
                </a:lnTo>
                <a:lnTo>
                  <a:pt x="14711" y="1"/>
                </a:lnTo>
                <a:lnTo>
                  <a:pt x="14955" y="25"/>
                </a:lnTo>
                <a:lnTo>
                  <a:pt x="15198" y="98"/>
                </a:lnTo>
                <a:lnTo>
                  <a:pt x="15417" y="220"/>
                </a:lnTo>
                <a:lnTo>
                  <a:pt x="15612" y="366"/>
                </a:lnTo>
                <a:lnTo>
                  <a:pt x="15758" y="561"/>
                </a:lnTo>
                <a:lnTo>
                  <a:pt x="15880" y="780"/>
                </a:lnTo>
                <a:lnTo>
                  <a:pt x="15953" y="1024"/>
                </a:lnTo>
                <a:lnTo>
                  <a:pt x="15977" y="1292"/>
                </a:lnTo>
                <a:lnTo>
                  <a:pt x="15977" y="1292"/>
                </a:lnTo>
                <a:close/>
                <a:moveTo>
                  <a:pt x="7989" y="19899"/>
                </a:moveTo>
                <a:lnTo>
                  <a:pt x="7989" y="19899"/>
                </a:lnTo>
                <a:lnTo>
                  <a:pt x="8159" y="19875"/>
                </a:lnTo>
                <a:lnTo>
                  <a:pt x="8306" y="19826"/>
                </a:lnTo>
                <a:lnTo>
                  <a:pt x="8452" y="19753"/>
                </a:lnTo>
                <a:lnTo>
                  <a:pt x="8574" y="19655"/>
                </a:lnTo>
                <a:lnTo>
                  <a:pt x="8671" y="19534"/>
                </a:lnTo>
                <a:lnTo>
                  <a:pt x="8744" y="19387"/>
                </a:lnTo>
                <a:lnTo>
                  <a:pt x="8793" y="19241"/>
                </a:lnTo>
                <a:lnTo>
                  <a:pt x="8817" y="19071"/>
                </a:lnTo>
                <a:lnTo>
                  <a:pt x="8817" y="19071"/>
                </a:lnTo>
                <a:lnTo>
                  <a:pt x="8793" y="18900"/>
                </a:lnTo>
                <a:lnTo>
                  <a:pt x="8744" y="18754"/>
                </a:lnTo>
                <a:lnTo>
                  <a:pt x="8671" y="18608"/>
                </a:lnTo>
                <a:lnTo>
                  <a:pt x="8574" y="18486"/>
                </a:lnTo>
                <a:lnTo>
                  <a:pt x="8452" y="18389"/>
                </a:lnTo>
                <a:lnTo>
                  <a:pt x="8306" y="18316"/>
                </a:lnTo>
                <a:lnTo>
                  <a:pt x="8159" y="18267"/>
                </a:lnTo>
                <a:lnTo>
                  <a:pt x="7989" y="18243"/>
                </a:lnTo>
                <a:lnTo>
                  <a:pt x="7989" y="18243"/>
                </a:lnTo>
                <a:lnTo>
                  <a:pt x="7819" y="18267"/>
                </a:lnTo>
                <a:lnTo>
                  <a:pt x="7672" y="18316"/>
                </a:lnTo>
                <a:lnTo>
                  <a:pt x="7526" y="18389"/>
                </a:lnTo>
                <a:lnTo>
                  <a:pt x="7404" y="18486"/>
                </a:lnTo>
                <a:lnTo>
                  <a:pt x="7307" y="18608"/>
                </a:lnTo>
                <a:lnTo>
                  <a:pt x="7234" y="18754"/>
                </a:lnTo>
                <a:lnTo>
                  <a:pt x="7185" y="18900"/>
                </a:lnTo>
                <a:lnTo>
                  <a:pt x="7161" y="19071"/>
                </a:lnTo>
                <a:lnTo>
                  <a:pt x="7161" y="19071"/>
                </a:lnTo>
                <a:lnTo>
                  <a:pt x="7185" y="19241"/>
                </a:lnTo>
                <a:lnTo>
                  <a:pt x="7234" y="19387"/>
                </a:lnTo>
                <a:lnTo>
                  <a:pt x="7307" y="19534"/>
                </a:lnTo>
                <a:lnTo>
                  <a:pt x="7404" y="19655"/>
                </a:lnTo>
                <a:lnTo>
                  <a:pt x="7526" y="19753"/>
                </a:lnTo>
                <a:lnTo>
                  <a:pt x="7672" y="19826"/>
                </a:lnTo>
                <a:lnTo>
                  <a:pt x="7819" y="19875"/>
                </a:lnTo>
                <a:lnTo>
                  <a:pt x="7989" y="19899"/>
                </a:lnTo>
                <a:lnTo>
                  <a:pt x="7989" y="19899"/>
                </a:lnTo>
                <a:close/>
                <a:moveTo>
                  <a:pt x="14394" y="1584"/>
                </a:moveTo>
                <a:lnTo>
                  <a:pt x="1584" y="1584"/>
                </a:lnTo>
                <a:lnTo>
                  <a:pt x="1584" y="17634"/>
                </a:lnTo>
                <a:lnTo>
                  <a:pt x="14394" y="17634"/>
                </a:lnTo>
                <a:lnTo>
                  <a:pt x="14394" y="1584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9" name="CustomShape 5"/>
          <p:cNvSpPr/>
          <p:nvPr/>
        </p:nvSpPr>
        <p:spPr>
          <a:xfrm>
            <a:off x="914400" y="1676520"/>
            <a:ext cx="457200" cy="792360"/>
          </a:xfrm>
          <a:custGeom>
            <a:avLst/>
            <a:gdLst/>
            <a:ahLst/>
            <a:rect l="l" t="t" r="r" b="b"/>
            <a:pathLst>
              <a:path w="11838" h="20508">
                <a:moveTo>
                  <a:pt x="10547" y="1"/>
                </a:moveTo>
                <a:lnTo>
                  <a:pt x="1292" y="1"/>
                </a:lnTo>
                <a:lnTo>
                  <a:pt x="1292" y="1"/>
                </a:lnTo>
                <a:lnTo>
                  <a:pt x="1024" y="25"/>
                </a:lnTo>
                <a:lnTo>
                  <a:pt x="780" y="98"/>
                </a:lnTo>
                <a:lnTo>
                  <a:pt x="561" y="220"/>
                </a:lnTo>
                <a:lnTo>
                  <a:pt x="366" y="366"/>
                </a:lnTo>
                <a:lnTo>
                  <a:pt x="220" y="561"/>
                </a:lnTo>
                <a:lnTo>
                  <a:pt x="98" y="780"/>
                </a:lnTo>
                <a:lnTo>
                  <a:pt x="25" y="1024"/>
                </a:lnTo>
                <a:lnTo>
                  <a:pt x="1" y="1292"/>
                </a:lnTo>
                <a:lnTo>
                  <a:pt x="1" y="19217"/>
                </a:lnTo>
                <a:lnTo>
                  <a:pt x="1" y="19217"/>
                </a:lnTo>
                <a:lnTo>
                  <a:pt x="25" y="19485"/>
                </a:lnTo>
                <a:lnTo>
                  <a:pt x="98" y="19728"/>
                </a:lnTo>
                <a:lnTo>
                  <a:pt x="220" y="19948"/>
                </a:lnTo>
                <a:lnTo>
                  <a:pt x="366" y="20142"/>
                </a:lnTo>
                <a:lnTo>
                  <a:pt x="561" y="20289"/>
                </a:lnTo>
                <a:lnTo>
                  <a:pt x="780" y="20410"/>
                </a:lnTo>
                <a:lnTo>
                  <a:pt x="1024" y="20483"/>
                </a:lnTo>
                <a:lnTo>
                  <a:pt x="1292" y="20508"/>
                </a:lnTo>
                <a:lnTo>
                  <a:pt x="10547" y="20508"/>
                </a:lnTo>
                <a:lnTo>
                  <a:pt x="10547" y="20508"/>
                </a:lnTo>
                <a:lnTo>
                  <a:pt x="10814" y="20483"/>
                </a:lnTo>
                <a:lnTo>
                  <a:pt x="11058" y="20410"/>
                </a:lnTo>
                <a:lnTo>
                  <a:pt x="11277" y="20289"/>
                </a:lnTo>
                <a:lnTo>
                  <a:pt x="11472" y="20142"/>
                </a:lnTo>
                <a:lnTo>
                  <a:pt x="11618" y="19948"/>
                </a:lnTo>
                <a:lnTo>
                  <a:pt x="11740" y="19728"/>
                </a:lnTo>
                <a:lnTo>
                  <a:pt x="11813" y="19485"/>
                </a:lnTo>
                <a:lnTo>
                  <a:pt x="11837" y="19217"/>
                </a:lnTo>
                <a:lnTo>
                  <a:pt x="11837" y="1292"/>
                </a:lnTo>
                <a:lnTo>
                  <a:pt x="11837" y="1292"/>
                </a:lnTo>
                <a:lnTo>
                  <a:pt x="11813" y="1024"/>
                </a:lnTo>
                <a:lnTo>
                  <a:pt x="11740" y="780"/>
                </a:lnTo>
                <a:lnTo>
                  <a:pt x="11618" y="561"/>
                </a:lnTo>
                <a:lnTo>
                  <a:pt x="11472" y="366"/>
                </a:lnTo>
                <a:lnTo>
                  <a:pt x="11277" y="220"/>
                </a:lnTo>
                <a:lnTo>
                  <a:pt x="11058" y="98"/>
                </a:lnTo>
                <a:lnTo>
                  <a:pt x="10814" y="25"/>
                </a:lnTo>
                <a:lnTo>
                  <a:pt x="10547" y="1"/>
                </a:lnTo>
                <a:lnTo>
                  <a:pt x="10547" y="1"/>
                </a:lnTo>
                <a:close/>
                <a:moveTo>
                  <a:pt x="5554" y="975"/>
                </a:moveTo>
                <a:lnTo>
                  <a:pt x="6284" y="975"/>
                </a:lnTo>
                <a:lnTo>
                  <a:pt x="6284" y="975"/>
                </a:lnTo>
                <a:lnTo>
                  <a:pt x="6406" y="999"/>
                </a:lnTo>
                <a:lnTo>
                  <a:pt x="6479" y="1073"/>
                </a:lnTo>
                <a:lnTo>
                  <a:pt x="6552" y="1146"/>
                </a:lnTo>
                <a:lnTo>
                  <a:pt x="6577" y="1267"/>
                </a:lnTo>
                <a:lnTo>
                  <a:pt x="6577" y="1267"/>
                </a:lnTo>
                <a:lnTo>
                  <a:pt x="6552" y="1365"/>
                </a:lnTo>
                <a:lnTo>
                  <a:pt x="6479" y="1462"/>
                </a:lnTo>
                <a:lnTo>
                  <a:pt x="6406" y="1511"/>
                </a:lnTo>
                <a:lnTo>
                  <a:pt x="6284" y="1535"/>
                </a:lnTo>
                <a:lnTo>
                  <a:pt x="5554" y="1535"/>
                </a:lnTo>
                <a:lnTo>
                  <a:pt x="5554" y="1535"/>
                </a:lnTo>
                <a:lnTo>
                  <a:pt x="5432" y="1511"/>
                </a:lnTo>
                <a:lnTo>
                  <a:pt x="5359" y="1462"/>
                </a:lnTo>
                <a:lnTo>
                  <a:pt x="5286" y="1365"/>
                </a:lnTo>
                <a:lnTo>
                  <a:pt x="5262" y="1267"/>
                </a:lnTo>
                <a:lnTo>
                  <a:pt x="5262" y="1267"/>
                </a:lnTo>
                <a:lnTo>
                  <a:pt x="5286" y="1146"/>
                </a:lnTo>
                <a:lnTo>
                  <a:pt x="5359" y="1073"/>
                </a:lnTo>
                <a:lnTo>
                  <a:pt x="5432" y="999"/>
                </a:lnTo>
                <a:lnTo>
                  <a:pt x="5554" y="975"/>
                </a:lnTo>
                <a:lnTo>
                  <a:pt x="5554" y="975"/>
                </a:lnTo>
                <a:close/>
                <a:moveTo>
                  <a:pt x="5919" y="19436"/>
                </a:moveTo>
                <a:lnTo>
                  <a:pt x="5919" y="19436"/>
                </a:lnTo>
                <a:lnTo>
                  <a:pt x="5749" y="19412"/>
                </a:lnTo>
                <a:lnTo>
                  <a:pt x="5578" y="19363"/>
                </a:lnTo>
                <a:lnTo>
                  <a:pt x="5432" y="19290"/>
                </a:lnTo>
                <a:lnTo>
                  <a:pt x="5310" y="19193"/>
                </a:lnTo>
                <a:lnTo>
                  <a:pt x="5213" y="19071"/>
                </a:lnTo>
                <a:lnTo>
                  <a:pt x="5140" y="18925"/>
                </a:lnTo>
                <a:lnTo>
                  <a:pt x="5091" y="18754"/>
                </a:lnTo>
                <a:lnTo>
                  <a:pt x="5067" y="18584"/>
                </a:lnTo>
                <a:lnTo>
                  <a:pt x="5067" y="18584"/>
                </a:lnTo>
                <a:lnTo>
                  <a:pt x="5091" y="18413"/>
                </a:lnTo>
                <a:lnTo>
                  <a:pt x="5140" y="18243"/>
                </a:lnTo>
                <a:lnTo>
                  <a:pt x="5213" y="18097"/>
                </a:lnTo>
                <a:lnTo>
                  <a:pt x="5310" y="17975"/>
                </a:lnTo>
                <a:lnTo>
                  <a:pt x="5432" y="17877"/>
                </a:lnTo>
                <a:lnTo>
                  <a:pt x="5578" y="17804"/>
                </a:lnTo>
                <a:lnTo>
                  <a:pt x="5749" y="17756"/>
                </a:lnTo>
                <a:lnTo>
                  <a:pt x="5919" y="17731"/>
                </a:lnTo>
                <a:lnTo>
                  <a:pt x="5919" y="17731"/>
                </a:lnTo>
                <a:lnTo>
                  <a:pt x="6090" y="17756"/>
                </a:lnTo>
                <a:lnTo>
                  <a:pt x="6260" y="17804"/>
                </a:lnTo>
                <a:lnTo>
                  <a:pt x="6406" y="17877"/>
                </a:lnTo>
                <a:lnTo>
                  <a:pt x="6528" y="17975"/>
                </a:lnTo>
                <a:lnTo>
                  <a:pt x="6625" y="18097"/>
                </a:lnTo>
                <a:lnTo>
                  <a:pt x="6699" y="18243"/>
                </a:lnTo>
                <a:lnTo>
                  <a:pt x="6747" y="18413"/>
                </a:lnTo>
                <a:lnTo>
                  <a:pt x="6772" y="18584"/>
                </a:lnTo>
                <a:lnTo>
                  <a:pt x="6772" y="18584"/>
                </a:lnTo>
                <a:lnTo>
                  <a:pt x="6747" y="18754"/>
                </a:lnTo>
                <a:lnTo>
                  <a:pt x="6699" y="18925"/>
                </a:lnTo>
                <a:lnTo>
                  <a:pt x="6625" y="19071"/>
                </a:lnTo>
                <a:lnTo>
                  <a:pt x="6528" y="19193"/>
                </a:lnTo>
                <a:lnTo>
                  <a:pt x="6406" y="19290"/>
                </a:lnTo>
                <a:lnTo>
                  <a:pt x="6260" y="19363"/>
                </a:lnTo>
                <a:lnTo>
                  <a:pt x="6090" y="19412"/>
                </a:lnTo>
                <a:lnTo>
                  <a:pt x="5919" y="19436"/>
                </a:lnTo>
                <a:lnTo>
                  <a:pt x="5919" y="19436"/>
                </a:lnTo>
                <a:close/>
                <a:moveTo>
                  <a:pt x="10547" y="16660"/>
                </a:moveTo>
                <a:lnTo>
                  <a:pt x="1292" y="16660"/>
                </a:lnTo>
                <a:lnTo>
                  <a:pt x="1292" y="2558"/>
                </a:lnTo>
                <a:lnTo>
                  <a:pt x="10547" y="2558"/>
                </a:lnTo>
                <a:lnTo>
                  <a:pt x="10547" y="1666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980" name="Group 6"/>
          <p:cNvGrpSpPr/>
          <p:nvPr/>
        </p:nvGrpSpPr>
        <p:grpSpPr>
          <a:xfrm>
            <a:off x="6126480" y="1188720"/>
            <a:ext cx="1393560" cy="1319760"/>
            <a:chOff x="6126480" y="1188720"/>
            <a:chExt cx="1393560" cy="1319760"/>
          </a:xfrm>
        </p:grpSpPr>
        <p:sp>
          <p:nvSpPr>
            <p:cNvPr id="981" name="CustomShape 7"/>
            <p:cNvSpPr/>
            <p:nvPr/>
          </p:nvSpPr>
          <p:spPr>
            <a:xfrm>
              <a:off x="6483600" y="2222640"/>
              <a:ext cx="679320" cy="285840"/>
            </a:xfrm>
            <a:custGeom>
              <a:avLst/>
              <a:gdLst/>
              <a:ahLst/>
              <a:rect l="l" t="t" r="r" b="b"/>
              <a:pathLst>
                <a:path w="9012" h="3800">
                  <a:moveTo>
                    <a:pt x="2947" y="0"/>
                  </a:moveTo>
                  <a:lnTo>
                    <a:pt x="2947" y="2947"/>
                  </a:lnTo>
                  <a:lnTo>
                    <a:pt x="853" y="2947"/>
                  </a:lnTo>
                  <a:lnTo>
                    <a:pt x="853" y="2947"/>
                  </a:lnTo>
                  <a:lnTo>
                    <a:pt x="682" y="2947"/>
                  </a:lnTo>
                  <a:lnTo>
                    <a:pt x="512" y="2996"/>
                  </a:lnTo>
                  <a:lnTo>
                    <a:pt x="365" y="3093"/>
                  </a:lnTo>
                  <a:lnTo>
                    <a:pt x="244" y="3191"/>
                  </a:lnTo>
                  <a:lnTo>
                    <a:pt x="146" y="3313"/>
                  </a:lnTo>
                  <a:lnTo>
                    <a:pt x="49" y="3459"/>
                  </a:lnTo>
                  <a:lnTo>
                    <a:pt x="0" y="3629"/>
                  </a:lnTo>
                  <a:lnTo>
                    <a:pt x="0" y="3800"/>
                  </a:lnTo>
                  <a:lnTo>
                    <a:pt x="9011" y="3800"/>
                  </a:lnTo>
                  <a:lnTo>
                    <a:pt x="9011" y="3800"/>
                  </a:lnTo>
                  <a:lnTo>
                    <a:pt x="9011" y="3629"/>
                  </a:lnTo>
                  <a:lnTo>
                    <a:pt x="8963" y="3459"/>
                  </a:lnTo>
                  <a:lnTo>
                    <a:pt x="8865" y="3313"/>
                  </a:lnTo>
                  <a:lnTo>
                    <a:pt x="8768" y="3191"/>
                  </a:lnTo>
                  <a:lnTo>
                    <a:pt x="8646" y="3093"/>
                  </a:lnTo>
                  <a:lnTo>
                    <a:pt x="8500" y="2996"/>
                  </a:lnTo>
                  <a:lnTo>
                    <a:pt x="8330" y="2947"/>
                  </a:lnTo>
                  <a:lnTo>
                    <a:pt x="8159" y="2947"/>
                  </a:lnTo>
                  <a:lnTo>
                    <a:pt x="6065" y="2947"/>
                  </a:lnTo>
                  <a:lnTo>
                    <a:pt x="606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2" name="CustomShape 8"/>
            <p:cNvSpPr/>
            <p:nvPr/>
          </p:nvSpPr>
          <p:spPr>
            <a:xfrm>
              <a:off x="6126480" y="1188720"/>
              <a:ext cx="1393560" cy="1014480"/>
            </a:xfrm>
            <a:custGeom>
              <a:avLst/>
              <a:gdLst/>
              <a:ahLst/>
              <a:rect l="l" t="t" r="r" b="b"/>
              <a:pathLst>
                <a:path w="18462" h="13445">
                  <a:moveTo>
                    <a:pt x="17974" y="1"/>
                  </a:move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317" y="50"/>
                  </a:lnTo>
                  <a:lnTo>
                    <a:pt x="220" y="74"/>
                  </a:lnTo>
                  <a:lnTo>
                    <a:pt x="146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2958"/>
                  </a:lnTo>
                  <a:lnTo>
                    <a:pt x="0" y="12958"/>
                  </a:lnTo>
                  <a:lnTo>
                    <a:pt x="25" y="13055"/>
                  </a:lnTo>
                  <a:lnTo>
                    <a:pt x="49" y="13152"/>
                  </a:lnTo>
                  <a:lnTo>
                    <a:pt x="98" y="13226"/>
                  </a:lnTo>
                  <a:lnTo>
                    <a:pt x="146" y="13299"/>
                  </a:lnTo>
                  <a:lnTo>
                    <a:pt x="220" y="13372"/>
                  </a:lnTo>
                  <a:lnTo>
                    <a:pt x="317" y="13396"/>
                  </a:lnTo>
                  <a:lnTo>
                    <a:pt x="390" y="13445"/>
                  </a:lnTo>
                  <a:lnTo>
                    <a:pt x="487" y="13445"/>
                  </a:lnTo>
                  <a:lnTo>
                    <a:pt x="17974" y="13445"/>
                  </a:lnTo>
                  <a:lnTo>
                    <a:pt x="17974" y="13445"/>
                  </a:lnTo>
                  <a:lnTo>
                    <a:pt x="18072" y="13445"/>
                  </a:lnTo>
                  <a:lnTo>
                    <a:pt x="18145" y="13396"/>
                  </a:lnTo>
                  <a:lnTo>
                    <a:pt x="18242" y="13372"/>
                  </a:lnTo>
                  <a:lnTo>
                    <a:pt x="18315" y="13299"/>
                  </a:lnTo>
                  <a:lnTo>
                    <a:pt x="18364" y="13226"/>
                  </a:lnTo>
                  <a:lnTo>
                    <a:pt x="18413" y="13152"/>
                  </a:lnTo>
                  <a:lnTo>
                    <a:pt x="18437" y="13055"/>
                  </a:lnTo>
                  <a:lnTo>
                    <a:pt x="18461" y="12958"/>
                  </a:lnTo>
                  <a:lnTo>
                    <a:pt x="18461" y="488"/>
                  </a:lnTo>
                  <a:lnTo>
                    <a:pt x="18461" y="488"/>
                  </a:lnTo>
                  <a:lnTo>
                    <a:pt x="18437" y="390"/>
                  </a:lnTo>
                  <a:lnTo>
                    <a:pt x="18413" y="293"/>
                  </a:lnTo>
                  <a:lnTo>
                    <a:pt x="18364" y="220"/>
                  </a:lnTo>
                  <a:lnTo>
                    <a:pt x="18315" y="147"/>
                  </a:lnTo>
                  <a:lnTo>
                    <a:pt x="18242" y="74"/>
                  </a:lnTo>
                  <a:lnTo>
                    <a:pt x="18145" y="50"/>
                  </a:lnTo>
                  <a:lnTo>
                    <a:pt x="18072" y="1"/>
                  </a:lnTo>
                  <a:lnTo>
                    <a:pt x="17974" y="1"/>
                  </a:lnTo>
                  <a:lnTo>
                    <a:pt x="17974" y="1"/>
                  </a:lnTo>
                  <a:close/>
                  <a:moveTo>
                    <a:pt x="17000" y="11983"/>
                  </a:moveTo>
                  <a:lnTo>
                    <a:pt x="1462" y="11983"/>
                  </a:lnTo>
                  <a:lnTo>
                    <a:pt x="1462" y="1462"/>
                  </a:lnTo>
                  <a:lnTo>
                    <a:pt x="17000" y="1462"/>
                  </a:lnTo>
                  <a:lnTo>
                    <a:pt x="17000" y="1198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83" name="CustomShape 9"/>
          <p:cNvSpPr/>
          <p:nvPr/>
        </p:nvSpPr>
        <p:spPr>
          <a:xfrm>
            <a:off x="3017520" y="1280160"/>
            <a:ext cx="2468880" cy="1463040"/>
          </a:xfrm>
          <a:prstGeom prst="rect">
            <a:avLst/>
          </a:pr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/>
          <a:p>
            <a:pPr algn="ctr"/>
            <a:r>
              <a:rPr b="0" lang="en-US" sz="1800" spc="-1" strike="noStrike">
                <a:latin typeface="Arial"/>
              </a:rPr>
              <a:t>Browser Picture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" dur="indefinite" restart="never" nodeType="tmRoot">
          <p:childTnLst>
            <p:seq>
              <p:cTn id="1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Der Weg bis hier hin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Planung und Durchführung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86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Poppins"/>
                <a:ea typeface="Poppins"/>
              </a:rPr>
              <a:t>3</a:t>
            </a:r>
            <a:endParaRPr b="0" lang="en-US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" dur="indefinite" restart="never" nodeType="tmRoot">
          <p:childTnLst>
            <p:seq>
              <p:cTn id="1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P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r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t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t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y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p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e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n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v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o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r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s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t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e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l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l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u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n</a:t>
            </a: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g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Wie weit sind wir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89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Poppins"/>
                <a:ea typeface="Poppins"/>
              </a:rPr>
              <a:t>4</a:t>
            </a:r>
            <a:endParaRPr b="0" lang="en-US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" dur="indefinite" restart="never" nodeType="tmRoot">
          <p:childTnLst>
            <p:seq>
              <p:cTn id="1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TextShape 1"/>
          <p:cNvSpPr txBox="1"/>
          <p:nvPr/>
        </p:nvSpPr>
        <p:spPr>
          <a:xfrm>
            <a:off x="2569680" y="2236680"/>
            <a:ext cx="4003920" cy="956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000000"/>
                </a:solidFill>
                <a:latin typeface="Poppins"/>
                <a:ea typeface="Poppins"/>
              </a:rPr>
              <a:t>Ausbilck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Shape 2"/>
          <p:cNvSpPr txBox="1"/>
          <p:nvPr/>
        </p:nvSpPr>
        <p:spPr>
          <a:xfrm>
            <a:off x="2569680" y="3188880"/>
            <a:ext cx="400392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Was liegt noch vor uns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92" name="CustomShape 3"/>
          <p:cNvSpPr/>
          <p:nvPr/>
        </p:nvSpPr>
        <p:spPr>
          <a:xfrm>
            <a:off x="1031040" y="710640"/>
            <a:ext cx="1392120" cy="1390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Poppins"/>
                <a:ea typeface="Poppins"/>
              </a:rPr>
              <a:t>5</a:t>
            </a:r>
            <a:endParaRPr b="0" lang="en-US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" dur="indefinite" restart="never" nodeType="tmRoot">
          <p:childTnLst>
            <p:seq>
              <p:cTn id="2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Agenda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Shape 2"/>
          <p:cNvSpPr txBox="1"/>
          <p:nvPr/>
        </p:nvSpPr>
        <p:spPr>
          <a:xfrm>
            <a:off x="3440880" y="1958040"/>
            <a:ext cx="2236320" cy="224568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EDIT IN POWERPOINT®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Click on the button under the presentation preview that says </a:t>
            </a:r>
            <a:r>
              <a:rPr b="1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"Download as PowerPoint template"</a:t>
            </a:r>
            <a:r>
              <a:rPr b="0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. You will get a .pptx file that you can edit in PowerPoint.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Remember to download and install the fonts used in this presentation (you’ll find the links to the font files needed in the </a:t>
            </a:r>
            <a:r>
              <a:rPr b="0" lang="en-US" sz="1000" spc="-1" strike="noStrike" u="sng">
                <a:solidFill>
                  <a:srgbClr val="000000"/>
                </a:solidFill>
                <a:uFillTx/>
                <a:latin typeface="Poppins Light"/>
                <a:ea typeface="Poppins Light"/>
              </a:rPr>
              <a:t>Presentation design slide</a:t>
            </a:r>
            <a:r>
              <a:rPr b="0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Shape 3"/>
          <p:cNvSpPr txBox="1"/>
          <p:nvPr/>
        </p:nvSpPr>
        <p:spPr>
          <a:xfrm>
            <a:off x="1069560" y="1958040"/>
            <a:ext cx="2236320" cy="224568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EDIT IN GOOGLE SLIDES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Click on the button under the presentation preview that says </a:t>
            </a:r>
            <a:r>
              <a:rPr b="1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"Use as Google Slides Theme"</a:t>
            </a:r>
            <a:r>
              <a:rPr b="0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You will get a copy of this document on your Google Drive and will be able to edit, add or delete slides.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0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You have to be signed in to your Google account.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Shape 4"/>
          <p:cNvSpPr txBox="1"/>
          <p:nvPr/>
        </p:nvSpPr>
        <p:spPr>
          <a:xfrm>
            <a:off x="1069560" y="4204080"/>
            <a:ext cx="560772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666666"/>
                </a:solidFill>
                <a:latin typeface="Poppins Light"/>
                <a:ea typeface="Poppins Light"/>
              </a:rPr>
              <a:t>More info on how to use this template at </a:t>
            </a:r>
            <a:r>
              <a:rPr b="1" lang="en-US" sz="1000" spc="-1" strike="noStrike" u="sng">
                <a:solidFill>
                  <a:srgbClr val="1155cc"/>
                </a:solidFill>
                <a:uFillTx/>
                <a:latin typeface="Poppins Light"/>
                <a:ea typeface="Poppins Light"/>
                <a:hlinkClick r:id="rId1"/>
              </a:rPr>
              <a:t>www.slidescarnival.com/help-use-presentation-template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666666"/>
                </a:solidFill>
                <a:latin typeface="Poppins Light"/>
                <a:ea typeface="Poppins Light"/>
              </a:rPr>
              <a:t>This template is free to use under </a:t>
            </a:r>
            <a:r>
              <a:rPr b="0" lang="en-US" sz="1000" spc="-1" strike="noStrike" u="sng">
                <a:solidFill>
                  <a:srgbClr val="1155cc"/>
                </a:solidFill>
                <a:uFillTx/>
                <a:latin typeface="Poppins Light"/>
                <a:ea typeface="Poppins Light"/>
                <a:hlinkClick r:id="rId2"/>
              </a:rPr>
              <a:t>Creative Commons Attribution license</a:t>
            </a:r>
            <a:r>
              <a:rPr b="0" lang="en-US" sz="1000" spc="-1" strike="noStrike">
                <a:solidFill>
                  <a:srgbClr val="666666"/>
                </a:solidFill>
                <a:latin typeface="Poppins Light"/>
                <a:ea typeface="Poppins Light"/>
              </a:rPr>
              <a:t>. You can keep the Credits slide or mention SlidesCarnival and other resources used in a slide footer.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97" name="Group 5"/>
          <p:cNvGrpSpPr/>
          <p:nvPr/>
        </p:nvGrpSpPr>
        <p:grpSpPr>
          <a:xfrm>
            <a:off x="7228080" y="2052720"/>
            <a:ext cx="1211760" cy="1037880"/>
            <a:chOff x="7228080" y="2052720"/>
            <a:chExt cx="1211760" cy="1037880"/>
          </a:xfrm>
        </p:grpSpPr>
        <p:sp>
          <p:nvSpPr>
            <p:cNvPr id="998" name="CustomShape 6"/>
            <p:cNvSpPr/>
            <p:nvPr/>
          </p:nvSpPr>
          <p:spPr>
            <a:xfrm>
              <a:off x="7228080" y="2934360"/>
              <a:ext cx="605880" cy="156240"/>
            </a:xfrm>
            <a:custGeom>
              <a:avLst/>
              <a:gdLst/>
              <a:ahLst/>
              <a:rect l="l" t="t" r="r" b="b"/>
              <a:pathLst>
                <a:path w="8306" h="2144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33"/>
                  </a:lnTo>
                  <a:lnTo>
                    <a:pt x="74" y="755"/>
                  </a:lnTo>
                  <a:lnTo>
                    <a:pt x="147" y="853"/>
                  </a:lnTo>
                  <a:lnTo>
                    <a:pt x="245" y="950"/>
                  </a:lnTo>
                  <a:lnTo>
                    <a:pt x="245" y="950"/>
                  </a:lnTo>
                  <a:lnTo>
                    <a:pt x="391" y="1023"/>
                  </a:lnTo>
                  <a:lnTo>
                    <a:pt x="561" y="1047"/>
                  </a:lnTo>
                  <a:lnTo>
                    <a:pt x="561" y="1047"/>
                  </a:lnTo>
                  <a:lnTo>
                    <a:pt x="732" y="1023"/>
                  </a:lnTo>
                  <a:lnTo>
                    <a:pt x="732" y="1023"/>
                  </a:lnTo>
                  <a:lnTo>
                    <a:pt x="1292" y="853"/>
                  </a:lnTo>
                  <a:lnTo>
                    <a:pt x="1657" y="780"/>
                  </a:lnTo>
                  <a:lnTo>
                    <a:pt x="2071" y="682"/>
                  </a:lnTo>
                  <a:lnTo>
                    <a:pt x="2534" y="609"/>
                  </a:lnTo>
                  <a:lnTo>
                    <a:pt x="3021" y="560"/>
                  </a:lnTo>
                  <a:lnTo>
                    <a:pt x="3581" y="512"/>
                  </a:lnTo>
                  <a:lnTo>
                    <a:pt x="4166" y="487"/>
                  </a:lnTo>
                  <a:lnTo>
                    <a:pt x="4166" y="487"/>
                  </a:lnTo>
                  <a:lnTo>
                    <a:pt x="4604" y="512"/>
                  </a:lnTo>
                  <a:lnTo>
                    <a:pt x="5018" y="536"/>
                  </a:lnTo>
                  <a:lnTo>
                    <a:pt x="5408" y="609"/>
                  </a:lnTo>
                  <a:lnTo>
                    <a:pt x="5773" y="682"/>
                  </a:lnTo>
                  <a:lnTo>
                    <a:pt x="6114" y="780"/>
                  </a:lnTo>
                  <a:lnTo>
                    <a:pt x="6431" y="877"/>
                  </a:lnTo>
                  <a:lnTo>
                    <a:pt x="6699" y="999"/>
                  </a:lnTo>
                  <a:lnTo>
                    <a:pt x="6966" y="1120"/>
                  </a:lnTo>
                  <a:lnTo>
                    <a:pt x="7186" y="1242"/>
                  </a:lnTo>
                  <a:lnTo>
                    <a:pt x="7405" y="1388"/>
                  </a:lnTo>
                  <a:lnTo>
                    <a:pt x="7770" y="1656"/>
                  </a:lnTo>
                  <a:lnTo>
                    <a:pt x="8062" y="1924"/>
                  </a:lnTo>
                  <a:lnTo>
                    <a:pt x="8306" y="2143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99" name="CustomShape 7"/>
            <p:cNvSpPr/>
            <p:nvPr/>
          </p:nvSpPr>
          <p:spPr>
            <a:xfrm>
              <a:off x="7833960" y="2934360"/>
              <a:ext cx="605880" cy="156240"/>
            </a:xfrm>
            <a:custGeom>
              <a:avLst/>
              <a:gdLst/>
              <a:ahLst/>
              <a:rect l="l" t="t" r="r" b="b"/>
              <a:pathLst>
                <a:path w="8307" h="2144">
                  <a:moveTo>
                    <a:pt x="1" y="2143"/>
                  </a:moveTo>
                  <a:lnTo>
                    <a:pt x="1" y="2143"/>
                  </a:lnTo>
                  <a:lnTo>
                    <a:pt x="245" y="1924"/>
                  </a:lnTo>
                  <a:lnTo>
                    <a:pt x="537" y="1656"/>
                  </a:lnTo>
                  <a:lnTo>
                    <a:pt x="902" y="1388"/>
                  </a:lnTo>
                  <a:lnTo>
                    <a:pt x="1121" y="1242"/>
                  </a:lnTo>
                  <a:lnTo>
                    <a:pt x="1341" y="1120"/>
                  </a:lnTo>
                  <a:lnTo>
                    <a:pt x="1608" y="999"/>
                  </a:lnTo>
                  <a:lnTo>
                    <a:pt x="1876" y="877"/>
                  </a:lnTo>
                  <a:lnTo>
                    <a:pt x="2193" y="780"/>
                  </a:lnTo>
                  <a:lnTo>
                    <a:pt x="2534" y="682"/>
                  </a:lnTo>
                  <a:lnTo>
                    <a:pt x="2899" y="609"/>
                  </a:lnTo>
                  <a:lnTo>
                    <a:pt x="3289" y="536"/>
                  </a:lnTo>
                  <a:lnTo>
                    <a:pt x="3703" y="512"/>
                  </a:lnTo>
                  <a:lnTo>
                    <a:pt x="4141" y="487"/>
                  </a:lnTo>
                  <a:lnTo>
                    <a:pt x="4141" y="487"/>
                  </a:lnTo>
                  <a:lnTo>
                    <a:pt x="4726" y="512"/>
                  </a:lnTo>
                  <a:lnTo>
                    <a:pt x="5286" y="560"/>
                  </a:lnTo>
                  <a:lnTo>
                    <a:pt x="5773" y="609"/>
                  </a:lnTo>
                  <a:lnTo>
                    <a:pt x="6236" y="682"/>
                  </a:lnTo>
                  <a:lnTo>
                    <a:pt x="6650" y="780"/>
                  </a:lnTo>
                  <a:lnTo>
                    <a:pt x="7015" y="853"/>
                  </a:lnTo>
                  <a:lnTo>
                    <a:pt x="7575" y="1023"/>
                  </a:lnTo>
                  <a:lnTo>
                    <a:pt x="7575" y="1023"/>
                  </a:lnTo>
                  <a:lnTo>
                    <a:pt x="7746" y="1047"/>
                  </a:lnTo>
                  <a:lnTo>
                    <a:pt x="7746" y="1047"/>
                  </a:lnTo>
                  <a:lnTo>
                    <a:pt x="7916" y="1023"/>
                  </a:lnTo>
                  <a:lnTo>
                    <a:pt x="8062" y="950"/>
                  </a:lnTo>
                  <a:lnTo>
                    <a:pt x="8062" y="950"/>
                  </a:lnTo>
                  <a:lnTo>
                    <a:pt x="8160" y="853"/>
                  </a:lnTo>
                  <a:lnTo>
                    <a:pt x="8233" y="755"/>
                  </a:lnTo>
                  <a:lnTo>
                    <a:pt x="8282" y="633"/>
                  </a:lnTo>
                  <a:lnTo>
                    <a:pt x="8306" y="487"/>
                  </a:lnTo>
                  <a:lnTo>
                    <a:pt x="8306" y="0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00" name="CustomShape 8"/>
            <p:cNvSpPr/>
            <p:nvPr/>
          </p:nvSpPr>
          <p:spPr>
            <a:xfrm>
              <a:off x="7228080" y="2052720"/>
              <a:ext cx="605880" cy="966600"/>
            </a:xfrm>
            <a:custGeom>
              <a:avLst/>
              <a:gdLst/>
              <a:ahLst/>
              <a:rect l="l" t="t" r="r" b="b"/>
              <a:pathLst>
                <a:path w="8306" h="13250">
                  <a:moveTo>
                    <a:pt x="8306" y="2192"/>
                  </a:moveTo>
                  <a:lnTo>
                    <a:pt x="8306" y="13249"/>
                  </a:lnTo>
                  <a:lnTo>
                    <a:pt x="8306" y="13249"/>
                  </a:lnTo>
                  <a:lnTo>
                    <a:pt x="8062" y="13030"/>
                  </a:lnTo>
                  <a:lnTo>
                    <a:pt x="7770" y="12762"/>
                  </a:lnTo>
                  <a:lnTo>
                    <a:pt x="7405" y="12494"/>
                  </a:lnTo>
                  <a:lnTo>
                    <a:pt x="7186" y="12348"/>
                  </a:lnTo>
                  <a:lnTo>
                    <a:pt x="6966" y="12226"/>
                  </a:lnTo>
                  <a:lnTo>
                    <a:pt x="6699" y="12105"/>
                  </a:lnTo>
                  <a:lnTo>
                    <a:pt x="6431" y="11983"/>
                  </a:lnTo>
                  <a:lnTo>
                    <a:pt x="6114" y="11885"/>
                  </a:lnTo>
                  <a:lnTo>
                    <a:pt x="5773" y="11788"/>
                  </a:lnTo>
                  <a:lnTo>
                    <a:pt x="5408" y="11715"/>
                  </a:lnTo>
                  <a:lnTo>
                    <a:pt x="5018" y="11642"/>
                  </a:lnTo>
                  <a:lnTo>
                    <a:pt x="4604" y="11617"/>
                  </a:lnTo>
                  <a:lnTo>
                    <a:pt x="4166" y="11593"/>
                  </a:lnTo>
                  <a:lnTo>
                    <a:pt x="4166" y="11593"/>
                  </a:lnTo>
                  <a:lnTo>
                    <a:pt x="3581" y="11617"/>
                  </a:lnTo>
                  <a:lnTo>
                    <a:pt x="3021" y="11666"/>
                  </a:lnTo>
                  <a:lnTo>
                    <a:pt x="2534" y="11715"/>
                  </a:lnTo>
                  <a:lnTo>
                    <a:pt x="2071" y="11788"/>
                  </a:lnTo>
                  <a:lnTo>
                    <a:pt x="1657" y="11885"/>
                  </a:lnTo>
                  <a:lnTo>
                    <a:pt x="1292" y="11958"/>
                  </a:lnTo>
                  <a:lnTo>
                    <a:pt x="732" y="12129"/>
                  </a:lnTo>
                  <a:lnTo>
                    <a:pt x="732" y="12129"/>
                  </a:lnTo>
                  <a:lnTo>
                    <a:pt x="561" y="12153"/>
                  </a:lnTo>
                  <a:lnTo>
                    <a:pt x="561" y="12153"/>
                  </a:lnTo>
                  <a:lnTo>
                    <a:pt x="391" y="12129"/>
                  </a:lnTo>
                  <a:lnTo>
                    <a:pt x="245" y="12056"/>
                  </a:lnTo>
                  <a:lnTo>
                    <a:pt x="245" y="12056"/>
                  </a:lnTo>
                  <a:lnTo>
                    <a:pt x="147" y="11958"/>
                  </a:lnTo>
                  <a:lnTo>
                    <a:pt x="74" y="11861"/>
                  </a:lnTo>
                  <a:lnTo>
                    <a:pt x="25" y="11739"/>
                  </a:lnTo>
                  <a:lnTo>
                    <a:pt x="1" y="11593"/>
                  </a:lnTo>
                  <a:lnTo>
                    <a:pt x="1" y="1656"/>
                  </a:lnTo>
                  <a:lnTo>
                    <a:pt x="1" y="1656"/>
                  </a:lnTo>
                  <a:lnTo>
                    <a:pt x="25" y="1534"/>
                  </a:lnTo>
                  <a:lnTo>
                    <a:pt x="50" y="1437"/>
                  </a:lnTo>
                  <a:lnTo>
                    <a:pt x="123" y="1315"/>
                  </a:lnTo>
                  <a:lnTo>
                    <a:pt x="196" y="1242"/>
                  </a:lnTo>
                  <a:lnTo>
                    <a:pt x="196" y="1242"/>
                  </a:lnTo>
                  <a:lnTo>
                    <a:pt x="342" y="1120"/>
                  </a:lnTo>
                  <a:lnTo>
                    <a:pt x="512" y="974"/>
                  </a:lnTo>
                  <a:lnTo>
                    <a:pt x="926" y="755"/>
                  </a:lnTo>
                  <a:lnTo>
                    <a:pt x="1389" y="536"/>
                  </a:lnTo>
                  <a:lnTo>
                    <a:pt x="1901" y="341"/>
                  </a:lnTo>
                  <a:lnTo>
                    <a:pt x="2461" y="195"/>
                  </a:lnTo>
                  <a:lnTo>
                    <a:pt x="3021" y="73"/>
                  </a:lnTo>
                  <a:lnTo>
                    <a:pt x="3581" y="24"/>
                  </a:lnTo>
                  <a:lnTo>
                    <a:pt x="4166" y="0"/>
                  </a:lnTo>
                  <a:lnTo>
                    <a:pt x="4166" y="0"/>
                  </a:lnTo>
                  <a:lnTo>
                    <a:pt x="4531" y="0"/>
                  </a:lnTo>
                  <a:lnTo>
                    <a:pt x="4872" y="49"/>
                  </a:lnTo>
                  <a:lnTo>
                    <a:pt x="5213" y="98"/>
                  </a:lnTo>
                  <a:lnTo>
                    <a:pt x="5530" y="171"/>
                  </a:lnTo>
                  <a:lnTo>
                    <a:pt x="5822" y="268"/>
                  </a:lnTo>
                  <a:lnTo>
                    <a:pt x="6114" y="365"/>
                  </a:lnTo>
                  <a:lnTo>
                    <a:pt x="6358" y="487"/>
                  </a:lnTo>
                  <a:lnTo>
                    <a:pt x="6626" y="609"/>
                  </a:lnTo>
                  <a:lnTo>
                    <a:pt x="7064" y="901"/>
                  </a:lnTo>
                  <a:lnTo>
                    <a:pt x="7429" y="1169"/>
                  </a:lnTo>
                  <a:lnTo>
                    <a:pt x="7746" y="1437"/>
                  </a:lnTo>
                  <a:lnTo>
                    <a:pt x="8014" y="1681"/>
                  </a:lnTo>
                  <a:lnTo>
                    <a:pt x="8014" y="1681"/>
                  </a:lnTo>
                  <a:lnTo>
                    <a:pt x="8136" y="1802"/>
                  </a:lnTo>
                  <a:lnTo>
                    <a:pt x="8136" y="1802"/>
                  </a:lnTo>
                  <a:lnTo>
                    <a:pt x="8209" y="1875"/>
                  </a:lnTo>
                  <a:lnTo>
                    <a:pt x="8257" y="1973"/>
                  </a:lnTo>
                  <a:lnTo>
                    <a:pt x="8306" y="2095"/>
                  </a:lnTo>
                  <a:lnTo>
                    <a:pt x="8306" y="2192"/>
                  </a:lnTo>
                  <a:lnTo>
                    <a:pt x="8306" y="2192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01" name="CustomShape 9"/>
            <p:cNvSpPr/>
            <p:nvPr/>
          </p:nvSpPr>
          <p:spPr>
            <a:xfrm>
              <a:off x="7833960" y="2052720"/>
              <a:ext cx="605880" cy="966600"/>
            </a:xfrm>
            <a:custGeom>
              <a:avLst/>
              <a:gdLst/>
              <a:ahLst/>
              <a:rect l="l" t="t" r="r" b="b"/>
              <a:pathLst>
                <a:path w="8307" h="13250">
                  <a:moveTo>
                    <a:pt x="1" y="2192"/>
                  </a:moveTo>
                  <a:lnTo>
                    <a:pt x="1" y="13249"/>
                  </a:lnTo>
                  <a:lnTo>
                    <a:pt x="1" y="13249"/>
                  </a:lnTo>
                  <a:lnTo>
                    <a:pt x="245" y="13030"/>
                  </a:lnTo>
                  <a:lnTo>
                    <a:pt x="537" y="12762"/>
                  </a:lnTo>
                  <a:lnTo>
                    <a:pt x="902" y="12494"/>
                  </a:lnTo>
                  <a:lnTo>
                    <a:pt x="1121" y="12348"/>
                  </a:lnTo>
                  <a:lnTo>
                    <a:pt x="1341" y="12226"/>
                  </a:lnTo>
                  <a:lnTo>
                    <a:pt x="1608" y="12105"/>
                  </a:lnTo>
                  <a:lnTo>
                    <a:pt x="1876" y="11983"/>
                  </a:lnTo>
                  <a:lnTo>
                    <a:pt x="2193" y="11885"/>
                  </a:lnTo>
                  <a:lnTo>
                    <a:pt x="2534" y="11788"/>
                  </a:lnTo>
                  <a:lnTo>
                    <a:pt x="2899" y="11715"/>
                  </a:lnTo>
                  <a:lnTo>
                    <a:pt x="3289" y="11642"/>
                  </a:lnTo>
                  <a:lnTo>
                    <a:pt x="3703" y="11617"/>
                  </a:lnTo>
                  <a:lnTo>
                    <a:pt x="4141" y="11593"/>
                  </a:lnTo>
                  <a:lnTo>
                    <a:pt x="4141" y="11593"/>
                  </a:lnTo>
                  <a:lnTo>
                    <a:pt x="4726" y="11617"/>
                  </a:lnTo>
                  <a:lnTo>
                    <a:pt x="5286" y="11666"/>
                  </a:lnTo>
                  <a:lnTo>
                    <a:pt x="5773" y="11715"/>
                  </a:lnTo>
                  <a:lnTo>
                    <a:pt x="6236" y="11788"/>
                  </a:lnTo>
                  <a:lnTo>
                    <a:pt x="6650" y="11885"/>
                  </a:lnTo>
                  <a:lnTo>
                    <a:pt x="7015" y="11958"/>
                  </a:lnTo>
                  <a:lnTo>
                    <a:pt x="7575" y="12129"/>
                  </a:lnTo>
                  <a:lnTo>
                    <a:pt x="7575" y="12129"/>
                  </a:lnTo>
                  <a:lnTo>
                    <a:pt x="7746" y="12153"/>
                  </a:lnTo>
                  <a:lnTo>
                    <a:pt x="7746" y="12153"/>
                  </a:lnTo>
                  <a:lnTo>
                    <a:pt x="7916" y="12129"/>
                  </a:lnTo>
                  <a:lnTo>
                    <a:pt x="8062" y="12056"/>
                  </a:lnTo>
                  <a:lnTo>
                    <a:pt x="8062" y="12056"/>
                  </a:lnTo>
                  <a:lnTo>
                    <a:pt x="8160" y="11958"/>
                  </a:lnTo>
                  <a:lnTo>
                    <a:pt x="8233" y="11861"/>
                  </a:lnTo>
                  <a:lnTo>
                    <a:pt x="8282" y="11739"/>
                  </a:lnTo>
                  <a:lnTo>
                    <a:pt x="8306" y="11593"/>
                  </a:lnTo>
                  <a:lnTo>
                    <a:pt x="8306" y="1656"/>
                  </a:lnTo>
                  <a:lnTo>
                    <a:pt x="8306" y="1656"/>
                  </a:lnTo>
                  <a:lnTo>
                    <a:pt x="8282" y="1534"/>
                  </a:lnTo>
                  <a:lnTo>
                    <a:pt x="8257" y="1437"/>
                  </a:lnTo>
                  <a:lnTo>
                    <a:pt x="8184" y="1315"/>
                  </a:lnTo>
                  <a:lnTo>
                    <a:pt x="8111" y="1242"/>
                  </a:lnTo>
                  <a:lnTo>
                    <a:pt x="8111" y="1242"/>
                  </a:lnTo>
                  <a:lnTo>
                    <a:pt x="7965" y="1120"/>
                  </a:lnTo>
                  <a:lnTo>
                    <a:pt x="7795" y="974"/>
                  </a:lnTo>
                  <a:lnTo>
                    <a:pt x="7381" y="755"/>
                  </a:lnTo>
                  <a:lnTo>
                    <a:pt x="6918" y="536"/>
                  </a:lnTo>
                  <a:lnTo>
                    <a:pt x="6406" y="341"/>
                  </a:lnTo>
                  <a:lnTo>
                    <a:pt x="5846" y="195"/>
                  </a:lnTo>
                  <a:lnTo>
                    <a:pt x="5286" y="73"/>
                  </a:lnTo>
                  <a:lnTo>
                    <a:pt x="4726" y="24"/>
                  </a:lnTo>
                  <a:lnTo>
                    <a:pt x="4141" y="0"/>
                  </a:lnTo>
                  <a:lnTo>
                    <a:pt x="4141" y="0"/>
                  </a:lnTo>
                  <a:lnTo>
                    <a:pt x="3776" y="0"/>
                  </a:lnTo>
                  <a:lnTo>
                    <a:pt x="3435" y="49"/>
                  </a:lnTo>
                  <a:lnTo>
                    <a:pt x="3094" y="98"/>
                  </a:lnTo>
                  <a:lnTo>
                    <a:pt x="2777" y="171"/>
                  </a:lnTo>
                  <a:lnTo>
                    <a:pt x="2485" y="268"/>
                  </a:lnTo>
                  <a:lnTo>
                    <a:pt x="2193" y="365"/>
                  </a:lnTo>
                  <a:lnTo>
                    <a:pt x="1949" y="487"/>
                  </a:lnTo>
                  <a:lnTo>
                    <a:pt x="1681" y="609"/>
                  </a:lnTo>
                  <a:lnTo>
                    <a:pt x="1243" y="901"/>
                  </a:lnTo>
                  <a:lnTo>
                    <a:pt x="878" y="1169"/>
                  </a:lnTo>
                  <a:lnTo>
                    <a:pt x="561" y="1437"/>
                  </a:lnTo>
                  <a:lnTo>
                    <a:pt x="293" y="1681"/>
                  </a:lnTo>
                  <a:lnTo>
                    <a:pt x="293" y="1681"/>
                  </a:lnTo>
                  <a:lnTo>
                    <a:pt x="171" y="1802"/>
                  </a:lnTo>
                  <a:lnTo>
                    <a:pt x="171" y="1802"/>
                  </a:lnTo>
                  <a:lnTo>
                    <a:pt x="98" y="1875"/>
                  </a:lnTo>
                  <a:lnTo>
                    <a:pt x="50" y="1973"/>
                  </a:lnTo>
                  <a:lnTo>
                    <a:pt x="1" y="2095"/>
                  </a:lnTo>
                  <a:lnTo>
                    <a:pt x="1" y="2192"/>
                  </a:lnTo>
                  <a:lnTo>
                    <a:pt x="1" y="2192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02" name="TextShape 10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DB1772FB-7812-46E0-9D1B-DCA182B32684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1" dur="indefinite" restart="never" nodeType="tmRoot">
          <p:childTnLst>
            <p:seq>
              <p:cTn id="2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TextShape 1"/>
          <p:cNvSpPr txBox="1"/>
          <p:nvPr/>
        </p:nvSpPr>
        <p:spPr>
          <a:xfrm>
            <a:off x="1069560" y="1958040"/>
            <a:ext cx="223632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White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milk and fresh snow, the color produced by the combination of all the colors of the visible spectrum.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Shape 2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You can also split your content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Shape 3"/>
          <p:cNvSpPr txBox="1"/>
          <p:nvPr/>
        </p:nvSpPr>
        <p:spPr>
          <a:xfrm>
            <a:off x="3440880" y="1958040"/>
            <a:ext cx="223632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Black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coal, ebony, and of outer space. It is the darkest color, the result of the absence of or complete absorption of light.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6" name="Google Shape;228;p21" descr=""/>
          <p:cNvPicPr/>
          <p:nvPr/>
        </p:nvPicPr>
        <p:blipFill>
          <a:blip r:embed="rId1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1007" name="Group 4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1008" name="CustomShape 5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09" name="CustomShape 6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10" name="CustomShape 7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11" name="CustomShape 8"/>
          <p:cNvSpPr/>
          <p:nvPr/>
        </p:nvSpPr>
        <p:spPr>
          <a:xfrm>
            <a:off x="6454440" y="3669840"/>
            <a:ext cx="336240" cy="336240"/>
          </a:xfrm>
          <a:custGeom>
            <a:avLst/>
            <a:gdLst/>
            <a:ahLst/>
            <a:rect l="l" t="t" r="r" b="b"/>
            <a:pathLst>
              <a:path w="16027" h="16027">
                <a:moveTo>
                  <a:pt x="14029" y="4019"/>
                </a:moveTo>
                <a:lnTo>
                  <a:pt x="14029" y="4019"/>
                </a:lnTo>
                <a:lnTo>
                  <a:pt x="14200" y="3849"/>
                </a:lnTo>
                <a:lnTo>
                  <a:pt x="14395" y="3752"/>
                </a:lnTo>
                <a:lnTo>
                  <a:pt x="14614" y="3678"/>
                </a:lnTo>
                <a:lnTo>
                  <a:pt x="14809" y="3630"/>
                </a:lnTo>
                <a:lnTo>
                  <a:pt x="15028" y="3581"/>
                </a:lnTo>
                <a:lnTo>
                  <a:pt x="15247" y="3484"/>
                </a:lnTo>
                <a:lnTo>
                  <a:pt x="15442" y="3362"/>
                </a:lnTo>
                <a:lnTo>
                  <a:pt x="15661" y="3191"/>
                </a:lnTo>
                <a:lnTo>
                  <a:pt x="15661" y="3191"/>
                </a:lnTo>
                <a:lnTo>
                  <a:pt x="15832" y="2997"/>
                </a:lnTo>
                <a:lnTo>
                  <a:pt x="15929" y="2777"/>
                </a:lnTo>
                <a:lnTo>
                  <a:pt x="16002" y="2534"/>
                </a:lnTo>
                <a:lnTo>
                  <a:pt x="16026" y="2266"/>
                </a:lnTo>
                <a:lnTo>
                  <a:pt x="16026" y="2266"/>
                </a:lnTo>
                <a:lnTo>
                  <a:pt x="16002" y="2047"/>
                </a:lnTo>
                <a:lnTo>
                  <a:pt x="15978" y="1827"/>
                </a:lnTo>
                <a:lnTo>
                  <a:pt x="15905" y="1633"/>
                </a:lnTo>
                <a:lnTo>
                  <a:pt x="15807" y="1413"/>
                </a:lnTo>
                <a:lnTo>
                  <a:pt x="15710" y="1243"/>
                </a:lnTo>
                <a:lnTo>
                  <a:pt x="15588" y="1048"/>
                </a:lnTo>
                <a:lnTo>
                  <a:pt x="15466" y="878"/>
                </a:lnTo>
                <a:lnTo>
                  <a:pt x="15320" y="707"/>
                </a:lnTo>
                <a:lnTo>
                  <a:pt x="15320" y="707"/>
                </a:lnTo>
                <a:lnTo>
                  <a:pt x="15150" y="561"/>
                </a:lnTo>
                <a:lnTo>
                  <a:pt x="14979" y="439"/>
                </a:lnTo>
                <a:lnTo>
                  <a:pt x="14784" y="317"/>
                </a:lnTo>
                <a:lnTo>
                  <a:pt x="14590" y="196"/>
                </a:lnTo>
                <a:lnTo>
                  <a:pt x="14395" y="123"/>
                </a:lnTo>
                <a:lnTo>
                  <a:pt x="14175" y="50"/>
                </a:lnTo>
                <a:lnTo>
                  <a:pt x="13981" y="25"/>
                </a:lnTo>
                <a:lnTo>
                  <a:pt x="13761" y="1"/>
                </a:lnTo>
                <a:lnTo>
                  <a:pt x="13761" y="1"/>
                </a:lnTo>
                <a:lnTo>
                  <a:pt x="13494" y="25"/>
                </a:lnTo>
                <a:lnTo>
                  <a:pt x="13250" y="98"/>
                </a:lnTo>
                <a:lnTo>
                  <a:pt x="13031" y="196"/>
                </a:lnTo>
                <a:lnTo>
                  <a:pt x="12836" y="366"/>
                </a:lnTo>
                <a:lnTo>
                  <a:pt x="12836" y="366"/>
                </a:lnTo>
                <a:lnTo>
                  <a:pt x="12665" y="561"/>
                </a:lnTo>
                <a:lnTo>
                  <a:pt x="12544" y="780"/>
                </a:lnTo>
                <a:lnTo>
                  <a:pt x="12471" y="975"/>
                </a:lnTo>
                <a:lnTo>
                  <a:pt x="12422" y="1194"/>
                </a:lnTo>
                <a:lnTo>
                  <a:pt x="12349" y="1413"/>
                </a:lnTo>
                <a:lnTo>
                  <a:pt x="12276" y="1608"/>
                </a:lnTo>
                <a:lnTo>
                  <a:pt x="12178" y="1827"/>
                </a:lnTo>
                <a:lnTo>
                  <a:pt x="12008" y="1998"/>
                </a:lnTo>
                <a:lnTo>
                  <a:pt x="12008" y="1998"/>
                </a:lnTo>
                <a:lnTo>
                  <a:pt x="11740" y="2266"/>
                </a:lnTo>
                <a:lnTo>
                  <a:pt x="11496" y="2436"/>
                </a:lnTo>
                <a:lnTo>
                  <a:pt x="11277" y="2534"/>
                </a:lnTo>
                <a:lnTo>
                  <a:pt x="11082" y="2582"/>
                </a:lnTo>
                <a:lnTo>
                  <a:pt x="10888" y="2582"/>
                </a:lnTo>
                <a:lnTo>
                  <a:pt x="10717" y="2534"/>
                </a:lnTo>
                <a:lnTo>
                  <a:pt x="10547" y="2412"/>
                </a:lnTo>
                <a:lnTo>
                  <a:pt x="10376" y="2290"/>
                </a:lnTo>
                <a:lnTo>
                  <a:pt x="10206" y="2095"/>
                </a:lnTo>
                <a:lnTo>
                  <a:pt x="10035" y="1901"/>
                </a:lnTo>
                <a:lnTo>
                  <a:pt x="9670" y="1413"/>
                </a:lnTo>
                <a:lnTo>
                  <a:pt x="9231" y="878"/>
                </a:lnTo>
                <a:lnTo>
                  <a:pt x="8988" y="585"/>
                </a:lnTo>
                <a:lnTo>
                  <a:pt x="8720" y="293"/>
                </a:lnTo>
                <a:lnTo>
                  <a:pt x="8720" y="293"/>
                </a:lnTo>
                <a:lnTo>
                  <a:pt x="8574" y="171"/>
                </a:lnTo>
                <a:lnTo>
                  <a:pt x="8379" y="74"/>
                </a:lnTo>
                <a:lnTo>
                  <a:pt x="8209" y="25"/>
                </a:lnTo>
                <a:lnTo>
                  <a:pt x="8014" y="1"/>
                </a:lnTo>
                <a:lnTo>
                  <a:pt x="8014" y="1"/>
                </a:lnTo>
                <a:lnTo>
                  <a:pt x="7916" y="25"/>
                </a:lnTo>
                <a:lnTo>
                  <a:pt x="7770" y="98"/>
                </a:lnTo>
                <a:lnTo>
                  <a:pt x="7307" y="366"/>
                </a:lnTo>
                <a:lnTo>
                  <a:pt x="7039" y="537"/>
                </a:lnTo>
                <a:lnTo>
                  <a:pt x="6747" y="756"/>
                </a:lnTo>
                <a:lnTo>
                  <a:pt x="6431" y="975"/>
                </a:lnTo>
                <a:lnTo>
                  <a:pt x="6138" y="1243"/>
                </a:lnTo>
                <a:lnTo>
                  <a:pt x="5870" y="1511"/>
                </a:lnTo>
                <a:lnTo>
                  <a:pt x="5627" y="1803"/>
                </a:lnTo>
                <a:lnTo>
                  <a:pt x="5432" y="2095"/>
                </a:lnTo>
                <a:lnTo>
                  <a:pt x="5359" y="2242"/>
                </a:lnTo>
                <a:lnTo>
                  <a:pt x="5310" y="2412"/>
                </a:lnTo>
                <a:lnTo>
                  <a:pt x="5262" y="2558"/>
                </a:lnTo>
                <a:lnTo>
                  <a:pt x="5237" y="2704"/>
                </a:lnTo>
                <a:lnTo>
                  <a:pt x="5237" y="2850"/>
                </a:lnTo>
                <a:lnTo>
                  <a:pt x="5262" y="3021"/>
                </a:lnTo>
                <a:lnTo>
                  <a:pt x="5310" y="3167"/>
                </a:lnTo>
                <a:lnTo>
                  <a:pt x="5383" y="3313"/>
                </a:lnTo>
                <a:lnTo>
                  <a:pt x="5481" y="3459"/>
                </a:lnTo>
                <a:lnTo>
                  <a:pt x="5603" y="3605"/>
                </a:lnTo>
                <a:lnTo>
                  <a:pt x="5603" y="3605"/>
                </a:lnTo>
                <a:lnTo>
                  <a:pt x="5797" y="3752"/>
                </a:lnTo>
                <a:lnTo>
                  <a:pt x="5992" y="3849"/>
                </a:lnTo>
                <a:lnTo>
                  <a:pt x="6187" y="3946"/>
                </a:lnTo>
                <a:lnTo>
                  <a:pt x="6406" y="3995"/>
                </a:lnTo>
                <a:lnTo>
                  <a:pt x="6625" y="4044"/>
                </a:lnTo>
                <a:lnTo>
                  <a:pt x="6845" y="4141"/>
                </a:lnTo>
                <a:lnTo>
                  <a:pt x="7039" y="4239"/>
                </a:lnTo>
                <a:lnTo>
                  <a:pt x="7234" y="4409"/>
                </a:lnTo>
                <a:lnTo>
                  <a:pt x="7234" y="4409"/>
                </a:lnTo>
                <a:lnTo>
                  <a:pt x="7405" y="4604"/>
                </a:lnTo>
                <a:lnTo>
                  <a:pt x="7502" y="4823"/>
                </a:lnTo>
                <a:lnTo>
                  <a:pt x="7575" y="5067"/>
                </a:lnTo>
                <a:lnTo>
                  <a:pt x="7600" y="5359"/>
                </a:lnTo>
                <a:lnTo>
                  <a:pt x="7600" y="5359"/>
                </a:lnTo>
                <a:lnTo>
                  <a:pt x="7575" y="5554"/>
                </a:lnTo>
                <a:lnTo>
                  <a:pt x="7551" y="5773"/>
                </a:lnTo>
                <a:lnTo>
                  <a:pt x="7478" y="5968"/>
                </a:lnTo>
                <a:lnTo>
                  <a:pt x="7405" y="6163"/>
                </a:lnTo>
                <a:lnTo>
                  <a:pt x="7307" y="6357"/>
                </a:lnTo>
                <a:lnTo>
                  <a:pt x="7186" y="6552"/>
                </a:lnTo>
                <a:lnTo>
                  <a:pt x="7039" y="6723"/>
                </a:lnTo>
                <a:lnTo>
                  <a:pt x="6893" y="6893"/>
                </a:lnTo>
                <a:lnTo>
                  <a:pt x="6893" y="6893"/>
                </a:lnTo>
                <a:lnTo>
                  <a:pt x="6723" y="7039"/>
                </a:lnTo>
                <a:lnTo>
                  <a:pt x="6552" y="7186"/>
                </a:lnTo>
                <a:lnTo>
                  <a:pt x="6382" y="7283"/>
                </a:lnTo>
                <a:lnTo>
                  <a:pt x="6187" y="7405"/>
                </a:lnTo>
                <a:lnTo>
                  <a:pt x="5992" y="7478"/>
                </a:lnTo>
                <a:lnTo>
                  <a:pt x="5773" y="7551"/>
                </a:lnTo>
                <a:lnTo>
                  <a:pt x="5554" y="7575"/>
                </a:lnTo>
                <a:lnTo>
                  <a:pt x="5359" y="7600"/>
                </a:lnTo>
                <a:lnTo>
                  <a:pt x="5359" y="7600"/>
                </a:lnTo>
                <a:lnTo>
                  <a:pt x="5091" y="7575"/>
                </a:lnTo>
                <a:lnTo>
                  <a:pt x="4848" y="7502"/>
                </a:lnTo>
                <a:lnTo>
                  <a:pt x="4604" y="7405"/>
                </a:lnTo>
                <a:lnTo>
                  <a:pt x="4409" y="7234"/>
                </a:lnTo>
                <a:lnTo>
                  <a:pt x="4409" y="7234"/>
                </a:lnTo>
                <a:lnTo>
                  <a:pt x="4239" y="7039"/>
                </a:lnTo>
                <a:lnTo>
                  <a:pt x="4117" y="6820"/>
                </a:lnTo>
                <a:lnTo>
                  <a:pt x="4044" y="6601"/>
                </a:lnTo>
                <a:lnTo>
                  <a:pt x="3971" y="6382"/>
                </a:lnTo>
                <a:lnTo>
                  <a:pt x="3922" y="6187"/>
                </a:lnTo>
                <a:lnTo>
                  <a:pt x="3849" y="5992"/>
                </a:lnTo>
                <a:lnTo>
                  <a:pt x="3752" y="5797"/>
                </a:lnTo>
                <a:lnTo>
                  <a:pt x="3605" y="5602"/>
                </a:lnTo>
                <a:lnTo>
                  <a:pt x="3605" y="5602"/>
                </a:lnTo>
                <a:lnTo>
                  <a:pt x="3459" y="5481"/>
                </a:lnTo>
                <a:lnTo>
                  <a:pt x="3313" y="5383"/>
                </a:lnTo>
                <a:lnTo>
                  <a:pt x="3167" y="5310"/>
                </a:lnTo>
                <a:lnTo>
                  <a:pt x="3021" y="5262"/>
                </a:lnTo>
                <a:lnTo>
                  <a:pt x="2850" y="5237"/>
                </a:lnTo>
                <a:lnTo>
                  <a:pt x="2704" y="5237"/>
                </a:lnTo>
                <a:lnTo>
                  <a:pt x="2558" y="5262"/>
                </a:lnTo>
                <a:lnTo>
                  <a:pt x="2412" y="5310"/>
                </a:lnTo>
                <a:lnTo>
                  <a:pt x="2242" y="5359"/>
                </a:lnTo>
                <a:lnTo>
                  <a:pt x="2095" y="5432"/>
                </a:lnTo>
                <a:lnTo>
                  <a:pt x="1803" y="5627"/>
                </a:lnTo>
                <a:lnTo>
                  <a:pt x="1511" y="5870"/>
                </a:lnTo>
                <a:lnTo>
                  <a:pt x="1243" y="6138"/>
                </a:lnTo>
                <a:lnTo>
                  <a:pt x="975" y="6431"/>
                </a:lnTo>
                <a:lnTo>
                  <a:pt x="756" y="6747"/>
                </a:lnTo>
                <a:lnTo>
                  <a:pt x="537" y="7039"/>
                </a:lnTo>
                <a:lnTo>
                  <a:pt x="366" y="7307"/>
                </a:lnTo>
                <a:lnTo>
                  <a:pt x="98" y="7770"/>
                </a:lnTo>
                <a:lnTo>
                  <a:pt x="25" y="7916"/>
                </a:lnTo>
                <a:lnTo>
                  <a:pt x="1" y="8014"/>
                </a:lnTo>
                <a:lnTo>
                  <a:pt x="1" y="8014"/>
                </a:lnTo>
                <a:lnTo>
                  <a:pt x="25" y="8208"/>
                </a:lnTo>
                <a:lnTo>
                  <a:pt x="74" y="8379"/>
                </a:lnTo>
                <a:lnTo>
                  <a:pt x="171" y="8574"/>
                </a:lnTo>
                <a:lnTo>
                  <a:pt x="293" y="8720"/>
                </a:lnTo>
                <a:lnTo>
                  <a:pt x="293" y="8720"/>
                </a:lnTo>
                <a:lnTo>
                  <a:pt x="585" y="8988"/>
                </a:lnTo>
                <a:lnTo>
                  <a:pt x="878" y="9231"/>
                </a:lnTo>
                <a:lnTo>
                  <a:pt x="1413" y="9670"/>
                </a:lnTo>
                <a:lnTo>
                  <a:pt x="1901" y="10035"/>
                </a:lnTo>
                <a:lnTo>
                  <a:pt x="2095" y="10206"/>
                </a:lnTo>
                <a:lnTo>
                  <a:pt x="2290" y="10376"/>
                </a:lnTo>
                <a:lnTo>
                  <a:pt x="2412" y="10547"/>
                </a:lnTo>
                <a:lnTo>
                  <a:pt x="2534" y="10717"/>
                </a:lnTo>
                <a:lnTo>
                  <a:pt x="2583" y="10888"/>
                </a:lnTo>
                <a:lnTo>
                  <a:pt x="2583" y="11082"/>
                </a:lnTo>
                <a:lnTo>
                  <a:pt x="2534" y="11277"/>
                </a:lnTo>
                <a:lnTo>
                  <a:pt x="2436" y="11496"/>
                </a:lnTo>
                <a:lnTo>
                  <a:pt x="2266" y="11740"/>
                </a:lnTo>
                <a:lnTo>
                  <a:pt x="1998" y="12008"/>
                </a:lnTo>
                <a:lnTo>
                  <a:pt x="1998" y="12008"/>
                </a:lnTo>
                <a:lnTo>
                  <a:pt x="1828" y="12178"/>
                </a:lnTo>
                <a:lnTo>
                  <a:pt x="1633" y="12276"/>
                </a:lnTo>
                <a:lnTo>
                  <a:pt x="1413" y="12349"/>
                </a:lnTo>
                <a:lnTo>
                  <a:pt x="1219" y="12398"/>
                </a:lnTo>
                <a:lnTo>
                  <a:pt x="999" y="12446"/>
                </a:lnTo>
                <a:lnTo>
                  <a:pt x="780" y="12544"/>
                </a:lnTo>
                <a:lnTo>
                  <a:pt x="585" y="12665"/>
                </a:lnTo>
                <a:lnTo>
                  <a:pt x="366" y="12836"/>
                </a:lnTo>
                <a:lnTo>
                  <a:pt x="366" y="12836"/>
                </a:lnTo>
                <a:lnTo>
                  <a:pt x="196" y="13031"/>
                </a:lnTo>
                <a:lnTo>
                  <a:pt x="98" y="13250"/>
                </a:lnTo>
                <a:lnTo>
                  <a:pt x="25" y="13493"/>
                </a:lnTo>
                <a:lnTo>
                  <a:pt x="1" y="13761"/>
                </a:lnTo>
                <a:lnTo>
                  <a:pt x="1" y="13761"/>
                </a:lnTo>
                <a:lnTo>
                  <a:pt x="25" y="13981"/>
                </a:lnTo>
                <a:lnTo>
                  <a:pt x="50" y="14200"/>
                </a:lnTo>
                <a:lnTo>
                  <a:pt x="123" y="14395"/>
                </a:lnTo>
                <a:lnTo>
                  <a:pt x="220" y="14614"/>
                </a:lnTo>
                <a:lnTo>
                  <a:pt x="318" y="14784"/>
                </a:lnTo>
                <a:lnTo>
                  <a:pt x="439" y="14979"/>
                </a:lnTo>
                <a:lnTo>
                  <a:pt x="561" y="15150"/>
                </a:lnTo>
                <a:lnTo>
                  <a:pt x="707" y="15320"/>
                </a:lnTo>
                <a:lnTo>
                  <a:pt x="707" y="15320"/>
                </a:lnTo>
                <a:lnTo>
                  <a:pt x="878" y="15466"/>
                </a:lnTo>
                <a:lnTo>
                  <a:pt x="1048" y="15588"/>
                </a:lnTo>
                <a:lnTo>
                  <a:pt x="1243" y="15710"/>
                </a:lnTo>
                <a:lnTo>
                  <a:pt x="1438" y="15832"/>
                </a:lnTo>
                <a:lnTo>
                  <a:pt x="1633" y="15905"/>
                </a:lnTo>
                <a:lnTo>
                  <a:pt x="1852" y="15978"/>
                </a:lnTo>
                <a:lnTo>
                  <a:pt x="2047" y="16002"/>
                </a:lnTo>
                <a:lnTo>
                  <a:pt x="2266" y="16026"/>
                </a:lnTo>
                <a:lnTo>
                  <a:pt x="2266" y="16026"/>
                </a:lnTo>
                <a:lnTo>
                  <a:pt x="2534" y="16002"/>
                </a:lnTo>
                <a:lnTo>
                  <a:pt x="2777" y="15929"/>
                </a:lnTo>
                <a:lnTo>
                  <a:pt x="2997" y="15832"/>
                </a:lnTo>
                <a:lnTo>
                  <a:pt x="3191" y="15661"/>
                </a:lnTo>
                <a:lnTo>
                  <a:pt x="3191" y="15661"/>
                </a:lnTo>
                <a:lnTo>
                  <a:pt x="3362" y="15466"/>
                </a:lnTo>
                <a:lnTo>
                  <a:pt x="3484" y="15247"/>
                </a:lnTo>
                <a:lnTo>
                  <a:pt x="3557" y="15052"/>
                </a:lnTo>
                <a:lnTo>
                  <a:pt x="3605" y="14833"/>
                </a:lnTo>
                <a:lnTo>
                  <a:pt x="3679" y="14614"/>
                </a:lnTo>
                <a:lnTo>
                  <a:pt x="3752" y="14419"/>
                </a:lnTo>
                <a:lnTo>
                  <a:pt x="3849" y="14200"/>
                </a:lnTo>
                <a:lnTo>
                  <a:pt x="4019" y="14029"/>
                </a:lnTo>
                <a:lnTo>
                  <a:pt x="4019" y="14029"/>
                </a:lnTo>
                <a:lnTo>
                  <a:pt x="4287" y="13786"/>
                </a:lnTo>
                <a:lnTo>
                  <a:pt x="4531" y="13591"/>
                </a:lnTo>
                <a:lnTo>
                  <a:pt x="4750" y="13493"/>
                </a:lnTo>
                <a:lnTo>
                  <a:pt x="4945" y="13445"/>
                </a:lnTo>
                <a:lnTo>
                  <a:pt x="5140" y="13445"/>
                </a:lnTo>
                <a:lnTo>
                  <a:pt x="5310" y="13493"/>
                </a:lnTo>
                <a:lnTo>
                  <a:pt x="5481" y="13615"/>
                </a:lnTo>
                <a:lnTo>
                  <a:pt x="5651" y="13737"/>
                </a:lnTo>
                <a:lnTo>
                  <a:pt x="5822" y="13932"/>
                </a:lnTo>
                <a:lnTo>
                  <a:pt x="5992" y="14127"/>
                </a:lnTo>
                <a:lnTo>
                  <a:pt x="6358" y="14614"/>
                </a:lnTo>
                <a:lnTo>
                  <a:pt x="6796" y="15150"/>
                </a:lnTo>
                <a:lnTo>
                  <a:pt x="7039" y="15442"/>
                </a:lnTo>
                <a:lnTo>
                  <a:pt x="7307" y="15734"/>
                </a:lnTo>
                <a:lnTo>
                  <a:pt x="7307" y="15734"/>
                </a:lnTo>
                <a:lnTo>
                  <a:pt x="7454" y="15856"/>
                </a:lnTo>
                <a:lnTo>
                  <a:pt x="7648" y="15953"/>
                </a:lnTo>
                <a:lnTo>
                  <a:pt x="7819" y="16002"/>
                </a:lnTo>
                <a:lnTo>
                  <a:pt x="8014" y="16026"/>
                </a:lnTo>
                <a:lnTo>
                  <a:pt x="8014" y="16026"/>
                </a:lnTo>
                <a:lnTo>
                  <a:pt x="8111" y="16002"/>
                </a:lnTo>
                <a:lnTo>
                  <a:pt x="8257" y="15929"/>
                </a:lnTo>
                <a:lnTo>
                  <a:pt x="8720" y="15661"/>
                </a:lnTo>
                <a:lnTo>
                  <a:pt x="8988" y="15491"/>
                </a:lnTo>
                <a:lnTo>
                  <a:pt x="9280" y="15271"/>
                </a:lnTo>
                <a:lnTo>
                  <a:pt x="9597" y="15052"/>
                </a:lnTo>
                <a:lnTo>
                  <a:pt x="9889" y="14784"/>
                </a:lnTo>
                <a:lnTo>
                  <a:pt x="10157" y="14516"/>
                </a:lnTo>
                <a:lnTo>
                  <a:pt x="10400" y="14224"/>
                </a:lnTo>
                <a:lnTo>
                  <a:pt x="10595" y="13932"/>
                </a:lnTo>
                <a:lnTo>
                  <a:pt x="10668" y="13786"/>
                </a:lnTo>
                <a:lnTo>
                  <a:pt x="10717" y="13615"/>
                </a:lnTo>
                <a:lnTo>
                  <a:pt x="10766" y="13469"/>
                </a:lnTo>
                <a:lnTo>
                  <a:pt x="10790" y="13323"/>
                </a:lnTo>
                <a:lnTo>
                  <a:pt x="10790" y="13177"/>
                </a:lnTo>
                <a:lnTo>
                  <a:pt x="10766" y="13006"/>
                </a:lnTo>
                <a:lnTo>
                  <a:pt x="10717" y="12860"/>
                </a:lnTo>
                <a:lnTo>
                  <a:pt x="10644" y="12714"/>
                </a:lnTo>
                <a:lnTo>
                  <a:pt x="10547" y="12568"/>
                </a:lnTo>
                <a:lnTo>
                  <a:pt x="10425" y="12422"/>
                </a:lnTo>
                <a:lnTo>
                  <a:pt x="10425" y="12422"/>
                </a:lnTo>
                <a:lnTo>
                  <a:pt x="10230" y="12276"/>
                </a:lnTo>
                <a:lnTo>
                  <a:pt x="10035" y="12178"/>
                </a:lnTo>
                <a:lnTo>
                  <a:pt x="9840" y="12105"/>
                </a:lnTo>
                <a:lnTo>
                  <a:pt x="9621" y="12032"/>
                </a:lnTo>
                <a:lnTo>
                  <a:pt x="9402" y="11983"/>
                </a:lnTo>
                <a:lnTo>
                  <a:pt x="9183" y="11886"/>
                </a:lnTo>
                <a:lnTo>
                  <a:pt x="8988" y="11789"/>
                </a:lnTo>
                <a:lnTo>
                  <a:pt x="8793" y="11618"/>
                </a:lnTo>
                <a:lnTo>
                  <a:pt x="8793" y="11618"/>
                </a:lnTo>
                <a:lnTo>
                  <a:pt x="8623" y="11423"/>
                </a:lnTo>
                <a:lnTo>
                  <a:pt x="8525" y="11204"/>
                </a:lnTo>
                <a:lnTo>
                  <a:pt x="8452" y="10961"/>
                </a:lnTo>
                <a:lnTo>
                  <a:pt x="8428" y="10668"/>
                </a:lnTo>
                <a:lnTo>
                  <a:pt x="8428" y="10668"/>
                </a:lnTo>
                <a:lnTo>
                  <a:pt x="8452" y="10473"/>
                </a:lnTo>
                <a:lnTo>
                  <a:pt x="8476" y="10254"/>
                </a:lnTo>
                <a:lnTo>
                  <a:pt x="8549" y="10059"/>
                </a:lnTo>
                <a:lnTo>
                  <a:pt x="8623" y="9865"/>
                </a:lnTo>
                <a:lnTo>
                  <a:pt x="8720" y="9670"/>
                </a:lnTo>
                <a:lnTo>
                  <a:pt x="8842" y="9475"/>
                </a:lnTo>
                <a:lnTo>
                  <a:pt x="8988" y="9304"/>
                </a:lnTo>
                <a:lnTo>
                  <a:pt x="9134" y="9134"/>
                </a:lnTo>
                <a:lnTo>
                  <a:pt x="9134" y="9134"/>
                </a:lnTo>
                <a:lnTo>
                  <a:pt x="9304" y="8988"/>
                </a:lnTo>
                <a:lnTo>
                  <a:pt x="9475" y="8866"/>
                </a:lnTo>
                <a:lnTo>
                  <a:pt x="9645" y="8744"/>
                </a:lnTo>
                <a:lnTo>
                  <a:pt x="9840" y="8622"/>
                </a:lnTo>
                <a:lnTo>
                  <a:pt x="10035" y="8549"/>
                </a:lnTo>
                <a:lnTo>
                  <a:pt x="10254" y="8476"/>
                </a:lnTo>
                <a:lnTo>
                  <a:pt x="10474" y="8452"/>
                </a:lnTo>
                <a:lnTo>
                  <a:pt x="10668" y="8428"/>
                </a:lnTo>
                <a:lnTo>
                  <a:pt x="10668" y="8428"/>
                </a:lnTo>
                <a:lnTo>
                  <a:pt x="10936" y="8452"/>
                </a:lnTo>
                <a:lnTo>
                  <a:pt x="11180" y="8525"/>
                </a:lnTo>
                <a:lnTo>
                  <a:pt x="11423" y="8622"/>
                </a:lnTo>
                <a:lnTo>
                  <a:pt x="11618" y="8793"/>
                </a:lnTo>
                <a:lnTo>
                  <a:pt x="11618" y="8793"/>
                </a:lnTo>
                <a:lnTo>
                  <a:pt x="11789" y="8988"/>
                </a:lnTo>
                <a:lnTo>
                  <a:pt x="11910" y="9207"/>
                </a:lnTo>
                <a:lnTo>
                  <a:pt x="11984" y="9426"/>
                </a:lnTo>
                <a:lnTo>
                  <a:pt x="12057" y="9645"/>
                </a:lnTo>
                <a:lnTo>
                  <a:pt x="12105" y="9840"/>
                </a:lnTo>
                <a:lnTo>
                  <a:pt x="12178" y="10035"/>
                </a:lnTo>
                <a:lnTo>
                  <a:pt x="12276" y="10230"/>
                </a:lnTo>
                <a:lnTo>
                  <a:pt x="12422" y="10425"/>
                </a:lnTo>
                <a:lnTo>
                  <a:pt x="12422" y="10425"/>
                </a:lnTo>
                <a:lnTo>
                  <a:pt x="12568" y="10547"/>
                </a:lnTo>
                <a:lnTo>
                  <a:pt x="12714" y="10644"/>
                </a:lnTo>
                <a:lnTo>
                  <a:pt x="12860" y="10717"/>
                </a:lnTo>
                <a:lnTo>
                  <a:pt x="13006" y="10766"/>
                </a:lnTo>
                <a:lnTo>
                  <a:pt x="13177" y="10790"/>
                </a:lnTo>
                <a:lnTo>
                  <a:pt x="13323" y="10790"/>
                </a:lnTo>
                <a:lnTo>
                  <a:pt x="13469" y="10766"/>
                </a:lnTo>
                <a:lnTo>
                  <a:pt x="13615" y="10717"/>
                </a:lnTo>
                <a:lnTo>
                  <a:pt x="13786" y="10668"/>
                </a:lnTo>
                <a:lnTo>
                  <a:pt x="13932" y="10595"/>
                </a:lnTo>
                <a:lnTo>
                  <a:pt x="14224" y="10400"/>
                </a:lnTo>
                <a:lnTo>
                  <a:pt x="14516" y="10157"/>
                </a:lnTo>
                <a:lnTo>
                  <a:pt x="14784" y="9889"/>
                </a:lnTo>
                <a:lnTo>
                  <a:pt x="15052" y="9597"/>
                </a:lnTo>
                <a:lnTo>
                  <a:pt x="15271" y="9280"/>
                </a:lnTo>
                <a:lnTo>
                  <a:pt x="15491" y="8988"/>
                </a:lnTo>
                <a:lnTo>
                  <a:pt x="15661" y="8720"/>
                </a:lnTo>
                <a:lnTo>
                  <a:pt x="15929" y="8257"/>
                </a:lnTo>
                <a:lnTo>
                  <a:pt x="16002" y="8111"/>
                </a:lnTo>
                <a:lnTo>
                  <a:pt x="16026" y="8014"/>
                </a:lnTo>
                <a:lnTo>
                  <a:pt x="16026" y="8014"/>
                </a:lnTo>
                <a:lnTo>
                  <a:pt x="16002" y="7819"/>
                </a:lnTo>
                <a:lnTo>
                  <a:pt x="15953" y="7648"/>
                </a:lnTo>
                <a:lnTo>
                  <a:pt x="15856" y="7453"/>
                </a:lnTo>
                <a:lnTo>
                  <a:pt x="15734" y="7307"/>
                </a:lnTo>
                <a:lnTo>
                  <a:pt x="15734" y="7307"/>
                </a:lnTo>
                <a:lnTo>
                  <a:pt x="15442" y="7039"/>
                </a:lnTo>
                <a:lnTo>
                  <a:pt x="15150" y="6796"/>
                </a:lnTo>
                <a:lnTo>
                  <a:pt x="14614" y="6357"/>
                </a:lnTo>
                <a:lnTo>
                  <a:pt x="14127" y="5992"/>
                </a:lnTo>
                <a:lnTo>
                  <a:pt x="13932" y="5822"/>
                </a:lnTo>
                <a:lnTo>
                  <a:pt x="13737" y="5651"/>
                </a:lnTo>
                <a:lnTo>
                  <a:pt x="13615" y="5481"/>
                </a:lnTo>
                <a:lnTo>
                  <a:pt x="13494" y="5310"/>
                </a:lnTo>
                <a:lnTo>
                  <a:pt x="13445" y="5140"/>
                </a:lnTo>
                <a:lnTo>
                  <a:pt x="13445" y="4945"/>
                </a:lnTo>
                <a:lnTo>
                  <a:pt x="13494" y="4750"/>
                </a:lnTo>
                <a:lnTo>
                  <a:pt x="13591" y="4531"/>
                </a:lnTo>
                <a:lnTo>
                  <a:pt x="13761" y="4287"/>
                </a:lnTo>
                <a:lnTo>
                  <a:pt x="14029" y="4019"/>
                </a:lnTo>
                <a:lnTo>
                  <a:pt x="14029" y="4019"/>
                </a:lnTo>
                <a:close/>
              </a:path>
            </a:pathLst>
          </a:custGeom>
          <a:noFill/>
          <a:ln w="122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2" name="TextShape 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217ED427-EAE4-4C3B-B307-C1334CCB3917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" dur="indefinite" restart="never" nodeType="tmRoot">
          <p:childTnLst>
            <p:seq>
              <p:cTn id="2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In two or three columns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Shape 2"/>
          <p:cNvSpPr txBox="1"/>
          <p:nvPr/>
        </p:nvSpPr>
        <p:spPr>
          <a:xfrm>
            <a:off x="1069560" y="1958040"/>
            <a:ext cx="14850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Yellow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gold, butter and ripe lemons. In the spectrum of visible light, yellow is found between green and orange.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Shape 3"/>
          <p:cNvSpPr txBox="1"/>
          <p:nvPr/>
        </p:nvSpPr>
        <p:spPr>
          <a:xfrm>
            <a:off x="2630880" y="1958040"/>
            <a:ext cx="14850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Blue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colour of the clear sky and the deep sea. It is located between violet and green on the optical spectrum.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Shape 4"/>
          <p:cNvSpPr txBox="1"/>
          <p:nvPr/>
        </p:nvSpPr>
        <p:spPr>
          <a:xfrm>
            <a:off x="4192200" y="1958040"/>
            <a:ext cx="14850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Red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blood, and because of this it has historically been associated with sacrifice, danger and courage.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7" name="Google Shape;243;p22" descr=""/>
          <p:cNvPicPr/>
          <p:nvPr/>
        </p:nvPicPr>
        <p:blipFill>
          <a:blip r:embed="rId1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1018" name="Group 5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1019" name="CustomShape 6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20" name="CustomShape 7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21" name="CustomShape 8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22" name="Group 9"/>
          <p:cNvGrpSpPr/>
          <p:nvPr/>
        </p:nvGrpSpPr>
        <p:grpSpPr>
          <a:xfrm>
            <a:off x="6405480" y="3676680"/>
            <a:ext cx="434880" cy="323280"/>
            <a:chOff x="6405480" y="3676680"/>
            <a:chExt cx="434880" cy="323280"/>
          </a:xfrm>
        </p:grpSpPr>
        <p:sp>
          <p:nvSpPr>
            <p:cNvPr id="1023" name="CustomShape 10"/>
            <p:cNvSpPr/>
            <p:nvPr/>
          </p:nvSpPr>
          <p:spPr>
            <a:xfrm>
              <a:off x="6405480" y="3676680"/>
              <a:ext cx="293040" cy="293040"/>
            </a:xfrm>
            <a:custGeom>
              <a:avLst/>
              <a:gdLst/>
              <a:ahLst/>
              <a:rect l="l" t="t" r="r" b="b"/>
              <a:pathLst>
                <a:path w="13956" h="13956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24" name="CustomShape 11"/>
            <p:cNvSpPr/>
            <p:nvPr/>
          </p:nvSpPr>
          <p:spPr>
            <a:xfrm>
              <a:off x="6673680" y="3833280"/>
              <a:ext cx="166680" cy="166680"/>
            </a:xfrm>
            <a:custGeom>
              <a:avLst/>
              <a:gdLst/>
              <a:ahLst/>
              <a:rect l="l" t="t" r="r" b="b"/>
              <a:pathLst>
                <a:path w="7941" h="7941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25" name="TextShape 1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9325714C-A9EB-4D77-9356-4535370718EF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5" dur="indefinite" restart="never" nodeType="tmRoot">
          <p:childTnLst>
            <p:seq>
              <p:cTn id="2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Google Shape;255;p23" descr=""/>
          <p:cNvPicPr/>
          <p:nvPr/>
        </p:nvPicPr>
        <p:blipFill>
          <a:blip r:embed="rId1"/>
          <a:stretch/>
        </p:blipFill>
        <p:spPr>
          <a:xfrm>
            <a:off x="5376600" y="592560"/>
            <a:ext cx="3958200" cy="3958200"/>
          </a:xfrm>
          <a:prstGeom prst="rect">
            <a:avLst/>
          </a:prstGeom>
          <a:ln>
            <a:noFill/>
          </a:ln>
        </p:spPr>
      </p:pic>
      <p:sp>
        <p:nvSpPr>
          <p:cNvPr id="1027" name="TextShape 1"/>
          <p:cNvSpPr txBox="1"/>
          <p:nvPr/>
        </p:nvSpPr>
        <p:spPr>
          <a:xfrm>
            <a:off x="457200" y="1166040"/>
            <a:ext cx="450432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A picture is worth a thousand words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TextShape 2"/>
          <p:cNvSpPr txBox="1"/>
          <p:nvPr/>
        </p:nvSpPr>
        <p:spPr>
          <a:xfrm>
            <a:off x="985680" y="1958040"/>
            <a:ext cx="397620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A complex idea can be conveyed with just a single still image, namely making it possible to absorb large amounts of data quickly.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ED8FFF71-FD24-4524-AF5B-4FBBDC86981E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TextShape 1"/>
          <p:cNvSpPr txBox="1"/>
          <p:nvPr/>
        </p:nvSpPr>
        <p:spPr>
          <a:xfrm>
            <a:off x="2194920" y="3763440"/>
            <a:ext cx="4753800" cy="13795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Poppins"/>
                <a:ea typeface="Poppins"/>
              </a:rPr>
              <a:t>Want big impact?</a:t>
            </a:r>
            <a:br/>
            <a:r>
              <a:rPr b="1" lang="en-US" sz="1800" spc="-1" strike="noStrike">
                <a:solidFill>
                  <a:srgbClr val="ffffff"/>
                </a:solidFill>
                <a:latin typeface="Poppins"/>
                <a:ea typeface="Poppins"/>
              </a:rPr>
              <a:t>Use big image.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TextShape 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6A2C73E7-ACFE-43C0-8044-038EF7BA9F8A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" dur="indefinite" restart="never" nodeType="tmRoot">
          <p:childTnLst>
            <p:seq>
              <p:cTn id="3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TextShape 1"/>
          <p:cNvSpPr txBox="1"/>
          <p:nvPr/>
        </p:nvSpPr>
        <p:spPr>
          <a:xfrm>
            <a:off x="457200" y="1166040"/>
            <a:ext cx="3001680" cy="294120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Use diagrams to explain your ideas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33" name="Group 2"/>
          <p:cNvGrpSpPr/>
          <p:nvPr/>
        </p:nvGrpSpPr>
        <p:grpSpPr>
          <a:xfrm>
            <a:off x="4361760" y="1055160"/>
            <a:ext cx="3338640" cy="3338640"/>
            <a:chOff x="4361760" y="1055160"/>
            <a:chExt cx="3338640" cy="3338640"/>
          </a:xfrm>
        </p:grpSpPr>
        <p:sp>
          <p:nvSpPr>
            <p:cNvPr id="1034" name="CustomShape 3"/>
            <p:cNvSpPr/>
            <p:nvPr/>
          </p:nvSpPr>
          <p:spPr>
            <a:xfrm rot="16200000">
              <a:off x="4361760" y="1055160"/>
              <a:ext cx="3338640" cy="3338640"/>
            </a:xfrm>
            <a:prstGeom prst="ellipse">
              <a:avLst/>
            </a:prstGeom>
            <a:noFill/>
            <a:ln w="19080">
              <a:solidFill>
                <a:srgbClr val="e8e8e8"/>
              </a:solidFill>
              <a:custDash>
                <a:ds d="400000" sp="300000"/>
              </a:custDash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35" name="CustomShape 4"/>
            <p:cNvSpPr/>
            <p:nvPr/>
          </p:nvSpPr>
          <p:spPr>
            <a:xfrm>
              <a:off x="4582800" y="1276200"/>
              <a:ext cx="2896200" cy="2895840"/>
            </a:xfrm>
            <a:prstGeom prst="pie">
              <a:avLst>
                <a:gd name="adj1" fmla="val 1811602"/>
                <a:gd name="adj2" fmla="val 16214886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36" name="Group 5"/>
          <p:cNvGrpSpPr/>
          <p:nvPr/>
        </p:nvGrpSpPr>
        <p:grpSpPr>
          <a:xfrm>
            <a:off x="5123160" y="1816200"/>
            <a:ext cx="1815480" cy="1815480"/>
            <a:chOff x="5123160" y="1816200"/>
            <a:chExt cx="1815480" cy="1815480"/>
          </a:xfrm>
        </p:grpSpPr>
        <p:sp>
          <p:nvSpPr>
            <p:cNvPr id="1037" name="CustomShape 6"/>
            <p:cNvSpPr/>
            <p:nvPr/>
          </p:nvSpPr>
          <p:spPr>
            <a:xfrm>
              <a:off x="5123160" y="1816200"/>
              <a:ext cx="1815480" cy="181548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38" name="CustomShape 7"/>
            <p:cNvSpPr/>
            <p:nvPr/>
          </p:nvSpPr>
          <p:spPr>
            <a:xfrm>
              <a:off x="5359320" y="2310840"/>
              <a:ext cx="1343520" cy="82620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 algn="ctr">
                <a:lnSpc>
                  <a:spcPct val="115000"/>
                </a:lnSpc>
              </a:pPr>
              <a:r>
                <a:rPr b="1" lang="en-US" sz="1400" spc="-1" strike="noStrike">
                  <a:solidFill>
                    <a:srgbClr val="ffffff"/>
                  </a:solidFill>
                  <a:latin typeface="Poppins"/>
                  <a:ea typeface="Poppins"/>
                </a:rPr>
                <a:t>Lorem ipsum congue</a:t>
              </a:r>
              <a:endParaRPr b="0" lang="en-US" sz="1400" spc="-1" strike="noStrike">
                <a:latin typeface="Arial"/>
              </a:endParaRPr>
            </a:p>
          </p:txBody>
        </p:sp>
      </p:grpSp>
      <p:grpSp>
        <p:nvGrpSpPr>
          <p:cNvPr id="1039" name="Group 8"/>
          <p:cNvGrpSpPr/>
          <p:nvPr/>
        </p:nvGrpSpPr>
        <p:grpSpPr>
          <a:xfrm>
            <a:off x="5501160" y="598320"/>
            <a:ext cx="1068120" cy="1068120"/>
            <a:chOff x="5501160" y="598320"/>
            <a:chExt cx="1068120" cy="1068120"/>
          </a:xfrm>
        </p:grpSpPr>
        <p:sp>
          <p:nvSpPr>
            <p:cNvPr id="1040" name="CustomShape 9"/>
            <p:cNvSpPr/>
            <p:nvPr/>
          </p:nvSpPr>
          <p:spPr>
            <a:xfrm>
              <a:off x="5501160" y="598320"/>
              <a:ext cx="1068120" cy="106812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41" name="CustomShape 10"/>
            <p:cNvSpPr/>
            <p:nvPr/>
          </p:nvSpPr>
          <p:spPr>
            <a:xfrm>
              <a:off x="5654160" y="766440"/>
              <a:ext cx="762120" cy="73188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 algn="ctr">
                <a:lnSpc>
                  <a:spcPct val="115000"/>
                </a:lnSpc>
              </a:pPr>
              <a:r>
                <a:rPr b="0" lang="en-US" sz="800" spc="-1" strike="noStrike">
                  <a:solidFill>
                    <a:srgbClr val="ffffff"/>
                  </a:solidFill>
                  <a:latin typeface="Poppins Light"/>
                  <a:ea typeface="Poppins Light"/>
                </a:rPr>
                <a:t>Lorem ipsum </a:t>
              </a:r>
              <a:endParaRPr b="0" lang="en-US" sz="800" spc="-1" strike="noStrike">
                <a:latin typeface="Arial"/>
              </a:endParaRPr>
            </a:p>
          </p:txBody>
        </p:sp>
      </p:grpSp>
      <p:grpSp>
        <p:nvGrpSpPr>
          <p:cNvPr id="1042" name="Group 11"/>
          <p:cNvGrpSpPr/>
          <p:nvPr/>
        </p:nvGrpSpPr>
        <p:grpSpPr>
          <a:xfrm>
            <a:off x="4050000" y="3039120"/>
            <a:ext cx="1068120" cy="1068120"/>
            <a:chOff x="4050000" y="3039120"/>
            <a:chExt cx="1068120" cy="1068120"/>
          </a:xfrm>
        </p:grpSpPr>
        <p:sp>
          <p:nvSpPr>
            <p:cNvPr id="1043" name="CustomShape 12"/>
            <p:cNvSpPr/>
            <p:nvPr/>
          </p:nvSpPr>
          <p:spPr>
            <a:xfrm>
              <a:off x="4050000" y="3039120"/>
              <a:ext cx="1068120" cy="106812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44" name="CustomShape 13"/>
            <p:cNvSpPr/>
            <p:nvPr/>
          </p:nvSpPr>
          <p:spPr>
            <a:xfrm>
              <a:off x="4203000" y="3207240"/>
              <a:ext cx="762120" cy="73188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 algn="ctr">
                <a:lnSpc>
                  <a:spcPct val="115000"/>
                </a:lnSpc>
              </a:pPr>
              <a:r>
                <a:rPr b="0" lang="en-US" sz="800" spc="-1" strike="noStrike">
                  <a:solidFill>
                    <a:srgbClr val="ffffff"/>
                  </a:solidFill>
                  <a:latin typeface="Poppins Light"/>
                  <a:ea typeface="Poppins Light"/>
                </a:rPr>
                <a:t>Lorem ipsum </a:t>
              </a:r>
              <a:endParaRPr b="0" lang="en-US" sz="800" spc="-1" strike="noStrike">
                <a:latin typeface="Arial"/>
              </a:endParaRPr>
            </a:p>
          </p:txBody>
        </p:sp>
      </p:grpSp>
      <p:grpSp>
        <p:nvGrpSpPr>
          <p:cNvPr id="1045" name="Group 14"/>
          <p:cNvGrpSpPr/>
          <p:nvPr/>
        </p:nvGrpSpPr>
        <p:grpSpPr>
          <a:xfrm>
            <a:off x="6939360" y="3031560"/>
            <a:ext cx="1068120" cy="1068120"/>
            <a:chOff x="6939360" y="3031560"/>
            <a:chExt cx="1068120" cy="1068120"/>
          </a:xfrm>
        </p:grpSpPr>
        <p:sp>
          <p:nvSpPr>
            <p:cNvPr id="1046" name="CustomShape 15"/>
            <p:cNvSpPr/>
            <p:nvPr/>
          </p:nvSpPr>
          <p:spPr>
            <a:xfrm>
              <a:off x="6939360" y="3031560"/>
              <a:ext cx="1068120" cy="106812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47" name="CustomShape 16"/>
            <p:cNvSpPr/>
            <p:nvPr/>
          </p:nvSpPr>
          <p:spPr>
            <a:xfrm>
              <a:off x="7092360" y="3199680"/>
              <a:ext cx="762120" cy="73188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 algn="ctr">
                <a:lnSpc>
                  <a:spcPct val="115000"/>
                </a:lnSpc>
              </a:pPr>
              <a:r>
                <a:rPr b="0" lang="en-US" sz="800" spc="-1" strike="noStrike">
                  <a:solidFill>
                    <a:srgbClr val="ffffff"/>
                  </a:solidFill>
                  <a:latin typeface="Poppins Light"/>
                  <a:ea typeface="Poppins Light"/>
                </a:rPr>
                <a:t>Lorem ipsum 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1048" name="TextShape 17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71E2CF67-F3C7-43FC-B56F-3C747B02E28B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1" dur="indefinite" restart="never" nodeType="tmRoot">
          <p:childTnLst>
            <p:seq>
              <p:cTn id="3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And tables to compare data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50" name="Table 2"/>
          <p:cNvGraphicFramePr/>
          <p:nvPr/>
        </p:nvGraphicFramePr>
        <p:xfrm>
          <a:off x="1069560" y="1958040"/>
          <a:ext cx="6927480" cy="2617920"/>
        </p:xfrm>
        <a:graphic>
          <a:graphicData uri="http://schemas.openxmlformats.org/drawingml/2006/table">
            <a:tbl>
              <a:tblPr/>
              <a:tblGrid>
                <a:gridCol w="1731960"/>
                <a:gridCol w="1731960"/>
                <a:gridCol w="1731960"/>
                <a:gridCol w="1731960"/>
              </a:tblGrid>
              <a:tr h="654480">
                <a:tc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B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</a:tr>
              <a:tr h="654480">
                <a:tc>
                  <a:txBody>
                    <a:bodyPr lIns="91080" rIns="91080" tIns="68400" bIns="68400" anchor="ctr"/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Yellow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20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7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</a:tr>
              <a:tr h="654480">
                <a:tc>
                  <a:txBody>
                    <a:bodyPr lIns="91080" rIns="91080" tIns="68400" bIns="68400" anchor="ctr"/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Blue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30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</a:tr>
              <a:tr h="654480">
                <a:tc>
                  <a:txBody>
                    <a:bodyPr lIns="91080" rIns="91080" tIns="68400" bIns="68400" anchor="ctr"/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Poppins Light"/>
                          <a:ea typeface="Poppins Light"/>
                        </a:rPr>
                        <a:t>Orange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24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  <a:tc>
                  <a:txBody>
                    <a:bodyPr lIns="91080" rIns="91080" tIns="68400" bIns="68400" anchor="ctr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</a:rPr>
                        <a:t>16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080" marR="910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000000">
                        <a:alpha val="7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051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21D1B53C-2B79-4288-BC21-6DB773DC03E9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3" dur="indefinite" restart="never" nodeType="tmRoot">
          <p:childTnLst>
            <p:seq>
              <p:cTn id="3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CustomShape 1"/>
          <p:cNvSpPr/>
          <p:nvPr/>
        </p:nvSpPr>
        <p:spPr>
          <a:xfrm>
            <a:off x="671400" y="1114200"/>
            <a:ext cx="7800480" cy="3715920"/>
          </a:xfrm>
          <a:custGeom>
            <a:avLst/>
            <a:gdLst/>
            <a:ahLst/>
            <a:rect l="l" t="t" r="r" b="b"/>
            <a:pathLst>
              <a:path w="285750" h="136125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3" name="TextShape 2"/>
          <p:cNvSpPr txBox="1"/>
          <p:nvPr/>
        </p:nvSpPr>
        <p:spPr>
          <a:xfrm>
            <a:off x="1962000" y="305280"/>
            <a:ext cx="5220000" cy="5058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Poppins"/>
                <a:ea typeface="Poppins"/>
              </a:rPr>
              <a:t>Maps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CustomShape 3"/>
          <p:cNvSpPr/>
          <p:nvPr/>
        </p:nvSpPr>
        <p:spPr>
          <a:xfrm>
            <a:off x="2062080" y="1906560"/>
            <a:ext cx="661680" cy="202320"/>
          </a:xfrm>
          <a:prstGeom prst="wedgeRectCallout">
            <a:avLst>
              <a:gd name="adj1" fmla="val -21428"/>
              <a:gd name="adj2" fmla="val 84287"/>
            </a:avLst>
          </a:prstGeom>
          <a:solidFill>
            <a:srgbClr val="ffffff"/>
          </a:solidFill>
          <a:ln>
            <a:noFill/>
          </a:ln>
          <a:effectLst>
            <a:outerShdw algn="bl" blurRad="5715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our office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055" name="CustomShape 4"/>
          <p:cNvSpPr/>
          <p:nvPr/>
        </p:nvSpPr>
        <p:spPr>
          <a:xfrm>
            <a:off x="1259280" y="231228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algn="bl" blurRad="5715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6" name="CustomShape 5"/>
          <p:cNvSpPr/>
          <p:nvPr/>
        </p:nvSpPr>
        <p:spPr>
          <a:xfrm>
            <a:off x="2930040" y="382320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algn="bl" blurRad="5715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7" name="CustomShape 6"/>
          <p:cNvSpPr/>
          <p:nvPr/>
        </p:nvSpPr>
        <p:spPr>
          <a:xfrm>
            <a:off x="3876120" y="209376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algn="bl" blurRad="5715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8" name="CustomShape 7"/>
          <p:cNvSpPr/>
          <p:nvPr/>
        </p:nvSpPr>
        <p:spPr>
          <a:xfrm>
            <a:off x="4578120" y="416592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algn="bl" blurRad="5715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9" name="CustomShape 8"/>
          <p:cNvSpPr/>
          <p:nvPr/>
        </p:nvSpPr>
        <p:spPr>
          <a:xfrm>
            <a:off x="6615360" y="257076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algn="bl" blurRad="5715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0" name="CustomShape 9"/>
          <p:cNvSpPr/>
          <p:nvPr/>
        </p:nvSpPr>
        <p:spPr>
          <a:xfrm>
            <a:off x="7248600" y="4203720"/>
            <a:ext cx="152280" cy="152280"/>
          </a:xfrm>
          <a:prstGeom prst="donut">
            <a:avLst>
              <a:gd name="adj" fmla="val 36703"/>
            </a:avLst>
          </a:prstGeom>
          <a:solidFill>
            <a:srgbClr val="ffffff"/>
          </a:solidFill>
          <a:ln>
            <a:noFill/>
          </a:ln>
          <a:effectLst>
            <a:outerShdw algn="bl" blurRad="5715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1" name="TextShape 10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BFF0FF7D-641E-4A5D-9EBD-01A7DEB4A6B8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5" dur="indefinite" restart="never" nodeType="tmRoot">
          <p:childTnLst>
            <p:seq>
              <p:cTn id="3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TextShape 1"/>
          <p:cNvSpPr txBox="1"/>
          <p:nvPr/>
        </p:nvSpPr>
        <p:spPr>
          <a:xfrm>
            <a:off x="1335600" y="1811880"/>
            <a:ext cx="647280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 algn="ctr">
              <a:lnSpc>
                <a:spcPct val="100000"/>
              </a:lnSpc>
            </a:pPr>
            <a:r>
              <a:rPr b="1" lang="en-US" sz="9600" spc="-1" strike="noStrike">
                <a:solidFill>
                  <a:srgbClr val="000000"/>
                </a:solidFill>
                <a:latin typeface="Poppins"/>
                <a:ea typeface="Poppins"/>
              </a:rPr>
              <a:t>89,526,124</a:t>
            </a:r>
            <a:endParaRPr b="0" lang="en-US" sz="9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TextShape 2"/>
          <p:cNvSpPr txBox="1"/>
          <p:nvPr/>
        </p:nvSpPr>
        <p:spPr>
          <a:xfrm>
            <a:off x="1335600" y="2916360"/>
            <a:ext cx="6472800" cy="7844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 algn="ctr">
              <a:lnSpc>
                <a:spcPct val="100000"/>
              </a:lnSpc>
              <a:spcBef>
                <a:spcPts val="601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Whoa! That’s a big number, aren’t you proud?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64" name="TextShape 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A161FC5D-C94A-467A-B069-BBF13EB7984F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7" dur="indefinite" restart="never" nodeType="tmRoot">
          <p:childTnLst>
            <p:seq>
              <p:cTn id="3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TextShape 1"/>
          <p:cNvSpPr txBox="1"/>
          <p:nvPr/>
        </p:nvSpPr>
        <p:spPr>
          <a:xfrm>
            <a:off x="2884680" y="720360"/>
            <a:ext cx="4364640" cy="8946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89,526,124$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Shape 2"/>
          <p:cNvSpPr txBox="1"/>
          <p:nvPr/>
        </p:nvSpPr>
        <p:spPr>
          <a:xfrm>
            <a:off x="2884680" y="1331280"/>
            <a:ext cx="4364640" cy="4629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That’s a lot of money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7" name="TextShape 3"/>
          <p:cNvSpPr txBox="1"/>
          <p:nvPr/>
        </p:nvSpPr>
        <p:spPr>
          <a:xfrm>
            <a:off x="2884680" y="3349080"/>
            <a:ext cx="4364640" cy="8946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100%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Shape 4"/>
          <p:cNvSpPr txBox="1"/>
          <p:nvPr/>
        </p:nvSpPr>
        <p:spPr>
          <a:xfrm>
            <a:off x="2884680" y="3960000"/>
            <a:ext cx="4364640" cy="4629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Total success!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9" name="TextShape 5"/>
          <p:cNvSpPr txBox="1"/>
          <p:nvPr/>
        </p:nvSpPr>
        <p:spPr>
          <a:xfrm>
            <a:off x="2884680" y="2034720"/>
            <a:ext cx="4364640" cy="89460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185,244 users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TextShape 6"/>
          <p:cNvSpPr txBox="1"/>
          <p:nvPr/>
        </p:nvSpPr>
        <p:spPr>
          <a:xfrm>
            <a:off x="2884680" y="2645640"/>
            <a:ext cx="4364640" cy="46296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And a lot of users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1071" name="Group 7"/>
          <p:cNvGrpSpPr/>
          <p:nvPr/>
        </p:nvGrpSpPr>
        <p:grpSpPr>
          <a:xfrm>
            <a:off x="1799280" y="1526040"/>
            <a:ext cx="369000" cy="267840"/>
            <a:chOff x="1799280" y="1526040"/>
            <a:chExt cx="369000" cy="267840"/>
          </a:xfrm>
        </p:grpSpPr>
        <p:sp>
          <p:nvSpPr>
            <p:cNvPr id="1072" name="CustomShape 8"/>
            <p:cNvSpPr/>
            <p:nvPr/>
          </p:nvSpPr>
          <p:spPr>
            <a:xfrm>
              <a:off x="1799280" y="1526040"/>
              <a:ext cx="369000" cy="267840"/>
            </a:xfrm>
            <a:custGeom>
              <a:avLst/>
              <a:gdLst/>
              <a:ahLst/>
              <a:rect l="l" t="t" r="r" b="b"/>
              <a:pathLst>
                <a:path w="17586" h="12763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3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73" name="CustomShape 9"/>
            <p:cNvSpPr/>
            <p:nvPr/>
          </p:nvSpPr>
          <p:spPr>
            <a:xfrm>
              <a:off x="1831320" y="1650600"/>
              <a:ext cx="64800" cy="111240"/>
            </a:xfrm>
            <a:custGeom>
              <a:avLst/>
              <a:gdLst/>
              <a:ah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74" name="CustomShape 10"/>
            <p:cNvSpPr/>
            <p:nvPr/>
          </p:nvSpPr>
          <p:spPr>
            <a:xfrm>
              <a:off x="2090520" y="1650600"/>
              <a:ext cx="64800" cy="111240"/>
            </a:xfrm>
            <a:custGeom>
              <a:avLst/>
              <a:gdLst/>
              <a:ah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75" name="CustomShape 11"/>
            <p:cNvSpPr/>
            <p:nvPr/>
          </p:nvSpPr>
          <p:spPr>
            <a:xfrm>
              <a:off x="1917720" y="1527840"/>
              <a:ext cx="64800" cy="234000"/>
            </a:xfrm>
            <a:custGeom>
              <a:avLst/>
              <a:gdLst/>
              <a:ahLst/>
              <a:rect l="l" t="t" r="r" b="b"/>
              <a:pathLst>
                <a:path w="3094" h="11156">
                  <a:moveTo>
                    <a:pt x="3094" y="11155"/>
                  </a:moveTo>
                  <a:lnTo>
                    <a:pt x="3094" y="488"/>
                  </a:lnTo>
                  <a:lnTo>
                    <a:pt x="3094" y="488"/>
                  </a:lnTo>
                  <a:lnTo>
                    <a:pt x="3094" y="391"/>
                  </a:lnTo>
                  <a:lnTo>
                    <a:pt x="3070" y="293"/>
                  </a:lnTo>
                  <a:lnTo>
                    <a:pt x="3021" y="220"/>
                  </a:lnTo>
                  <a:lnTo>
                    <a:pt x="2948" y="147"/>
                  </a:lnTo>
                  <a:lnTo>
                    <a:pt x="2899" y="98"/>
                  </a:lnTo>
                  <a:lnTo>
                    <a:pt x="2802" y="50"/>
                  </a:lnTo>
                  <a:lnTo>
                    <a:pt x="2704" y="25"/>
                  </a:lnTo>
                  <a:lnTo>
                    <a:pt x="260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1" y="25"/>
                  </a:lnTo>
                  <a:lnTo>
                    <a:pt x="293" y="50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11155"/>
                  </a:lnTo>
                  <a:lnTo>
                    <a:pt x="3094" y="111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76" name="CustomShape 12"/>
            <p:cNvSpPr/>
            <p:nvPr/>
          </p:nvSpPr>
          <p:spPr>
            <a:xfrm>
              <a:off x="2004120" y="1587240"/>
              <a:ext cx="64800" cy="174600"/>
            </a:xfrm>
            <a:custGeom>
              <a:avLst/>
              <a:gdLst/>
              <a:ahLst/>
              <a:rect l="l" t="t" r="r" b="b"/>
              <a:pathLst>
                <a:path w="3094" h="8330">
                  <a:moveTo>
                    <a:pt x="3094" y="832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8329"/>
                  </a:lnTo>
                  <a:lnTo>
                    <a:pt x="3094" y="832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77" name="TextShape 13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662C88B6-0997-40A9-9BC7-7F53568760D1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9" dur="indefinite" restart="never" nodeType="tmRoot">
          <p:childTnLst>
            <p:seq>
              <p:cTn id="4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TextShape 1"/>
          <p:cNvSpPr txBox="1"/>
          <p:nvPr/>
        </p:nvSpPr>
        <p:spPr>
          <a:xfrm>
            <a:off x="457200" y="1166040"/>
            <a:ext cx="311292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Our process is easy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79" name="Group 2"/>
          <p:cNvGrpSpPr/>
          <p:nvPr/>
        </p:nvGrpSpPr>
        <p:grpSpPr>
          <a:xfrm>
            <a:off x="2347200" y="1258200"/>
            <a:ext cx="2725560" cy="2546280"/>
            <a:chOff x="2347200" y="1258200"/>
            <a:chExt cx="2725560" cy="2546280"/>
          </a:xfrm>
        </p:grpSpPr>
        <p:sp>
          <p:nvSpPr>
            <p:cNvPr id="1080" name="CustomShape 3"/>
            <p:cNvSpPr/>
            <p:nvPr/>
          </p:nvSpPr>
          <p:spPr>
            <a:xfrm rot="2700000">
              <a:off x="3339720" y="1011240"/>
              <a:ext cx="561240" cy="3039840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81" name="CustomShape 4"/>
            <p:cNvSpPr/>
            <p:nvPr/>
          </p:nvSpPr>
          <p:spPr>
            <a:xfrm>
              <a:off x="2563920" y="3205440"/>
              <a:ext cx="373680" cy="3736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 algn="ctr">
                <a:lnSpc>
                  <a:spcPct val="100000"/>
                </a:lnSpc>
              </a:pPr>
              <a:r>
                <a:rPr b="1" lang="en-US" sz="1200" spc="-1" strike="noStrike">
                  <a:solidFill>
                    <a:srgbClr val="000000"/>
                  </a:solidFill>
                  <a:latin typeface="Poppins"/>
                  <a:ea typeface="Poppins"/>
                </a:rPr>
                <a:t>1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082" name="CustomShape 5"/>
            <p:cNvSpPr/>
            <p:nvPr/>
          </p:nvSpPr>
          <p:spPr>
            <a:xfrm rot="18900000">
              <a:off x="2554560" y="2241360"/>
              <a:ext cx="2332080" cy="39276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>
                <a:lnSpc>
                  <a:spcPct val="115000"/>
                </a:lnSpc>
              </a:pPr>
              <a:r>
                <a:rPr b="1" lang="en-US" sz="1100" spc="-1" strike="noStrike">
                  <a:solidFill>
                    <a:srgbClr val="ffffff"/>
                  </a:solidFill>
                  <a:latin typeface="Poppins"/>
                  <a:ea typeface="Poppins"/>
                </a:rPr>
                <a:t>Vestibulum congue tempus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083" name="CustomShape 6"/>
            <p:cNvSpPr/>
            <p:nvPr/>
          </p:nvSpPr>
          <p:spPr>
            <a:xfrm rot="18900000">
              <a:off x="3012480" y="2550600"/>
              <a:ext cx="2203200" cy="50724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/>
            <a:p>
              <a:pPr>
                <a:lnSpc>
                  <a:spcPct val="100000"/>
                </a:lnSpc>
                <a:spcAft>
                  <a:spcPts val="1599"/>
                </a:spcAft>
              </a:pPr>
              <a:r>
                <a:rPr b="0" lang="en-US" sz="800" spc="-1" strike="noStrike">
                  <a:solidFill>
                    <a:srgbClr val="000000"/>
                  </a:solidFill>
                  <a:latin typeface="Poppins Light"/>
                  <a:ea typeface="Poppins Light"/>
                </a:rPr>
                <a:t>Lorem ipsum dolor sit amet, consectetur adipiscing elit, sed do eiusmod tempor. Donec facilisis lacus eget mauris.</a:t>
              </a:r>
              <a:endParaRPr b="0" lang="en-US" sz="800" spc="-1" strike="noStrike">
                <a:latin typeface="Arial"/>
              </a:endParaRPr>
            </a:p>
          </p:txBody>
        </p:sp>
      </p:grpSp>
      <p:grpSp>
        <p:nvGrpSpPr>
          <p:cNvPr id="1084" name="Group 7"/>
          <p:cNvGrpSpPr/>
          <p:nvPr/>
        </p:nvGrpSpPr>
        <p:grpSpPr>
          <a:xfrm>
            <a:off x="4257360" y="1258200"/>
            <a:ext cx="2725560" cy="2546280"/>
            <a:chOff x="4257360" y="1258200"/>
            <a:chExt cx="2725560" cy="2546280"/>
          </a:xfrm>
        </p:grpSpPr>
        <p:sp>
          <p:nvSpPr>
            <p:cNvPr id="1085" name="CustomShape 8"/>
            <p:cNvSpPr/>
            <p:nvPr/>
          </p:nvSpPr>
          <p:spPr>
            <a:xfrm rot="2700000">
              <a:off x="5249880" y="1011240"/>
              <a:ext cx="561240" cy="3039840"/>
            </a:xfrm>
            <a:prstGeom prst="roundRect">
              <a:avLst>
                <a:gd name="adj" fmla="val 50000"/>
              </a:avLst>
            </a:prstGeom>
            <a:solidFill>
              <a:srgbClr val="666666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86" name="CustomShape 9"/>
            <p:cNvSpPr/>
            <p:nvPr/>
          </p:nvSpPr>
          <p:spPr>
            <a:xfrm>
              <a:off x="4474080" y="3205440"/>
              <a:ext cx="373680" cy="3736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 algn="ctr">
                <a:lnSpc>
                  <a:spcPct val="100000"/>
                </a:lnSpc>
              </a:pPr>
              <a:r>
                <a:rPr b="1" lang="en-US" sz="1200" spc="-1" strike="noStrike">
                  <a:solidFill>
                    <a:srgbClr val="666666"/>
                  </a:solidFill>
                  <a:latin typeface="Poppins"/>
                  <a:ea typeface="Poppins"/>
                </a:rPr>
                <a:t>2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087" name="CustomShape 10"/>
            <p:cNvSpPr/>
            <p:nvPr/>
          </p:nvSpPr>
          <p:spPr>
            <a:xfrm rot="18900000">
              <a:off x="4463640" y="2241000"/>
              <a:ext cx="2333520" cy="39276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>
                <a:lnSpc>
                  <a:spcPct val="115000"/>
                </a:lnSpc>
              </a:pPr>
              <a:r>
                <a:rPr b="1" lang="en-US" sz="1100" spc="-1" strike="noStrike">
                  <a:solidFill>
                    <a:srgbClr val="ffffff"/>
                  </a:solidFill>
                  <a:latin typeface="Poppins"/>
                  <a:ea typeface="Poppins"/>
                </a:rPr>
                <a:t>Vestibulum congue tempus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088" name="CustomShape 11"/>
            <p:cNvSpPr/>
            <p:nvPr/>
          </p:nvSpPr>
          <p:spPr>
            <a:xfrm rot="18900000">
              <a:off x="4922640" y="2550600"/>
              <a:ext cx="2203200" cy="50724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/>
            <a:p>
              <a:pPr>
                <a:lnSpc>
                  <a:spcPct val="100000"/>
                </a:lnSpc>
                <a:spcAft>
                  <a:spcPts val="1599"/>
                </a:spcAft>
              </a:pPr>
              <a:r>
                <a:rPr b="0" lang="en-US" sz="800" spc="-1" strike="noStrike">
                  <a:solidFill>
                    <a:srgbClr val="000000"/>
                  </a:solidFill>
                  <a:latin typeface="Poppins Light"/>
                  <a:ea typeface="Poppins Light"/>
                </a:rPr>
                <a:t>Lorem ipsum dolor sit amet, consectetur adipiscing elit, sed do eiusmod tempor. Donec facilisis lacus eget mauris.</a:t>
              </a:r>
              <a:endParaRPr b="0" lang="en-US" sz="800" spc="-1" strike="noStrike">
                <a:latin typeface="Arial"/>
              </a:endParaRPr>
            </a:p>
          </p:txBody>
        </p:sp>
      </p:grpSp>
      <p:grpSp>
        <p:nvGrpSpPr>
          <p:cNvPr id="1089" name="Group 12"/>
          <p:cNvGrpSpPr/>
          <p:nvPr/>
        </p:nvGrpSpPr>
        <p:grpSpPr>
          <a:xfrm>
            <a:off x="6177240" y="1258200"/>
            <a:ext cx="2725920" cy="2546280"/>
            <a:chOff x="6177240" y="1258200"/>
            <a:chExt cx="2725920" cy="2546280"/>
          </a:xfrm>
        </p:grpSpPr>
        <p:sp>
          <p:nvSpPr>
            <p:cNvPr id="1090" name="CustomShape 13"/>
            <p:cNvSpPr/>
            <p:nvPr/>
          </p:nvSpPr>
          <p:spPr>
            <a:xfrm rot="2700000">
              <a:off x="7169760" y="1011240"/>
              <a:ext cx="561240" cy="3039840"/>
            </a:xfrm>
            <a:prstGeom prst="roundRect">
              <a:avLst>
                <a:gd name="adj" fmla="val 50000"/>
              </a:avLst>
            </a:prstGeom>
            <a:solidFill>
              <a:srgbClr val="b7b7b7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91" name="CustomShape 14"/>
            <p:cNvSpPr/>
            <p:nvPr/>
          </p:nvSpPr>
          <p:spPr>
            <a:xfrm>
              <a:off x="6393960" y="3205440"/>
              <a:ext cx="373680" cy="3736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 algn="ctr">
                <a:lnSpc>
                  <a:spcPct val="100000"/>
                </a:lnSpc>
              </a:pPr>
              <a:r>
                <a:rPr b="1" lang="en-US" sz="1200" spc="-1" strike="noStrike">
                  <a:solidFill>
                    <a:srgbClr val="b7b7b7"/>
                  </a:solidFill>
                  <a:latin typeface="Poppins"/>
                  <a:ea typeface="Poppins"/>
                </a:rPr>
                <a:t>3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092" name="CustomShape 15"/>
            <p:cNvSpPr/>
            <p:nvPr/>
          </p:nvSpPr>
          <p:spPr>
            <a:xfrm rot="18900000">
              <a:off x="6376680" y="2238480"/>
              <a:ext cx="2341080" cy="39276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/>
            <a:p>
              <a:pPr>
                <a:lnSpc>
                  <a:spcPct val="115000"/>
                </a:lnSpc>
              </a:pPr>
              <a:r>
                <a:rPr b="1" lang="en-US" sz="1100" spc="-1" strike="noStrike">
                  <a:solidFill>
                    <a:srgbClr val="ffffff"/>
                  </a:solidFill>
                  <a:latin typeface="Poppins"/>
                  <a:ea typeface="Poppins"/>
                </a:rPr>
                <a:t>Vestibulum congue tempus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093" name="CustomShape 16"/>
            <p:cNvSpPr/>
            <p:nvPr/>
          </p:nvSpPr>
          <p:spPr>
            <a:xfrm rot="18900000">
              <a:off x="6842880" y="2550600"/>
              <a:ext cx="2203200" cy="507240"/>
            </a:xfrm>
            <a:prstGeom prst="rect">
              <a:avLst/>
            </a:prstGeom>
            <a:noFill/>
            <a:ln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/>
            <a:p>
              <a:pPr>
                <a:lnSpc>
                  <a:spcPct val="100000"/>
                </a:lnSpc>
                <a:spcAft>
                  <a:spcPts val="1599"/>
                </a:spcAft>
              </a:pPr>
              <a:r>
                <a:rPr b="0" lang="en-US" sz="800" spc="-1" strike="noStrike">
                  <a:solidFill>
                    <a:srgbClr val="000000"/>
                  </a:solidFill>
                  <a:latin typeface="Poppins Light"/>
                  <a:ea typeface="Poppins Light"/>
                </a:rPr>
                <a:t>Lorem ipsum dolor sit amet, consectetur adipiscing elit, sed do eiusmod tempor. Donec facilisis lacus eget mauris.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1094" name="TextShape 17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7E3F52A9-4B50-48E9-A1F5-3214B9775AE7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1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" dur="indefinite" restart="never" nodeType="tmRoot">
          <p:childTnLst>
            <p:seq>
              <p:cTn id="4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Let’s review some concepts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TextShape 2"/>
          <p:cNvSpPr txBox="1"/>
          <p:nvPr/>
        </p:nvSpPr>
        <p:spPr>
          <a:xfrm>
            <a:off x="1069560" y="1958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Yellow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gold, butter and ripe lemons.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TextShape 3"/>
          <p:cNvSpPr txBox="1"/>
          <p:nvPr/>
        </p:nvSpPr>
        <p:spPr>
          <a:xfrm>
            <a:off x="2630880" y="1958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Blue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colour of the clear sky and the deep sea.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Shape 4"/>
          <p:cNvSpPr txBox="1"/>
          <p:nvPr/>
        </p:nvSpPr>
        <p:spPr>
          <a:xfrm>
            <a:off x="4192200" y="1958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Red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blood, danger and courage.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9" name="Google Shape;361;p31" descr=""/>
          <p:cNvPicPr/>
          <p:nvPr/>
        </p:nvPicPr>
        <p:blipFill>
          <a:blip r:embed="rId1"/>
          <a:stretch/>
        </p:blipFill>
        <p:spPr>
          <a:xfrm>
            <a:off x="6372000" y="1054440"/>
            <a:ext cx="3034080" cy="3034080"/>
          </a:xfrm>
          <a:prstGeom prst="rect">
            <a:avLst/>
          </a:prstGeom>
          <a:ln>
            <a:noFill/>
          </a:ln>
        </p:spPr>
      </p:pic>
      <p:grpSp>
        <p:nvGrpSpPr>
          <p:cNvPr id="1100" name="Group 5"/>
          <p:cNvGrpSpPr/>
          <p:nvPr/>
        </p:nvGrpSpPr>
        <p:grpSpPr>
          <a:xfrm>
            <a:off x="5853240" y="3068640"/>
            <a:ext cx="1539360" cy="1539360"/>
            <a:chOff x="5853240" y="3068640"/>
            <a:chExt cx="1539360" cy="1539360"/>
          </a:xfrm>
        </p:grpSpPr>
        <p:sp>
          <p:nvSpPr>
            <p:cNvPr id="1101" name="CustomShape 6"/>
            <p:cNvSpPr/>
            <p:nvPr/>
          </p:nvSpPr>
          <p:spPr>
            <a:xfrm>
              <a:off x="5997960" y="3213360"/>
              <a:ext cx="1249560" cy="1249560"/>
            </a:xfrm>
            <a:prstGeom prst="ellipse">
              <a:avLst/>
            </a:prstGeom>
            <a:solidFill>
              <a:srgbClr val="000000">
                <a:alpha val="19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02" name="CustomShape 7"/>
            <p:cNvSpPr/>
            <p:nvPr/>
          </p:nvSpPr>
          <p:spPr>
            <a:xfrm>
              <a:off x="6067080" y="3282480"/>
              <a:ext cx="1110960" cy="111096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03" name="CustomShape 8"/>
            <p:cNvSpPr/>
            <p:nvPr/>
          </p:nvSpPr>
          <p:spPr>
            <a:xfrm>
              <a:off x="5853240" y="3068640"/>
              <a:ext cx="1539360" cy="153936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7000"/>
              </a:srgbClr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04" name="TextShape 9"/>
          <p:cNvSpPr txBox="1"/>
          <p:nvPr/>
        </p:nvSpPr>
        <p:spPr>
          <a:xfrm>
            <a:off x="1069560" y="3101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Yellow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gold, butter and ripe lemons.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TextShape 10"/>
          <p:cNvSpPr txBox="1"/>
          <p:nvPr/>
        </p:nvSpPr>
        <p:spPr>
          <a:xfrm>
            <a:off x="2630880" y="3101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Blue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colour of the clear sky and the deep sea.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Shape 11"/>
          <p:cNvSpPr txBox="1"/>
          <p:nvPr/>
        </p:nvSpPr>
        <p:spPr>
          <a:xfrm>
            <a:off x="4192200" y="3101040"/>
            <a:ext cx="1485000" cy="111024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1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Red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 the color of blood, danger and courage.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07" name="Group 12"/>
          <p:cNvGrpSpPr/>
          <p:nvPr/>
        </p:nvGrpSpPr>
        <p:grpSpPr>
          <a:xfrm>
            <a:off x="6451560" y="3663360"/>
            <a:ext cx="342720" cy="349560"/>
            <a:chOff x="6451560" y="3663360"/>
            <a:chExt cx="342720" cy="349560"/>
          </a:xfrm>
        </p:grpSpPr>
        <p:sp>
          <p:nvSpPr>
            <p:cNvPr id="1108" name="CustomShape 13"/>
            <p:cNvSpPr/>
            <p:nvPr/>
          </p:nvSpPr>
          <p:spPr>
            <a:xfrm>
              <a:off x="6451560" y="3663360"/>
              <a:ext cx="264240" cy="264240"/>
            </a:xfrm>
            <a:custGeom>
              <a:avLst/>
              <a:gdLst/>
              <a:ahLst/>
              <a:rect l="l" t="t" r="r" b="b"/>
              <a:pathLst>
                <a:path w="12592" h="12593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09" name="CustomShape 14"/>
            <p:cNvSpPr/>
            <p:nvPr/>
          </p:nvSpPr>
          <p:spPr>
            <a:xfrm>
              <a:off x="6482160" y="3693960"/>
              <a:ext cx="202680" cy="202680"/>
            </a:xfrm>
            <a:custGeom>
              <a:avLst/>
              <a:gdLst/>
              <a:ahLst/>
              <a:rect l="l" t="t" r="r" b="b"/>
              <a:pathLst>
                <a:path w="9670" h="967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10" name="CustomShape 15"/>
            <p:cNvSpPr/>
            <p:nvPr/>
          </p:nvSpPr>
          <p:spPr>
            <a:xfrm>
              <a:off x="6512400" y="3724920"/>
              <a:ext cx="70920" cy="70920"/>
            </a:xfrm>
            <a:custGeom>
              <a:avLst/>
              <a:gdLst/>
              <a:ahLst/>
              <a:rect l="l" t="t" r="r" b="b"/>
              <a:pathLst>
                <a:path w="3386" h="3386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11" name="CustomShape 16"/>
            <p:cNvSpPr/>
            <p:nvPr/>
          </p:nvSpPr>
          <p:spPr>
            <a:xfrm>
              <a:off x="6665040" y="3884400"/>
              <a:ext cx="129240" cy="128520"/>
            </a:xfrm>
            <a:custGeom>
              <a:avLst/>
              <a:gdLst/>
              <a:ahLst/>
              <a:rect l="l" t="t" r="r" b="b"/>
              <a:pathLst>
                <a:path w="6162" h="6139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22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12" name="TextShape 17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B78043CF-A3CB-43B8-8095-F7E18207955D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" dur="indefinite" restart="never" nodeType="tmRoot">
          <p:childTnLst>
            <p:seq>
              <p:cTn id="4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TextShape 1"/>
          <p:cNvSpPr txBox="1"/>
          <p:nvPr/>
        </p:nvSpPr>
        <p:spPr>
          <a:xfrm>
            <a:off x="1069560" y="4406400"/>
            <a:ext cx="4607640" cy="5191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  <a:spcBef>
                <a:spcPts val="360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You can insert graphs from </a:t>
            </a:r>
            <a:r>
              <a:rPr b="0" lang="en-US" sz="1400" spc="-1" strike="noStrike" u="sng">
                <a:solidFill>
                  <a:srgbClr val="1155cc"/>
                </a:solidFill>
                <a:uFillTx/>
                <a:latin typeface="Poppins Light"/>
                <a:ea typeface="Poppins Light"/>
                <a:hlinkClick r:id="rId1"/>
              </a:rPr>
              <a:t>Google Sheets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4" name="Google Shape;380;p32" descr=""/>
          <p:cNvPicPr/>
          <p:nvPr/>
        </p:nvPicPr>
        <p:blipFill>
          <a:blip r:embed="rId2"/>
          <a:stretch/>
        </p:blipFill>
        <p:spPr>
          <a:xfrm>
            <a:off x="1069560" y="824040"/>
            <a:ext cx="6822000" cy="3121560"/>
          </a:xfrm>
          <a:prstGeom prst="rect">
            <a:avLst/>
          </a:prstGeom>
          <a:ln>
            <a:noFill/>
          </a:ln>
        </p:spPr>
      </p:pic>
      <p:sp>
        <p:nvSpPr>
          <p:cNvPr id="1115" name="TextShape 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FE5EAA1A-9C3A-4D71-9723-77F3F0FA3957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5" dur="indefinite" restart="never" nodeType="tmRoot">
          <p:childTnLst>
            <p:seq>
              <p:cTn id="4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TextShape 1"/>
          <p:cNvSpPr txBox="1"/>
          <p:nvPr/>
        </p:nvSpPr>
        <p:spPr>
          <a:xfrm>
            <a:off x="762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Mobile </a:t>
            </a: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project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CustomShape 2"/>
          <p:cNvSpPr/>
          <p:nvPr/>
        </p:nvSpPr>
        <p:spPr>
          <a:xfrm>
            <a:off x="3571200" y="785880"/>
            <a:ext cx="2007000" cy="357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118" name="Group 3"/>
          <p:cNvGrpSpPr/>
          <p:nvPr/>
        </p:nvGrpSpPr>
        <p:grpSpPr>
          <a:xfrm>
            <a:off x="3512160" y="373680"/>
            <a:ext cx="2119320" cy="4395960"/>
            <a:chOff x="3512160" y="373680"/>
            <a:chExt cx="2119320" cy="4395960"/>
          </a:xfrm>
        </p:grpSpPr>
        <p:sp>
          <p:nvSpPr>
            <p:cNvPr id="1119" name="CustomShape 4"/>
            <p:cNvSpPr/>
            <p:nvPr/>
          </p:nvSpPr>
          <p:spPr>
            <a:xfrm>
              <a:off x="3512160" y="373680"/>
              <a:ext cx="2119320" cy="4395960"/>
            </a:xfrm>
            <a:custGeom>
              <a:avLst/>
              <a:gdLst/>
              <a:ahLst/>
              <a:rect l="l" t="t" r="r" b="b"/>
              <a:pathLst>
                <a:path w="101027" h="20955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20" name="CustomShape 5"/>
            <p:cNvSpPr/>
            <p:nvPr/>
          </p:nvSpPr>
          <p:spPr>
            <a:xfrm>
              <a:off x="4359600" y="4493160"/>
              <a:ext cx="422640" cy="150480"/>
            </a:xfrm>
            <a:custGeom>
              <a:avLst/>
              <a:gdLst/>
              <a:ahLst/>
              <a:rect l="l" t="t" r="r" b="b"/>
              <a:pathLst>
                <a:path w="20162" h="7196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21" name="CustomShape 6"/>
            <p:cNvSpPr/>
            <p:nvPr/>
          </p:nvSpPr>
          <p:spPr>
            <a:xfrm>
              <a:off x="3899160" y="529200"/>
              <a:ext cx="83160" cy="83160"/>
            </a:xfrm>
            <a:custGeom>
              <a:avLst/>
              <a:gdLst/>
              <a:ahLst/>
              <a:rect l="l" t="t" r="r" b="b"/>
              <a:pathLst>
                <a:path w="3973" h="3973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22" name="CustomShape 7"/>
            <p:cNvSpPr/>
            <p:nvPr/>
          </p:nvSpPr>
          <p:spPr>
            <a:xfrm>
              <a:off x="4367520" y="538560"/>
              <a:ext cx="408600" cy="64080"/>
            </a:xfrm>
            <a:custGeom>
              <a:avLst/>
              <a:gdLst/>
              <a:ahLst/>
              <a:rect l="l" t="t" r="r" b="b"/>
              <a:pathLst>
                <a:path w="19487" h="3074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23" name="TextShape 8"/>
          <p:cNvSpPr txBox="1"/>
          <p:nvPr/>
        </p:nvSpPr>
        <p:spPr>
          <a:xfrm>
            <a:off x="626256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Show and explain your </a:t>
            </a: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web, app or software </a:t>
            </a: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projects using these </a:t>
            </a: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gadget templates.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Shape 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906CDC3C-5CAD-48FE-89BA-531FCB797B37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7" dur="indefinite" restart="never" nodeType="tmRoot">
          <p:childTnLst>
            <p:seq>
              <p:cTn id="4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CustomShape 1"/>
          <p:cNvSpPr/>
          <p:nvPr/>
        </p:nvSpPr>
        <p:spPr>
          <a:xfrm>
            <a:off x="3268440" y="851400"/>
            <a:ext cx="2598120" cy="3440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126" name="Group 2"/>
          <p:cNvGrpSpPr/>
          <p:nvPr/>
        </p:nvGrpSpPr>
        <p:grpSpPr>
          <a:xfrm>
            <a:off x="3203640" y="465840"/>
            <a:ext cx="2736000" cy="4222080"/>
            <a:chOff x="3203640" y="465840"/>
            <a:chExt cx="2736000" cy="4222080"/>
          </a:xfrm>
        </p:grpSpPr>
        <p:sp>
          <p:nvSpPr>
            <p:cNvPr id="1127" name="CustomShape 3"/>
            <p:cNvSpPr/>
            <p:nvPr/>
          </p:nvSpPr>
          <p:spPr>
            <a:xfrm>
              <a:off x="3203640" y="465840"/>
              <a:ext cx="2736000" cy="4222080"/>
            </a:xfrm>
            <a:custGeom>
              <a:avLst/>
              <a:gdLst/>
              <a:ahLst/>
              <a:rect l="l" t="t" r="r" b="b"/>
              <a:pathLst>
                <a:path w="135802" h="20955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28" name="CustomShape 4"/>
            <p:cNvSpPr/>
            <p:nvPr/>
          </p:nvSpPr>
          <p:spPr>
            <a:xfrm>
              <a:off x="4460400" y="4422600"/>
              <a:ext cx="224640" cy="144720"/>
            </a:xfrm>
            <a:custGeom>
              <a:avLst/>
              <a:gdLst/>
              <a:ahLst/>
              <a:rect l="l" t="t" r="r" b="b"/>
              <a:pathLst>
                <a:path w="11167" h="7196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29" name="CustomShape 5"/>
            <p:cNvSpPr/>
            <p:nvPr/>
          </p:nvSpPr>
          <p:spPr>
            <a:xfrm>
              <a:off x="4443480" y="633600"/>
              <a:ext cx="43560" cy="43560"/>
            </a:xfrm>
            <a:custGeom>
              <a:avLst/>
              <a:gdLst/>
              <a:ahLst/>
              <a:rect l="l" t="t" r="r" b="b"/>
              <a:pathLst>
                <a:path w="2175" h="2174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30" name="CustomShape 6"/>
            <p:cNvSpPr/>
            <p:nvPr/>
          </p:nvSpPr>
          <p:spPr>
            <a:xfrm>
              <a:off x="4532760" y="615600"/>
              <a:ext cx="79560" cy="79560"/>
            </a:xfrm>
            <a:custGeom>
              <a:avLst/>
              <a:gdLst/>
              <a:ahLst/>
              <a:rect l="l" t="t" r="r" b="b"/>
              <a:pathLst>
                <a:path w="3973" h="3973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31" name="TextShape 7"/>
          <p:cNvSpPr txBox="1"/>
          <p:nvPr/>
        </p:nvSpPr>
        <p:spPr>
          <a:xfrm>
            <a:off x="762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Tablet project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Shape 8"/>
          <p:cNvSpPr txBox="1"/>
          <p:nvPr/>
        </p:nvSpPr>
        <p:spPr>
          <a:xfrm>
            <a:off x="626256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Show and explain your web, app or software projects using these gadget templates.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Shape 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F21A0697-F176-42E0-BCF0-D9A6AF278649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9" dur="indefinite" restart="never" nodeType="tmRoot">
          <p:childTnLst>
            <p:seq>
              <p:cTn id="5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CustomShape 1"/>
          <p:cNvSpPr/>
          <p:nvPr/>
        </p:nvSpPr>
        <p:spPr>
          <a:xfrm>
            <a:off x="2644560" y="1071000"/>
            <a:ext cx="3854880" cy="3000960"/>
          </a:xfrm>
          <a:custGeom>
            <a:avLst/>
            <a:gdLst/>
            <a:ahLst/>
            <a:rect l="l" t="t" r="r" b="b"/>
            <a:pathLst>
              <a:path w="143434" h="111665">
                <a:moveTo>
                  <a:pt x="71751" y="2308"/>
                </a:moveTo>
                <a:lnTo>
                  <a:pt x="71887" y="2376"/>
                </a:lnTo>
                <a:lnTo>
                  <a:pt x="72091" y="2444"/>
                </a:lnTo>
                <a:lnTo>
                  <a:pt x="72159" y="2647"/>
                </a:lnTo>
                <a:lnTo>
                  <a:pt x="72226" y="2783"/>
                </a:lnTo>
                <a:lnTo>
                  <a:pt x="72159" y="2987"/>
                </a:lnTo>
                <a:lnTo>
                  <a:pt x="72091" y="3190"/>
                </a:lnTo>
                <a:lnTo>
                  <a:pt x="71887" y="3258"/>
                </a:lnTo>
                <a:lnTo>
                  <a:pt x="71751" y="3326"/>
                </a:lnTo>
                <a:lnTo>
                  <a:pt x="71548" y="3258"/>
                </a:lnTo>
                <a:lnTo>
                  <a:pt x="71344" y="3190"/>
                </a:lnTo>
                <a:lnTo>
                  <a:pt x="71276" y="2987"/>
                </a:lnTo>
                <a:lnTo>
                  <a:pt x="71208" y="2783"/>
                </a:lnTo>
                <a:lnTo>
                  <a:pt x="71276" y="2647"/>
                </a:lnTo>
                <a:lnTo>
                  <a:pt x="71344" y="2444"/>
                </a:lnTo>
                <a:lnTo>
                  <a:pt x="71548" y="2376"/>
                </a:lnTo>
                <a:lnTo>
                  <a:pt x="71751" y="2308"/>
                </a:lnTo>
                <a:close/>
                <a:moveTo>
                  <a:pt x="137528" y="5906"/>
                </a:moveTo>
                <a:lnTo>
                  <a:pt x="137596" y="5974"/>
                </a:lnTo>
                <a:lnTo>
                  <a:pt x="137596" y="89604"/>
                </a:lnTo>
                <a:lnTo>
                  <a:pt x="5906" y="89604"/>
                </a:lnTo>
                <a:lnTo>
                  <a:pt x="5906" y="5974"/>
                </a:lnTo>
                <a:lnTo>
                  <a:pt x="5906" y="5906"/>
                </a:lnTo>
                <a:close/>
                <a:moveTo>
                  <a:pt x="3530" y="0"/>
                </a:moveTo>
                <a:lnTo>
                  <a:pt x="3191" y="68"/>
                </a:lnTo>
                <a:lnTo>
                  <a:pt x="2444" y="339"/>
                </a:lnTo>
                <a:lnTo>
                  <a:pt x="1766" y="679"/>
                </a:lnTo>
                <a:lnTo>
                  <a:pt x="1155" y="1154"/>
                </a:lnTo>
                <a:lnTo>
                  <a:pt x="679" y="1765"/>
                </a:lnTo>
                <a:lnTo>
                  <a:pt x="272" y="2444"/>
                </a:lnTo>
                <a:lnTo>
                  <a:pt x="69" y="3190"/>
                </a:lnTo>
                <a:lnTo>
                  <a:pt x="1" y="3598"/>
                </a:lnTo>
                <a:lnTo>
                  <a:pt x="1" y="4005"/>
                </a:lnTo>
                <a:lnTo>
                  <a:pt x="1" y="91572"/>
                </a:lnTo>
                <a:lnTo>
                  <a:pt x="1" y="91979"/>
                </a:lnTo>
                <a:lnTo>
                  <a:pt x="69" y="92319"/>
                </a:lnTo>
                <a:lnTo>
                  <a:pt x="272" y="93065"/>
                </a:lnTo>
                <a:lnTo>
                  <a:pt x="679" y="93744"/>
                </a:lnTo>
                <a:lnTo>
                  <a:pt x="1155" y="94355"/>
                </a:lnTo>
                <a:lnTo>
                  <a:pt x="1766" y="94830"/>
                </a:lnTo>
                <a:lnTo>
                  <a:pt x="2444" y="95238"/>
                </a:lnTo>
                <a:lnTo>
                  <a:pt x="3191" y="95441"/>
                </a:lnTo>
                <a:lnTo>
                  <a:pt x="3530" y="95509"/>
                </a:lnTo>
                <a:lnTo>
                  <a:pt x="139904" y="95509"/>
                </a:lnTo>
                <a:lnTo>
                  <a:pt x="140311" y="95441"/>
                </a:lnTo>
                <a:lnTo>
                  <a:pt x="141058" y="95238"/>
                </a:lnTo>
                <a:lnTo>
                  <a:pt x="141737" y="94830"/>
                </a:lnTo>
                <a:lnTo>
                  <a:pt x="142280" y="94355"/>
                </a:lnTo>
                <a:lnTo>
                  <a:pt x="142755" y="93744"/>
                </a:lnTo>
                <a:lnTo>
                  <a:pt x="143162" y="93065"/>
                </a:lnTo>
                <a:lnTo>
                  <a:pt x="143366" y="92319"/>
                </a:lnTo>
                <a:lnTo>
                  <a:pt x="143434" y="91979"/>
                </a:lnTo>
                <a:lnTo>
                  <a:pt x="143434" y="91572"/>
                </a:lnTo>
                <a:lnTo>
                  <a:pt x="143434" y="4005"/>
                </a:lnTo>
                <a:lnTo>
                  <a:pt x="143434" y="3598"/>
                </a:lnTo>
                <a:lnTo>
                  <a:pt x="143366" y="3190"/>
                </a:lnTo>
                <a:lnTo>
                  <a:pt x="143162" y="2444"/>
                </a:lnTo>
                <a:lnTo>
                  <a:pt x="142755" y="1765"/>
                </a:lnTo>
                <a:lnTo>
                  <a:pt x="142280" y="1154"/>
                </a:lnTo>
                <a:lnTo>
                  <a:pt x="141737" y="679"/>
                </a:lnTo>
                <a:lnTo>
                  <a:pt x="141058" y="339"/>
                </a:lnTo>
                <a:lnTo>
                  <a:pt x="140311" y="68"/>
                </a:lnTo>
                <a:lnTo>
                  <a:pt x="139904" y="0"/>
                </a:lnTo>
                <a:close/>
                <a:moveTo>
                  <a:pt x="55324" y="95713"/>
                </a:moveTo>
                <a:lnTo>
                  <a:pt x="55052" y="98971"/>
                </a:lnTo>
                <a:lnTo>
                  <a:pt x="54713" y="102297"/>
                </a:lnTo>
                <a:lnTo>
                  <a:pt x="54374" y="105284"/>
                </a:lnTo>
                <a:lnTo>
                  <a:pt x="53966" y="107388"/>
                </a:lnTo>
                <a:lnTo>
                  <a:pt x="53763" y="108203"/>
                </a:lnTo>
                <a:lnTo>
                  <a:pt x="53627" y="108746"/>
                </a:lnTo>
                <a:lnTo>
                  <a:pt x="53423" y="109153"/>
                </a:lnTo>
                <a:lnTo>
                  <a:pt x="53220" y="109357"/>
                </a:lnTo>
                <a:lnTo>
                  <a:pt x="52677" y="109493"/>
                </a:lnTo>
                <a:lnTo>
                  <a:pt x="51794" y="109696"/>
                </a:lnTo>
                <a:lnTo>
                  <a:pt x="49690" y="110036"/>
                </a:lnTo>
                <a:lnTo>
                  <a:pt x="48061" y="110307"/>
                </a:lnTo>
                <a:lnTo>
                  <a:pt x="47450" y="110443"/>
                </a:lnTo>
                <a:lnTo>
                  <a:pt x="47110" y="110511"/>
                </a:lnTo>
                <a:lnTo>
                  <a:pt x="47042" y="110579"/>
                </a:lnTo>
                <a:lnTo>
                  <a:pt x="47042" y="110783"/>
                </a:lnTo>
                <a:lnTo>
                  <a:pt x="47110" y="110850"/>
                </a:lnTo>
                <a:lnTo>
                  <a:pt x="47585" y="110918"/>
                </a:lnTo>
                <a:lnTo>
                  <a:pt x="48400" y="110986"/>
                </a:lnTo>
                <a:lnTo>
                  <a:pt x="51387" y="111054"/>
                </a:lnTo>
                <a:lnTo>
                  <a:pt x="56071" y="111122"/>
                </a:lnTo>
                <a:lnTo>
                  <a:pt x="87092" y="111122"/>
                </a:lnTo>
                <a:lnTo>
                  <a:pt x="91708" y="111054"/>
                </a:lnTo>
                <a:lnTo>
                  <a:pt x="94695" y="110986"/>
                </a:lnTo>
                <a:lnTo>
                  <a:pt x="95578" y="110918"/>
                </a:lnTo>
                <a:lnTo>
                  <a:pt x="96053" y="110850"/>
                </a:lnTo>
                <a:lnTo>
                  <a:pt x="96121" y="110783"/>
                </a:lnTo>
                <a:lnTo>
                  <a:pt x="96121" y="110579"/>
                </a:lnTo>
                <a:lnTo>
                  <a:pt x="96053" y="110511"/>
                </a:lnTo>
                <a:lnTo>
                  <a:pt x="95713" y="110443"/>
                </a:lnTo>
                <a:lnTo>
                  <a:pt x="95102" y="110307"/>
                </a:lnTo>
                <a:lnTo>
                  <a:pt x="93473" y="110036"/>
                </a:lnTo>
                <a:lnTo>
                  <a:pt x="91369" y="109696"/>
                </a:lnTo>
                <a:lnTo>
                  <a:pt x="90487" y="109493"/>
                </a:lnTo>
                <a:lnTo>
                  <a:pt x="89943" y="109357"/>
                </a:lnTo>
                <a:lnTo>
                  <a:pt x="89740" y="109153"/>
                </a:lnTo>
                <a:lnTo>
                  <a:pt x="89536" y="108746"/>
                </a:lnTo>
                <a:lnTo>
                  <a:pt x="89333" y="108203"/>
                </a:lnTo>
                <a:lnTo>
                  <a:pt x="89197" y="107388"/>
                </a:lnTo>
                <a:lnTo>
                  <a:pt x="88789" y="105284"/>
                </a:lnTo>
                <a:lnTo>
                  <a:pt x="88382" y="102297"/>
                </a:lnTo>
                <a:lnTo>
                  <a:pt x="88043" y="98971"/>
                </a:lnTo>
                <a:lnTo>
                  <a:pt x="87839" y="95713"/>
                </a:lnTo>
                <a:close/>
                <a:moveTo>
                  <a:pt x="47450" y="111054"/>
                </a:moveTo>
                <a:lnTo>
                  <a:pt x="47450" y="111122"/>
                </a:lnTo>
                <a:lnTo>
                  <a:pt x="47450" y="111393"/>
                </a:lnTo>
                <a:lnTo>
                  <a:pt x="47518" y="111461"/>
                </a:lnTo>
                <a:lnTo>
                  <a:pt x="48807" y="111529"/>
                </a:lnTo>
                <a:lnTo>
                  <a:pt x="52473" y="111597"/>
                </a:lnTo>
                <a:lnTo>
                  <a:pt x="62384" y="111665"/>
                </a:lnTo>
                <a:lnTo>
                  <a:pt x="80779" y="111665"/>
                </a:lnTo>
                <a:lnTo>
                  <a:pt x="90622" y="111597"/>
                </a:lnTo>
                <a:lnTo>
                  <a:pt x="94356" y="111529"/>
                </a:lnTo>
                <a:lnTo>
                  <a:pt x="95646" y="111461"/>
                </a:lnTo>
                <a:lnTo>
                  <a:pt x="95713" y="111393"/>
                </a:lnTo>
                <a:lnTo>
                  <a:pt x="95713" y="111122"/>
                </a:lnTo>
                <a:lnTo>
                  <a:pt x="95646" y="111054"/>
                </a:lnTo>
                <a:lnTo>
                  <a:pt x="94084" y="111122"/>
                </a:lnTo>
                <a:lnTo>
                  <a:pt x="91233" y="111190"/>
                </a:lnTo>
                <a:lnTo>
                  <a:pt x="80847" y="111258"/>
                </a:lnTo>
                <a:lnTo>
                  <a:pt x="62316" y="111258"/>
                </a:lnTo>
                <a:lnTo>
                  <a:pt x="51930" y="111190"/>
                </a:lnTo>
                <a:lnTo>
                  <a:pt x="49079" y="111122"/>
                </a:lnTo>
                <a:lnTo>
                  <a:pt x="47518" y="1110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5" name="CustomShape 2"/>
          <p:cNvSpPr/>
          <p:nvPr/>
        </p:nvSpPr>
        <p:spPr>
          <a:xfrm>
            <a:off x="2805840" y="1230480"/>
            <a:ext cx="3532320" cy="22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36" name="TextShape 3"/>
          <p:cNvSpPr txBox="1"/>
          <p:nvPr/>
        </p:nvSpPr>
        <p:spPr>
          <a:xfrm>
            <a:off x="40320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3400" spc="-1" strike="noStrike">
                <a:solidFill>
                  <a:srgbClr val="000000"/>
                </a:solidFill>
                <a:latin typeface="Poppins"/>
                <a:ea typeface="Poppins"/>
              </a:rPr>
              <a:t>Desktop project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TextShape 4"/>
          <p:cNvSpPr txBox="1"/>
          <p:nvPr/>
        </p:nvSpPr>
        <p:spPr>
          <a:xfrm>
            <a:off x="6621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Show and explain your </a:t>
            </a: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web, app or software </a:t>
            </a: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projects using these </a:t>
            </a: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gadget templates.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Shape 5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6ADD0260-8F36-4B65-8CFD-3F0B65AD57A6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1" dur="indefinite" restart="never" nodeType="tmRoot">
          <p:childTnLst>
            <p:seq>
              <p:cTn id="5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CustomShape 1"/>
          <p:cNvSpPr/>
          <p:nvPr/>
        </p:nvSpPr>
        <p:spPr>
          <a:xfrm>
            <a:off x="2644560" y="1071000"/>
            <a:ext cx="3854880" cy="3000960"/>
          </a:xfrm>
          <a:custGeom>
            <a:avLst/>
            <a:gdLst/>
            <a:ahLst/>
            <a:rect l="l" t="t" r="r" b="b"/>
            <a:pathLst>
              <a:path w="143434" h="111665">
                <a:moveTo>
                  <a:pt x="71751" y="2308"/>
                </a:moveTo>
                <a:lnTo>
                  <a:pt x="71887" y="2376"/>
                </a:lnTo>
                <a:lnTo>
                  <a:pt x="72091" y="2444"/>
                </a:lnTo>
                <a:lnTo>
                  <a:pt x="72159" y="2647"/>
                </a:lnTo>
                <a:lnTo>
                  <a:pt x="72226" y="2783"/>
                </a:lnTo>
                <a:lnTo>
                  <a:pt x="72159" y="2987"/>
                </a:lnTo>
                <a:lnTo>
                  <a:pt x="72091" y="3190"/>
                </a:lnTo>
                <a:lnTo>
                  <a:pt x="71887" y="3258"/>
                </a:lnTo>
                <a:lnTo>
                  <a:pt x="71751" y="3326"/>
                </a:lnTo>
                <a:lnTo>
                  <a:pt x="71548" y="3258"/>
                </a:lnTo>
                <a:lnTo>
                  <a:pt x="71344" y="3190"/>
                </a:lnTo>
                <a:lnTo>
                  <a:pt x="71276" y="2987"/>
                </a:lnTo>
                <a:lnTo>
                  <a:pt x="71208" y="2783"/>
                </a:lnTo>
                <a:lnTo>
                  <a:pt x="71276" y="2647"/>
                </a:lnTo>
                <a:lnTo>
                  <a:pt x="71344" y="2444"/>
                </a:lnTo>
                <a:lnTo>
                  <a:pt x="71548" y="2376"/>
                </a:lnTo>
                <a:lnTo>
                  <a:pt x="71751" y="2308"/>
                </a:lnTo>
                <a:close/>
                <a:moveTo>
                  <a:pt x="137528" y="5906"/>
                </a:moveTo>
                <a:lnTo>
                  <a:pt x="137596" y="5974"/>
                </a:lnTo>
                <a:lnTo>
                  <a:pt x="137596" y="89604"/>
                </a:lnTo>
                <a:lnTo>
                  <a:pt x="5906" y="89604"/>
                </a:lnTo>
                <a:lnTo>
                  <a:pt x="5906" y="5974"/>
                </a:lnTo>
                <a:lnTo>
                  <a:pt x="5906" y="5906"/>
                </a:lnTo>
                <a:close/>
                <a:moveTo>
                  <a:pt x="3530" y="0"/>
                </a:moveTo>
                <a:lnTo>
                  <a:pt x="3191" y="68"/>
                </a:lnTo>
                <a:lnTo>
                  <a:pt x="2444" y="339"/>
                </a:lnTo>
                <a:lnTo>
                  <a:pt x="1766" y="679"/>
                </a:lnTo>
                <a:lnTo>
                  <a:pt x="1155" y="1154"/>
                </a:lnTo>
                <a:lnTo>
                  <a:pt x="679" y="1765"/>
                </a:lnTo>
                <a:lnTo>
                  <a:pt x="272" y="2444"/>
                </a:lnTo>
                <a:lnTo>
                  <a:pt x="69" y="3190"/>
                </a:lnTo>
                <a:lnTo>
                  <a:pt x="1" y="3598"/>
                </a:lnTo>
                <a:lnTo>
                  <a:pt x="1" y="4005"/>
                </a:lnTo>
                <a:lnTo>
                  <a:pt x="1" y="91572"/>
                </a:lnTo>
                <a:lnTo>
                  <a:pt x="1" y="91979"/>
                </a:lnTo>
                <a:lnTo>
                  <a:pt x="69" y="92319"/>
                </a:lnTo>
                <a:lnTo>
                  <a:pt x="272" y="93065"/>
                </a:lnTo>
                <a:lnTo>
                  <a:pt x="679" y="93744"/>
                </a:lnTo>
                <a:lnTo>
                  <a:pt x="1155" y="94355"/>
                </a:lnTo>
                <a:lnTo>
                  <a:pt x="1766" y="94830"/>
                </a:lnTo>
                <a:lnTo>
                  <a:pt x="2444" y="95238"/>
                </a:lnTo>
                <a:lnTo>
                  <a:pt x="3191" y="95441"/>
                </a:lnTo>
                <a:lnTo>
                  <a:pt x="3530" y="95509"/>
                </a:lnTo>
                <a:lnTo>
                  <a:pt x="139904" y="95509"/>
                </a:lnTo>
                <a:lnTo>
                  <a:pt x="140311" y="95441"/>
                </a:lnTo>
                <a:lnTo>
                  <a:pt x="141058" y="95238"/>
                </a:lnTo>
                <a:lnTo>
                  <a:pt x="141737" y="94830"/>
                </a:lnTo>
                <a:lnTo>
                  <a:pt x="142280" y="94355"/>
                </a:lnTo>
                <a:lnTo>
                  <a:pt x="142755" y="93744"/>
                </a:lnTo>
                <a:lnTo>
                  <a:pt x="143162" y="93065"/>
                </a:lnTo>
                <a:lnTo>
                  <a:pt x="143366" y="92319"/>
                </a:lnTo>
                <a:lnTo>
                  <a:pt x="143434" y="91979"/>
                </a:lnTo>
                <a:lnTo>
                  <a:pt x="143434" y="91572"/>
                </a:lnTo>
                <a:lnTo>
                  <a:pt x="143434" y="4005"/>
                </a:lnTo>
                <a:lnTo>
                  <a:pt x="143434" y="3598"/>
                </a:lnTo>
                <a:lnTo>
                  <a:pt x="143366" y="3190"/>
                </a:lnTo>
                <a:lnTo>
                  <a:pt x="143162" y="2444"/>
                </a:lnTo>
                <a:lnTo>
                  <a:pt x="142755" y="1765"/>
                </a:lnTo>
                <a:lnTo>
                  <a:pt x="142280" y="1154"/>
                </a:lnTo>
                <a:lnTo>
                  <a:pt x="141737" y="679"/>
                </a:lnTo>
                <a:lnTo>
                  <a:pt x="141058" y="339"/>
                </a:lnTo>
                <a:lnTo>
                  <a:pt x="140311" y="68"/>
                </a:lnTo>
                <a:lnTo>
                  <a:pt x="139904" y="0"/>
                </a:lnTo>
                <a:close/>
                <a:moveTo>
                  <a:pt x="55324" y="95713"/>
                </a:moveTo>
                <a:lnTo>
                  <a:pt x="55052" y="98971"/>
                </a:lnTo>
                <a:lnTo>
                  <a:pt x="54713" y="102297"/>
                </a:lnTo>
                <a:lnTo>
                  <a:pt x="54374" y="105284"/>
                </a:lnTo>
                <a:lnTo>
                  <a:pt x="53966" y="107388"/>
                </a:lnTo>
                <a:lnTo>
                  <a:pt x="53763" y="108203"/>
                </a:lnTo>
                <a:lnTo>
                  <a:pt x="53627" y="108746"/>
                </a:lnTo>
                <a:lnTo>
                  <a:pt x="53423" y="109153"/>
                </a:lnTo>
                <a:lnTo>
                  <a:pt x="53220" y="109357"/>
                </a:lnTo>
                <a:lnTo>
                  <a:pt x="52677" y="109493"/>
                </a:lnTo>
                <a:lnTo>
                  <a:pt x="51794" y="109696"/>
                </a:lnTo>
                <a:lnTo>
                  <a:pt x="49690" y="110036"/>
                </a:lnTo>
                <a:lnTo>
                  <a:pt x="48061" y="110307"/>
                </a:lnTo>
                <a:lnTo>
                  <a:pt x="47450" y="110443"/>
                </a:lnTo>
                <a:lnTo>
                  <a:pt x="47110" y="110511"/>
                </a:lnTo>
                <a:lnTo>
                  <a:pt x="47042" y="110579"/>
                </a:lnTo>
                <a:lnTo>
                  <a:pt x="47042" y="110783"/>
                </a:lnTo>
                <a:lnTo>
                  <a:pt x="47110" y="110850"/>
                </a:lnTo>
                <a:lnTo>
                  <a:pt x="47585" y="110918"/>
                </a:lnTo>
                <a:lnTo>
                  <a:pt x="48400" y="110986"/>
                </a:lnTo>
                <a:lnTo>
                  <a:pt x="51387" y="111054"/>
                </a:lnTo>
                <a:lnTo>
                  <a:pt x="56071" y="111122"/>
                </a:lnTo>
                <a:lnTo>
                  <a:pt x="87092" y="111122"/>
                </a:lnTo>
                <a:lnTo>
                  <a:pt x="91708" y="111054"/>
                </a:lnTo>
                <a:lnTo>
                  <a:pt x="94695" y="110986"/>
                </a:lnTo>
                <a:lnTo>
                  <a:pt x="95578" y="110918"/>
                </a:lnTo>
                <a:lnTo>
                  <a:pt x="96053" y="110850"/>
                </a:lnTo>
                <a:lnTo>
                  <a:pt x="96121" y="110783"/>
                </a:lnTo>
                <a:lnTo>
                  <a:pt x="96121" y="110579"/>
                </a:lnTo>
                <a:lnTo>
                  <a:pt x="96053" y="110511"/>
                </a:lnTo>
                <a:lnTo>
                  <a:pt x="95713" y="110443"/>
                </a:lnTo>
                <a:lnTo>
                  <a:pt x="95102" y="110307"/>
                </a:lnTo>
                <a:lnTo>
                  <a:pt x="93473" y="110036"/>
                </a:lnTo>
                <a:lnTo>
                  <a:pt x="91369" y="109696"/>
                </a:lnTo>
                <a:lnTo>
                  <a:pt x="90487" y="109493"/>
                </a:lnTo>
                <a:lnTo>
                  <a:pt x="89943" y="109357"/>
                </a:lnTo>
                <a:lnTo>
                  <a:pt x="89740" y="109153"/>
                </a:lnTo>
                <a:lnTo>
                  <a:pt x="89536" y="108746"/>
                </a:lnTo>
                <a:lnTo>
                  <a:pt x="89333" y="108203"/>
                </a:lnTo>
                <a:lnTo>
                  <a:pt x="89197" y="107388"/>
                </a:lnTo>
                <a:lnTo>
                  <a:pt x="88789" y="105284"/>
                </a:lnTo>
                <a:lnTo>
                  <a:pt x="88382" y="102297"/>
                </a:lnTo>
                <a:lnTo>
                  <a:pt x="88043" y="98971"/>
                </a:lnTo>
                <a:lnTo>
                  <a:pt x="87839" y="95713"/>
                </a:lnTo>
                <a:close/>
                <a:moveTo>
                  <a:pt x="47450" y="111054"/>
                </a:moveTo>
                <a:lnTo>
                  <a:pt x="47450" y="111122"/>
                </a:lnTo>
                <a:lnTo>
                  <a:pt x="47450" y="111393"/>
                </a:lnTo>
                <a:lnTo>
                  <a:pt x="47518" y="111461"/>
                </a:lnTo>
                <a:lnTo>
                  <a:pt x="48807" y="111529"/>
                </a:lnTo>
                <a:lnTo>
                  <a:pt x="52473" y="111597"/>
                </a:lnTo>
                <a:lnTo>
                  <a:pt x="62384" y="111665"/>
                </a:lnTo>
                <a:lnTo>
                  <a:pt x="80779" y="111665"/>
                </a:lnTo>
                <a:lnTo>
                  <a:pt x="90622" y="111597"/>
                </a:lnTo>
                <a:lnTo>
                  <a:pt x="94356" y="111529"/>
                </a:lnTo>
                <a:lnTo>
                  <a:pt x="95646" y="111461"/>
                </a:lnTo>
                <a:lnTo>
                  <a:pt x="95713" y="111393"/>
                </a:lnTo>
                <a:lnTo>
                  <a:pt x="95713" y="111122"/>
                </a:lnTo>
                <a:lnTo>
                  <a:pt x="95646" y="111054"/>
                </a:lnTo>
                <a:lnTo>
                  <a:pt x="94084" y="111122"/>
                </a:lnTo>
                <a:lnTo>
                  <a:pt x="91233" y="111190"/>
                </a:lnTo>
                <a:lnTo>
                  <a:pt x="80847" y="111258"/>
                </a:lnTo>
                <a:lnTo>
                  <a:pt x="62316" y="111258"/>
                </a:lnTo>
                <a:lnTo>
                  <a:pt x="51930" y="111190"/>
                </a:lnTo>
                <a:lnTo>
                  <a:pt x="49079" y="111122"/>
                </a:lnTo>
                <a:lnTo>
                  <a:pt x="47518" y="1110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0" name="CustomShape 2"/>
          <p:cNvSpPr/>
          <p:nvPr/>
        </p:nvSpPr>
        <p:spPr>
          <a:xfrm>
            <a:off x="2805840" y="1230480"/>
            <a:ext cx="3532320" cy="22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999999"/>
                </a:solidFill>
                <a:latin typeface="Poppins Light"/>
                <a:ea typeface="Poppins Light"/>
              </a:rPr>
              <a:t>Place your screenshot here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41" name="TextShape 3"/>
          <p:cNvSpPr txBox="1"/>
          <p:nvPr/>
        </p:nvSpPr>
        <p:spPr>
          <a:xfrm>
            <a:off x="40320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3400" spc="-1" strike="noStrike">
                <a:solidFill>
                  <a:srgbClr val="000000"/>
                </a:solidFill>
                <a:latin typeface="Poppins"/>
                <a:ea typeface="Poppins"/>
              </a:rPr>
              <a:t>Web project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TextShape 4"/>
          <p:cNvSpPr txBox="1"/>
          <p:nvPr/>
        </p:nvSpPr>
        <p:spPr>
          <a:xfrm>
            <a:off x="6621120" y="444240"/>
            <a:ext cx="2119320" cy="425448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Show and explain your web, app or software projects using these gadget templates.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Shape 5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AD42AAE3-5293-4D72-B41D-BC527D989383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  <p:pic>
        <p:nvPicPr>
          <p:cNvPr id="1144" name="" descr=""/>
          <p:cNvPicPr/>
          <p:nvPr/>
        </p:nvPicPr>
        <p:blipFill>
          <a:blip r:embed="rId1"/>
          <a:srcRect l="7465" t="26627" r="8161" b="18936"/>
          <a:stretch/>
        </p:blipFill>
        <p:spPr>
          <a:xfrm>
            <a:off x="3108960" y="1463400"/>
            <a:ext cx="2834280" cy="18284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3" dur="indefinite" restart="never" nodeType="tmRoot">
          <p:childTnLst>
            <p:seq>
              <p:cTn id="5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TextShape 1"/>
          <p:cNvSpPr txBox="1"/>
          <p:nvPr/>
        </p:nvSpPr>
        <p:spPr>
          <a:xfrm>
            <a:off x="2351880" y="1180440"/>
            <a:ext cx="4607640" cy="115956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8000" spc="-1" strike="noStrike">
                <a:solidFill>
                  <a:srgbClr val="000000"/>
                </a:solidFill>
                <a:latin typeface="Poppins"/>
                <a:ea typeface="Poppins"/>
              </a:rPr>
              <a:t>Thanks!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TextShape 2"/>
          <p:cNvSpPr txBox="1"/>
          <p:nvPr/>
        </p:nvSpPr>
        <p:spPr>
          <a:xfrm>
            <a:off x="2351880" y="2265840"/>
            <a:ext cx="4607640" cy="177840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1" lang="en-US" sz="1600" spc="-1" strike="noStrike">
                <a:solidFill>
                  <a:srgbClr val="000000"/>
                </a:solidFill>
                <a:latin typeface="Poppins"/>
                <a:ea typeface="Poppins"/>
              </a:rPr>
              <a:t>Any questions?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You can find me at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spcBef>
                <a:spcPts val="601"/>
              </a:spcBef>
              <a:buClr>
                <a:srgbClr val="cccccc"/>
              </a:buClr>
              <a:buFont typeface="Poppins Light"/>
              <a:buChar char="￮"/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@username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cccccc"/>
              </a:buClr>
              <a:buFont typeface="Poppins Light"/>
              <a:buChar char="￮"/>
            </a:pPr>
            <a:r>
              <a:rPr b="0" lang="en-US" sz="1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user@mail.me</a:t>
            </a:r>
            <a:endParaRPr b="0" lang="en-US" sz="1600" spc="-1" strike="noStrike">
              <a:latin typeface="Arial"/>
            </a:endParaRPr>
          </a:p>
        </p:txBody>
      </p:sp>
      <p:grpSp>
        <p:nvGrpSpPr>
          <p:cNvPr id="1147" name="Group 3"/>
          <p:cNvGrpSpPr/>
          <p:nvPr/>
        </p:nvGrpSpPr>
        <p:grpSpPr>
          <a:xfrm>
            <a:off x="1812600" y="1460520"/>
            <a:ext cx="345600" cy="325080"/>
            <a:chOff x="1812600" y="1460520"/>
            <a:chExt cx="345600" cy="325080"/>
          </a:xfrm>
        </p:grpSpPr>
        <p:sp>
          <p:nvSpPr>
            <p:cNvPr id="1148" name="CustomShape 4"/>
            <p:cNvSpPr/>
            <p:nvPr/>
          </p:nvSpPr>
          <p:spPr>
            <a:xfrm>
              <a:off x="1812600" y="1584000"/>
              <a:ext cx="82080" cy="184320"/>
            </a:xfrm>
            <a:custGeom>
              <a:avLst/>
              <a:gdLst/>
              <a:ahLst/>
              <a:rect l="l" t="t" r="r" b="b"/>
              <a:pathLst>
                <a:path w="3922" h="8793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49" name="CustomShape 5"/>
            <p:cNvSpPr/>
            <p:nvPr/>
          </p:nvSpPr>
          <p:spPr>
            <a:xfrm>
              <a:off x="1901160" y="1460520"/>
              <a:ext cx="257040" cy="325080"/>
            </a:xfrm>
            <a:custGeom>
              <a:avLst/>
              <a:gdLst/>
              <a:ahLst/>
              <a:rect l="l" t="t" r="r" b="b"/>
              <a:pathLst>
                <a:path w="12252" h="15491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50" name="TextShape 6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ED6D56EB-08FE-4379-B9EA-5643F6DB72E8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5" dur="indefinite" restart="never" nodeType="tmRoot">
          <p:childTnLst>
            <p:seq>
              <p:cTn id="5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Credits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TextShape 2"/>
          <p:cNvSpPr txBox="1"/>
          <p:nvPr/>
        </p:nvSpPr>
        <p:spPr>
          <a:xfrm>
            <a:off x="1069560" y="1958040"/>
            <a:ext cx="460764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8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Special thanks to all the people who made and released these awesome resources for free: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2720">
              <a:lnSpc>
                <a:spcPct val="115000"/>
              </a:lnSpc>
              <a:spcBef>
                <a:spcPts val="601"/>
              </a:spcBef>
              <a:buClr>
                <a:srgbClr val="cccccc"/>
              </a:buClr>
              <a:buFont typeface="Poppins Light"/>
              <a:buChar char="￮"/>
            </a:pPr>
            <a:r>
              <a:rPr b="0" lang="en-US" sz="18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Presentation template by </a:t>
            </a:r>
            <a:r>
              <a:rPr b="0" lang="en-US" sz="1800" spc="-1" strike="noStrike" u="sng">
                <a:solidFill>
                  <a:srgbClr val="1155cc"/>
                </a:solidFill>
                <a:uFillTx/>
                <a:latin typeface="Poppins Light"/>
                <a:ea typeface="Poppins Light"/>
                <a:hlinkClick r:id="rId1"/>
              </a:rPr>
              <a:t>SlidesCarnival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2720">
              <a:lnSpc>
                <a:spcPct val="115000"/>
              </a:lnSpc>
              <a:buClr>
                <a:srgbClr val="cccccc"/>
              </a:buClr>
              <a:buFont typeface="Poppins Light"/>
              <a:buChar char="￮"/>
            </a:pPr>
            <a:r>
              <a:rPr b="0" lang="en-US" sz="18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Photographs by </a:t>
            </a:r>
            <a:r>
              <a:rPr b="0" lang="en-US" sz="1800" spc="-1" strike="noStrike" u="sng">
                <a:solidFill>
                  <a:srgbClr val="1155cc"/>
                </a:solidFill>
                <a:uFillTx/>
                <a:latin typeface="Poppins Light"/>
                <a:ea typeface="Poppins Light"/>
                <a:hlinkClick r:id="rId2"/>
              </a:rPr>
              <a:t>Unsplash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CustomShape 3"/>
          <p:cNvSpPr/>
          <p:nvPr/>
        </p:nvSpPr>
        <p:spPr>
          <a:xfrm>
            <a:off x="7253280" y="2000880"/>
            <a:ext cx="1271880" cy="1141560"/>
          </a:xfrm>
          <a:custGeom>
            <a:avLst/>
            <a:gdLst/>
            <a:ahLst/>
            <a:rect l="l" t="t" r="r" b="b"/>
            <a:pathLst>
              <a:path w="16660" h="14955">
                <a:moveTo>
                  <a:pt x="12373" y="1"/>
                </a:moveTo>
                <a:lnTo>
                  <a:pt x="12373" y="1"/>
                </a:lnTo>
                <a:lnTo>
                  <a:pt x="12032" y="1"/>
                </a:lnTo>
                <a:lnTo>
                  <a:pt x="11691" y="49"/>
                </a:lnTo>
                <a:lnTo>
                  <a:pt x="11350" y="123"/>
                </a:lnTo>
                <a:lnTo>
                  <a:pt x="11033" y="196"/>
                </a:lnTo>
                <a:lnTo>
                  <a:pt x="10716" y="317"/>
                </a:lnTo>
                <a:lnTo>
                  <a:pt x="10424" y="464"/>
                </a:lnTo>
                <a:lnTo>
                  <a:pt x="10132" y="610"/>
                </a:lnTo>
                <a:lnTo>
                  <a:pt x="9864" y="804"/>
                </a:lnTo>
                <a:lnTo>
                  <a:pt x="9620" y="999"/>
                </a:lnTo>
                <a:lnTo>
                  <a:pt x="9377" y="1219"/>
                </a:lnTo>
                <a:lnTo>
                  <a:pt x="9158" y="1462"/>
                </a:lnTo>
                <a:lnTo>
                  <a:pt x="8939" y="1706"/>
                </a:lnTo>
                <a:lnTo>
                  <a:pt x="8768" y="1974"/>
                </a:lnTo>
                <a:lnTo>
                  <a:pt x="8598" y="2266"/>
                </a:lnTo>
                <a:lnTo>
                  <a:pt x="8451" y="2558"/>
                </a:lnTo>
                <a:lnTo>
                  <a:pt x="8330" y="2850"/>
                </a:lnTo>
                <a:lnTo>
                  <a:pt x="8330" y="2850"/>
                </a:lnTo>
                <a:lnTo>
                  <a:pt x="8208" y="2558"/>
                </a:lnTo>
                <a:lnTo>
                  <a:pt x="8062" y="2266"/>
                </a:lnTo>
                <a:lnTo>
                  <a:pt x="7891" y="1974"/>
                </a:lnTo>
                <a:lnTo>
                  <a:pt x="7721" y="1706"/>
                </a:lnTo>
                <a:lnTo>
                  <a:pt x="7502" y="1462"/>
                </a:lnTo>
                <a:lnTo>
                  <a:pt x="7282" y="1219"/>
                </a:lnTo>
                <a:lnTo>
                  <a:pt x="7039" y="999"/>
                </a:lnTo>
                <a:lnTo>
                  <a:pt x="6795" y="804"/>
                </a:lnTo>
                <a:lnTo>
                  <a:pt x="6527" y="610"/>
                </a:lnTo>
                <a:lnTo>
                  <a:pt x="6235" y="464"/>
                </a:lnTo>
                <a:lnTo>
                  <a:pt x="5943" y="317"/>
                </a:lnTo>
                <a:lnTo>
                  <a:pt x="5626" y="196"/>
                </a:lnTo>
                <a:lnTo>
                  <a:pt x="5310" y="123"/>
                </a:lnTo>
                <a:lnTo>
                  <a:pt x="4969" y="49"/>
                </a:lnTo>
                <a:lnTo>
                  <a:pt x="4628" y="1"/>
                </a:lnTo>
                <a:lnTo>
                  <a:pt x="4287" y="1"/>
                </a:lnTo>
                <a:lnTo>
                  <a:pt x="4287" y="1"/>
                </a:lnTo>
                <a:lnTo>
                  <a:pt x="3848" y="25"/>
                </a:lnTo>
                <a:lnTo>
                  <a:pt x="3434" y="74"/>
                </a:lnTo>
                <a:lnTo>
                  <a:pt x="3020" y="196"/>
                </a:lnTo>
                <a:lnTo>
                  <a:pt x="2606" y="342"/>
                </a:lnTo>
                <a:lnTo>
                  <a:pt x="2241" y="512"/>
                </a:lnTo>
                <a:lnTo>
                  <a:pt x="1900" y="731"/>
                </a:lnTo>
                <a:lnTo>
                  <a:pt x="1559" y="975"/>
                </a:lnTo>
                <a:lnTo>
                  <a:pt x="1267" y="1243"/>
                </a:lnTo>
                <a:lnTo>
                  <a:pt x="974" y="1560"/>
                </a:lnTo>
                <a:lnTo>
                  <a:pt x="731" y="1876"/>
                </a:lnTo>
                <a:lnTo>
                  <a:pt x="512" y="2241"/>
                </a:lnTo>
                <a:lnTo>
                  <a:pt x="341" y="2607"/>
                </a:lnTo>
                <a:lnTo>
                  <a:pt x="195" y="2996"/>
                </a:lnTo>
                <a:lnTo>
                  <a:pt x="98" y="3410"/>
                </a:lnTo>
                <a:lnTo>
                  <a:pt x="25" y="3849"/>
                </a:lnTo>
                <a:lnTo>
                  <a:pt x="0" y="4287"/>
                </a:lnTo>
                <a:lnTo>
                  <a:pt x="0" y="4287"/>
                </a:lnTo>
                <a:lnTo>
                  <a:pt x="0" y="4580"/>
                </a:lnTo>
                <a:lnTo>
                  <a:pt x="25" y="4872"/>
                </a:lnTo>
                <a:lnTo>
                  <a:pt x="122" y="5432"/>
                </a:lnTo>
                <a:lnTo>
                  <a:pt x="244" y="5992"/>
                </a:lnTo>
                <a:lnTo>
                  <a:pt x="439" y="6528"/>
                </a:lnTo>
                <a:lnTo>
                  <a:pt x="658" y="7039"/>
                </a:lnTo>
                <a:lnTo>
                  <a:pt x="926" y="7526"/>
                </a:lnTo>
                <a:lnTo>
                  <a:pt x="1194" y="7989"/>
                </a:lnTo>
                <a:lnTo>
                  <a:pt x="1510" y="8452"/>
                </a:lnTo>
                <a:lnTo>
                  <a:pt x="1851" y="8890"/>
                </a:lnTo>
                <a:lnTo>
                  <a:pt x="2192" y="9304"/>
                </a:lnTo>
                <a:lnTo>
                  <a:pt x="2558" y="9718"/>
                </a:lnTo>
                <a:lnTo>
                  <a:pt x="2923" y="10108"/>
                </a:lnTo>
                <a:lnTo>
                  <a:pt x="3629" y="10839"/>
                </a:lnTo>
                <a:lnTo>
                  <a:pt x="4287" y="11496"/>
                </a:lnTo>
                <a:lnTo>
                  <a:pt x="4287" y="11496"/>
                </a:lnTo>
                <a:lnTo>
                  <a:pt x="4847" y="12032"/>
                </a:lnTo>
                <a:lnTo>
                  <a:pt x="5480" y="12592"/>
                </a:lnTo>
                <a:lnTo>
                  <a:pt x="6820" y="13737"/>
                </a:lnTo>
                <a:lnTo>
                  <a:pt x="7891" y="14614"/>
                </a:lnTo>
                <a:lnTo>
                  <a:pt x="8330" y="14955"/>
                </a:lnTo>
                <a:lnTo>
                  <a:pt x="8330" y="14955"/>
                </a:lnTo>
                <a:lnTo>
                  <a:pt x="8768" y="14614"/>
                </a:lnTo>
                <a:lnTo>
                  <a:pt x="9815" y="13761"/>
                </a:lnTo>
                <a:lnTo>
                  <a:pt x="11155" y="12617"/>
                </a:lnTo>
                <a:lnTo>
                  <a:pt x="11788" y="12056"/>
                </a:lnTo>
                <a:lnTo>
                  <a:pt x="12373" y="11496"/>
                </a:lnTo>
                <a:lnTo>
                  <a:pt x="12373" y="11496"/>
                </a:lnTo>
                <a:lnTo>
                  <a:pt x="13030" y="10839"/>
                </a:lnTo>
                <a:lnTo>
                  <a:pt x="13736" y="10108"/>
                </a:lnTo>
                <a:lnTo>
                  <a:pt x="14102" y="9718"/>
                </a:lnTo>
                <a:lnTo>
                  <a:pt x="14467" y="9304"/>
                </a:lnTo>
                <a:lnTo>
                  <a:pt x="14808" y="8890"/>
                </a:lnTo>
                <a:lnTo>
                  <a:pt x="15149" y="8452"/>
                </a:lnTo>
                <a:lnTo>
                  <a:pt x="15466" y="7989"/>
                </a:lnTo>
                <a:lnTo>
                  <a:pt x="15734" y="7526"/>
                </a:lnTo>
                <a:lnTo>
                  <a:pt x="16001" y="7039"/>
                </a:lnTo>
                <a:lnTo>
                  <a:pt x="16221" y="6528"/>
                </a:lnTo>
                <a:lnTo>
                  <a:pt x="16416" y="5992"/>
                </a:lnTo>
                <a:lnTo>
                  <a:pt x="16537" y="5432"/>
                </a:lnTo>
                <a:lnTo>
                  <a:pt x="16635" y="4872"/>
                </a:lnTo>
                <a:lnTo>
                  <a:pt x="16659" y="4580"/>
                </a:lnTo>
                <a:lnTo>
                  <a:pt x="16659" y="4287"/>
                </a:lnTo>
                <a:lnTo>
                  <a:pt x="16659" y="4287"/>
                </a:lnTo>
                <a:lnTo>
                  <a:pt x="16635" y="3849"/>
                </a:lnTo>
                <a:lnTo>
                  <a:pt x="16562" y="3410"/>
                </a:lnTo>
                <a:lnTo>
                  <a:pt x="16464" y="2996"/>
                </a:lnTo>
                <a:lnTo>
                  <a:pt x="16318" y="2607"/>
                </a:lnTo>
                <a:lnTo>
                  <a:pt x="16148" y="2241"/>
                </a:lnTo>
                <a:lnTo>
                  <a:pt x="15928" y="1876"/>
                </a:lnTo>
                <a:lnTo>
                  <a:pt x="15685" y="1560"/>
                </a:lnTo>
                <a:lnTo>
                  <a:pt x="15393" y="1243"/>
                </a:lnTo>
                <a:lnTo>
                  <a:pt x="15100" y="975"/>
                </a:lnTo>
                <a:lnTo>
                  <a:pt x="14759" y="731"/>
                </a:lnTo>
                <a:lnTo>
                  <a:pt x="14418" y="512"/>
                </a:lnTo>
                <a:lnTo>
                  <a:pt x="14053" y="342"/>
                </a:lnTo>
                <a:lnTo>
                  <a:pt x="13639" y="196"/>
                </a:lnTo>
                <a:lnTo>
                  <a:pt x="13225" y="74"/>
                </a:lnTo>
                <a:lnTo>
                  <a:pt x="12811" y="25"/>
                </a:lnTo>
                <a:lnTo>
                  <a:pt x="12373" y="1"/>
                </a:lnTo>
                <a:lnTo>
                  <a:pt x="12373" y="1"/>
                </a:lnTo>
                <a:close/>
              </a:path>
            </a:pathLst>
          </a:custGeom>
          <a:noFill/>
          <a:ln w="936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4" name="TextShape 4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2BC984F5-A722-46E6-9EAC-544CCC645599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7" dur="indefinite" restart="never" nodeType="tmRoot">
          <p:childTnLst>
            <p:seq>
              <p:cTn id="5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TextShape 1"/>
          <p:cNvSpPr txBox="1"/>
          <p:nvPr/>
        </p:nvSpPr>
        <p:spPr>
          <a:xfrm>
            <a:off x="457200" y="1166040"/>
            <a:ext cx="5220000" cy="682920"/>
          </a:xfrm>
          <a:prstGeom prst="rect">
            <a:avLst/>
          </a:prstGeom>
          <a:noFill/>
          <a:ln>
            <a:noFill/>
          </a:ln>
        </p:spPr>
        <p:txBody>
          <a:bodyPr tIns="91440" bIns="91440" anchor="b"/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000000"/>
                </a:solidFill>
                <a:latin typeface="Poppins"/>
                <a:ea typeface="Poppins"/>
              </a:rPr>
              <a:t>Presentation design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TextShape 2"/>
          <p:cNvSpPr txBox="1"/>
          <p:nvPr/>
        </p:nvSpPr>
        <p:spPr>
          <a:xfrm>
            <a:off x="1069560" y="1958040"/>
            <a:ext cx="4607640" cy="261792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p>
            <a:pPr>
              <a:lnSpc>
                <a:spcPct val="100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This presentation uses the following typographies: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160">
              <a:lnSpc>
                <a:spcPct val="115000"/>
              </a:lnSpc>
              <a:spcBef>
                <a:spcPts val="601"/>
              </a:spcBef>
              <a:buClr>
                <a:srgbClr val="000000"/>
              </a:buClr>
              <a:buFont typeface="Poppins Light"/>
              <a:buChar char="￮"/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Titles: Poppins Bold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160">
              <a:lnSpc>
                <a:spcPct val="115000"/>
              </a:lnSpc>
              <a:buClr>
                <a:srgbClr val="000000"/>
              </a:buClr>
              <a:buFont typeface="Poppins Light"/>
              <a:buChar char="￮"/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Body copy: Poppins Light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60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You can download the fonts at: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601"/>
              </a:spcBef>
            </a:pPr>
            <a:r>
              <a:rPr b="0" lang="en-US" sz="1400" spc="-1" strike="noStrike" u="sng">
                <a:solidFill>
                  <a:srgbClr val="1155cc"/>
                </a:solidFill>
                <a:uFillTx/>
                <a:latin typeface="Poppins Light"/>
                <a:ea typeface="Poppins Light"/>
                <a:hlinkClick r:id="rId1"/>
              </a:rPr>
              <a:t>https://www.fontsquirrel.com/fonts/poppins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601"/>
              </a:spcBef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CustomShape 3"/>
          <p:cNvSpPr/>
          <p:nvPr/>
        </p:nvSpPr>
        <p:spPr>
          <a:xfrm>
            <a:off x="1069560" y="4019400"/>
            <a:ext cx="4607640" cy="537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/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666666"/>
                </a:solidFill>
                <a:latin typeface="Poppins Light"/>
                <a:ea typeface="Poppins Light"/>
              </a:rPr>
              <a:t>You don’t need to keep this slide in your presentation. It’s only here to serve you as a design guide if you need to create new slides or download the fonts to edit the presentation in PowerPoint®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latin typeface="Arial"/>
            </a:endParaRPr>
          </a:p>
        </p:txBody>
      </p:sp>
      <p:grpSp>
        <p:nvGrpSpPr>
          <p:cNvPr id="1158" name="Group 4"/>
          <p:cNvGrpSpPr/>
          <p:nvPr/>
        </p:nvGrpSpPr>
        <p:grpSpPr>
          <a:xfrm>
            <a:off x="7075440" y="1848600"/>
            <a:ext cx="1627920" cy="1446120"/>
            <a:chOff x="7075440" y="1848600"/>
            <a:chExt cx="1627920" cy="1446120"/>
          </a:xfrm>
        </p:grpSpPr>
        <p:sp>
          <p:nvSpPr>
            <p:cNvPr id="1159" name="CustomShape 5"/>
            <p:cNvSpPr/>
            <p:nvPr/>
          </p:nvSpPr>
          <p:spPr>
            <a:xfrm>
              <a:off x="7075440" y="1945080"/>
              <a:ext cx="1627920" cy="1033200"/>
            </a:xfrm>
            <a:custGeom>
              <a:avLst/>
              <a:gdLst/>
              <a:ahLst/>
              <a:rect l="l" t="t" r="r" b="b"/>
              <a:pathLst>
                <a:path w="16806" h="10668">
                  <a:moveTo>
                    <a:pt x="16319" y="0"/>
                  </a:move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196" y="73"/>
                  </a:lnTo>
                  <a:lnTo>
                    <a:pt x="123" y="146"/>
                  </a:lnTo>
                  <a:lnTo>
                    <a:pt x="74" y="219"/>
                  </a:lnTo>
                  <a:lnTo>
                    <a:pt x="25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10181"/>
                  </a:lnTo>
                  <a:lnTo>
                    <a:pt x="1" y="10181"/>
                  </a:lnTo>
                  <a:lnTo>
                    <a:pt x="1" y="10278"/>
                  </a:lnTo>
                  <a:lnTo>
                    <a:pt x="25" y="10375"/>
                  </a:lnTo>
                  <a:lnTo>
                    <a:pt x="74" y="10448"/>
                  </a:lnTo>
                  <a:lnTo>
                    <a:pt x="123" y="10522"/>
                  </a:lnTo>
                  <a:lnTo>
                    <a:pt x="196" y="10570"/>
                  </a:lnTo>
                  <a:lnTo>
                    <a:pt x="293" y="10619"/>
                  </a:lnTo>
                  <a:lnTo>
                    <a:pt x="390" y="10643"/>
                  </a:lnTo>
                  <a:lnTo>
                    <a:pt x="488" y="10668"/>
                  </a:lnTo>
                  <a:lnTo>
                    <a:pt x="16319" y="10668"/>
                  </a:lnTo>
                  <a:lnTo>
                    <a:pt x="16319" y="10668"/>
                  </a:lnTo>
                  <a:lnTo>
                    <a:pt x="16416" y="10643"/>
                  </a:lnTo>
                  <a:lnTo>
                    <a:pt x="16513" y="10619"/>
                  </a:lnTo>
                  <a:lnTo>
                    <a:pt x="16611" y="10570"/>
                  </a:lnTo>
                  <a:lnTo>
                    <a:pt x="16684" y="10522"/>
                  </a:lnTo>
                  <a:lnTo>
                    <a:pt x="16733" y="10448"/>
                  </a:lnTo>
                  <a:lnTo>
                    <a:pt x="16781" y="10375"/>
                  </a:lnTo>
                  <a:lnTo>
                    <a:pt x="16806" y="10278"/>
                  </a:lnTo>
                  <a:lnTo>
                    <a:pt x="16806" y="10181"/>
                  </a:lnTo>
                  <a:lnTo>
                    <a:pt x="16806" y="487"/>
                  </a:lnTo>
                  <a:lnTo>
                    <a:pt x="16806" y="487"/>
                  </a:lnTo>
                  <a:lnTo>
                    <a:pt x="16806" y="390"/>
                  </a:lnTo>
                  <a:lnTo>
                    <a:pt x="16781" y="292"/>
                  </a:lnTo>
                  <a:lnTo>
                    <a:pt x="16733" y="219"/>
                  </a:lnTo>
                  <a:lnTo>
                    <a:pt x="16684" y="146"/>
                  </a:lnTo>
                  <a:lnTo>
                    <a:pt x="16611" y="73"/>
                  </a:lnTo>
                  <a:lnTo>
                    <a:pt x="16513" y="25"/>
                  </a:lnTo>
                  <a:lnTo>
                    <a:pt x="16416" y="0"/>
                  </a:lnTo>
                  <a:lnTo>
                    <a:pt x="16319" y="0"/>
                  </a:lnTo>
                  <a:lnTo>
                    <a:pt x="16319" y="0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60" name="CustomShape 6"/>
            <p:cNvSpPr/>
            <p:nvPr/>
          </p:nvSpPr>
          <p:spPr>
            <a:xfrm>
              <a:off x="7842240" y="1848600"/>
              <a:ext cx="93960" cy="96480"/>
            </a:xfrm>
            <a:custGeom>
              <a:avLst/>
              <a:gdLst/>
              <a:ahLst/>
              <a:rect l="l" t="t" r="r" b="b"/>
              <a:pathLst>
                <a:path w="975" h="1000">
                  <a:moveTo>
                    <a:pt x="974" y="999"/>
                  </a:moveTo>
                  <a:lnTo>
                    <a:pt x="974" y="488"/>
                  </a:lnTo>
                  <a:lnTo>
                    <a:pt x="974" y="488"/>
                  </a:lnTo>
                  <a:lnTo>
                    <a:pt x="974" y="390"/>
                  </a:lnTo>
                  <a:lnTo>
                    <a:pt x="926" y="293"/>
                  </a:lnTo>
                  <a:lnTo>
                    <a:pt x="901" y="220"/>
                  </a:lnTo>
                  <a:lnTo>
                    <a:pt x="828" y="147"/>
                  </a:lnTo>
                  <a:lnTo>
                    <a:pt x="755" y="74"/>
                  </a:lnTo>
                  <a:lnTo>
                    <a:pt x="682" y="49"/>
                  </a:lnTo>
                  <a:lnTo>
                    <a:pt x="585" y="1"/>
                  </a:ln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292" y="49"/>
                  </a:lnTo>
                  <a:lnTo>
                    <a:pt x="219" y="74"/>
                  </a:lnTo>
                  <a:lnTo>
                    <a:pt x="146" y="147"/>
                  </a:lnTo>
                  <a:lnTo>
                    <a:pt x="73" y="220"/>
                  </a:lnTo>
                  <a:lnTo>
                    <a:pt x="49" y="293"/>
                  </a:lnTo>
                  <a:lnTo>
                    <a:pt x="0" y="390"/>
                  </a:lnTo>
                  <a:lnTo>
                    <a:pt x="0" y="488"/>
                  </a:lnTo>
                  <a:lnTo>
                    <a:pt x="0" y="999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61" name="CustomShape 7"/>
            <p:cNvSpPr/>
            <p:nvPr/>
          </p:nvSpPr>
          <p:spPr>
            <a:xfrm>
              <a:off x="7330320" y="2978640"/>
              <a:ext cx="235800" cy="316080"/>
            </a:xfrm>
            <a:custGeom>
              <a:avLst/>
              <a:gdLst/>
              <a:ahLst/>
              <a:rect l="l" t="t" r="r" b="b"/>
              <a:pathLst>
                <a:path w="2436" h="3265">
                  <a:moveTo>
                    <a:pt x="1340" y="1"/>
                  </a:moveTo>
                  <a:lnTo>
                    <a:pt x="49" y="2558"/>
                  </a:lnTo>
                  <a:lnTo>
                    <a:pt x="49" y="2558"/>
                  </a:lnTo>
                  <a:lnTo>
                    <a:pt x="24" y="2631"/>
                  </a:lnTo>
                  <a:lnTo>
                    <a:pt x="0" y="2728"/>
                  </a:lnTo>
                  <a:lnTo>
                    <a:pt x="0" y="2826"/>
                  </a:lnTo>
                  <a:lnTo>
                    <a:pt x="24" y="2923"/>
                  </a:lnTo>
                  <a:lnTo>
                    <a:pt x="73" y="2996"/>
                  </a:lnTo>
                  <a:lnTo>
                    <a:pt x="122" y="3094"/>
                  </a:lnTo>
                  <a:lnTo>
                    <a:pt x="195" y="3142"/>
                  </a:lnTo>
                  <a:lnTo>
                    <a:pt x="268" y="3215"/>
                  </a:lnTo>
                  <a:lnTo>
                    <a:pt x="268" y="3215"/>
                  </a:lnTo>
                  <a:lnTo>
                    <a:pt x="390" y="3240"/>
                  </a:lnTo>
                  <a:lnTo>
                    <a:pt x="487" y="3264"/>
                  </a:lnTo>
                  <a:lnTo>
                    <a:pt x="487" y="3264"/>
                  </a:lnTo>
                  <a:lnTo>
                    <a:pt x="633" y="3240"/>
                  </a:lnTo>
                  <a:lnTo>
                    <a:pt x="755" y="3191"/>
                  </a:lnTo>
                  <a:lnTo>
                    <a:pt x="853" y="3094"/>
                  </a:lnTo>
                  <a:lnTo>
                    <a:pt x="926" y="2996"/>
                  </a:lnTo>
                  <a:lnTo>
                    <a:pt x="2436" y="1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62" name="CustomShape 8"/>
            <p:cNvSpPr/>
            <p:nvPr/>
          </p:nvSpPr>
          <p:spPr>
            <a:xfrm>
              <a:off x="8212680" y="2978640"/>
              <a:ext cx="235800" cy="316080"/>
            </a:xfrm>
            <a:custGeom>
              <a:avLst/>
              <a:gdLst/>
              <a:ahLst/>
              <a:rect l="l" t="t" r="r" b="b"/>
              <a:pathLst>
                <a:path w="2437" h="3265">
                  <a:moveTo>
                    <a:pt x="1" y="1"/>
                  </a:moveTo>
                  <a:lnTo>
                    <a:pt x="1511" y="2996"/>
                  </a:lnTo>
                  <a:lnTo>
                    <a:pt x="1511" y="2996"/>
                  </a:lnTo>
                  <a:lnTo>
                    <a:pt x="1584" y="3094"/>
                  </a:lnTo>
                  <a:lnTo>
                    <a:pt x="1681" y="3191"/>
                  </a:lnTo>
                  <a:lnTo>
                    <a:pt x="1803" y="3240"/>
                  </a:lnTo>
                  <a:lnTo>
                    <a:pt x="1949" y="3264"/>
                  </a:lnTo>
                  <a:lnTo>
                    <a:pt x="1949" y="3264"/>
                  </a:lnTo>
                  <a:lnTo>
                    <a:pt x="2047" y="3240"/>
                  </a:lnTo>
                  <a:lnTo>
                    <a:pt x="2168" y="3215"/>
                  </a:lnTo>
                  <a:lnTo>
                    <a:pt x="2168" y="3215"/>
                  </a:lnTo>
                  <a:lnTo>
                    <a:pt x="2241" y="3142"/>
                  </a:lnTo>
                  <a:lnTo>
                    <a:pt x="2315" y="3094"/>
                  </a:lnTo>
                  <a:lnTo>
                    <a:pt x="2363" y="2996"/>
                  </a:lnTo>
                  <a:lnTo>
                    <a:pt x="2412" y="2923"/>
                  </a:lnTo>
                  <a:lnTo>
                    <a:pt x="2436" y="2826"/>
                  </a:lnTo>
                  <a:lnTo>
                    <a:pt x="2436" y="2728"/>
                  </a:lnTo>
                  <a:lnTo>
                    <a:pt x="2412" y="2631"/>
                  </a:lnTo>
                  <a:lnTo>
                    <a:pt x="2388" y="2558"/>
                  </a:lnTo>
                  <a:lnTo>
                    <a:pt x="1097" y="1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63" name="CustomShape 9"/>
            <p:cNvSpPr/>
            <p:nvPr/>
          </p:nvSpPr>
          <p:spPr>
            <a:xfrm>
              <a:off x="7169760" y="2039760"/>
              <a:ext cx="1439280" cy="844560"/>
            </a:xfrm>
            <a:custGeom>
              <a:avLst/>
              <a:gdLst/>
              <a:ahLst/>
              <a:rect l="l" t="t" r="r" b="b"/>
              <a:pathLst>
                <a:path w="14858" h="8720">
                  <a:moveTo>
                    <a:pt x="1" y="0"/>
                  </a:moveTo>
                  <a:lnTo>
                    <a:pt x="1" y="8719"/>
                  </a:lnTo>
                  <a:lnTo>
                    <a:pt x="14857" y="8719"/>
                  </a:lnTo>
                  <a:lnTo>
                    <a:pt x="14857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64" name="CustomShape 10"/>
            <p:cNvSpPr/>
            <p:nvPr/>
          </p:nvSpPr>
          <p:spPr>
            <a:xfrm>
              <a:off x="7414920" y="2247120"/>
              <a:ext cx="891720" cy="448200"/>
            </a:xfrm>
            <a:custGeom>
              <a:avLst/>
              <a:gdLst/>
              <a:ahLst/>
              <a:rect l="l" t="t" r="r" b="b"/>
              <a:pathLst>
                <a:path w="9208" h="4629">
                  <a:moveTo>
                    <a:pt x="9207" y="1"/>
                  </a:moveTo>
                  <a:lnTo>
                    <a:pt x="5213" y="3995"/>
                  </a:lnTo>
                  <a:lnTo>
                    <a:pt x="5213" y="3995"/>
                  </a:lnTo>
                  <a:lnTo>
                    <a:pt x="5140" y="4044"/>
                  </a:lnTo>
                  <a:lnTo>
                    <a:pt x="5067" y="4092"/>
                  </a:lnTo>
                  <a:lnTo>
                    <a:pt x="4969" y="4117"/>
                  </a:lnTo>
                  <a:lnTo>
                    <a:pt x="4872" y="4141"/>
                  </a:lnTo>
                  <a:lnTo>
                    <a:pt x="4774" y="4117"/>
                  </a:lnTo>
                  <a:lnTo>
                    <a:pt x="4677" y="4092"/>
                  </a:lnTo>
                  <a:lnTo>
                    <a:pt x="4604" y="4044"/>
                  </a:lnTo>
                  <a:lnTo>
                    <a:pt x="4531" y="3995"/>
                  </a:lnTo>
                  <a:lnTo>
                    <a:pt x="2582" y="2046"/>
                  </a:lnTo>
                  <a:lnTo>
                    <a:pt x="1" y="4628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65" name="CustomShape 11"/>
            <p:cNvSpPr/>
            <p:nvPr/>
          </p:nvSpPr>
          <p:spPr>
            <a:xfrm>
              <a:off x="8064000" y="2228400"/>
              <a:ext cx="266400" cy="266400"/>
            </a:xfrm>
            <a:custGeom>
              <a:avLst/>
              <a:gdLst/>
              <a:ahLst/>
              <a:rect l="l" t="t" r="r" b="b"/>
              <a:pathLst>
                <a:path w="2753" h="2753">
                  <a:moveTo>
                    <a:pt x="0" y="1"/>
                  </a:moveTo>
                  <a:lnTo>
                    <a:pt x="2265" y="1"/>
                  </a:lnTo>
                  <a:lnTo>
                    <a:pt x="2265" y="1"/>
                  </a:lnTo>
                  <a:lnTo>
                    <a:pt x="2363" y="1"/>
                  </a:lnTo>
                  <a:lnTo>
                    <a:pt x="2460" y="25"/>
                  </a:lnTo>
                  <a:lnTo>
                    <a:pt x="2533" y="74"/>
                  </a:lnTo>
                  <a:lnTo>
                    <a:pt x="2606" y="147"/>
                  </a:lnTo>
                  <a:lnTo>
                    <a:pt x="2680" y="220"/>
                  </a:lnTo>
                  <a:lnTo>
                    <a:pt x="2728" y="293"/>
                  </a:lnTo>
                  <a:lnTo>
                    <a:pt x="2753" y="390"/>
                  </a:lnTo>
                  <a:lnTo>
                    <a:pt x="2753" y="488"/>
                  </a:lnTo>
                  <a:lnTo>
                    <a:pt x="2753" y="2753"/>
                  </a:lnTo>
                </a:path>
              </a:pathLst>
            </a:custGeom>
            <a:noFill/>
            <a:ln w="9360">
              <a:solidFill>
                <a:srgbClr val="ccccc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66" name="TextShape 12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078AD436-75E4-4EAF-B9AB-12D6C0802B0C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9" dur="indefinite" restart="never" nodeType="tmRoot">
          <p:childTnLst>
            <p:seq>
              <p:cTn id="6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CustomShape 1"/>
          <p:cNvSpPr/>
          <p:nvPr/>
        </p:nvSpPr>
        <p:spPr>
          <a:xfrm>
            <a:off x="6248520" y="312120"/>
            <a:ext cx="2591640" cy="1525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/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SlidesCarnival icons are editable shapes. 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This means that you can:</a:t>
            </a:r>
            <a:endParaRPr b="0" lang="en-US" sz="900" spc="-1" strike="noStrike">
              <a:latin typeface="Arial"/>
            </a:endParaRPr>
          </a:p>
          <a:p>
            <a:pPr marL="457200" indent="-285480">
              <a:lnSpc>
                <a:spcPct val="100000"/>
              </a:lnSpc>
              <a:buClr>
                <a:srgbClr val="000000"/>
              </a:buClr>
              <a:buFont typeface="Poppins Light"/>
              <a:buChar char="●"/>
            </a:pPr>
            <a:r>
              <a:rPr b="0" lang="en-US" sz="9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Resize them without losing quality.</a:t>
            </a:r>
            <a:endParaRPr b="0" lang="en-US" sz="900" spc="-1" strike="noStrike">
              <a:latin typeface="Arial"/>
            </a:endParaRPr>
          </a:p>
          <a:p>
            <a:pPr marL="457200" indent="-285480">
              <a:lnSpc>
                <a:spcPct val="100000"/>
              </a:lnSpc>
              <a:buClr>
                <a:srgbClr val="000000"/>
              </a:buClr>
              <a:buFont typeface="Poppins Light"/>
              <a:buChar char="●"/>
            </a:pPr>
            <a:r>
              <a:rPr b="0" lang="en-US" sz="9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Change line color, width and style.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Isn’t that nice? :)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Examples: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latin typeface="Arial"/>
            </a:endParaRPr>
          </a:p>
        </p:txBody>
      </p:sp>
      <p:grpSp>
        <p:nvGrpSpPr>
          <p:cNvPr id="1168" name="Group 2"/>
          <p:cNvGrpSpPr/>
          <p:nvPr/>
        </p:nvGrpSpPr>
        <p:grpSpPr>
          <a:xfrm>
            <a:off x="348840" y="333000"/>
            <a:ext cx="342360" cy="446760"/>
            <a:chOff x="348840" y="333000"/>
            <a:chExt cx="342360" cy="446760"/>
          </a:xfrm>
        </p:grpSpPr>
        <p:sp>
          <p:nvSpPr>
            <p:cNvPr id="1169" name="CustomShape 3"/>
            <p:cNvSpPr/>
            <p:nvPr/>
          </p:nvSpPr>
          <p:spPr>
            <a:xfrm>
              <a:off x="376200" y="391320"/>
              <a:ext cx="315000" cy="388440"/>
            </a:xfrm>
            <a:custGeom>
              <a:avLst/>
              <a:gdLst/>
              <a:ahLst/>
              <a:rect l="l" t="t" r="r" b="b"/>
              <a:pathLst>
                <a:path w="15004" h="18510">
                  <a:moveTo>
                    <a:pt x="1" y="17536"/>
                  </a:moveTo>
                  <a:lnTo>
                    <a:pt x="1" y="17536"/>
                  </a:lnTo>
                  <a:lnTo>
                    <a:pt x="1" y="17536"/>
                  </a:lnTo>
                  <a:lnTo>
                    <a:pt x="25" y="17682"/>
                  </a:lnTo>
                  <a:lnTo>
                    <a:pt x="49" y="17852"/>
                  </a:lnTo>
                  <a:lnTo>
                    <a:pt x="123" y="18023"/>
                  </a:lnTo>
                  <a:lnTo>
                    <a:pt x="220" y="18193"/>
                  </a:lnTo>
                  <a:lnTo>
                    <a:pt x="293" y="18291"/>
                  </a:lnTo>
                  <a:lnTo>
                    <a:pt x="390" y="18364"/>
                  </a:lnTo>
                  <a:lnTo>
                    <a:pt x="488" y="18412"/>
                  </a:lnTo>
                  <a:lnTo>
                    <a:pt x="610" y="18461"/>
                  </a:lnTo>
                  <a:lnTo>
                    <a:pt x="756" y="18510"/>
                  </a:lnTo>
                  <a:lnTo>
                    <a:pt x="926" y="18510"/>
                  </a:lnTo>
                  <a:lnTo>
                    <a:pt x="14468" y="18510"/>
                  </a:lnTo>
                  <a:lnTo>
                    <a:pt x="14468" y="18510"/>
                  </a:lnTo>
                  <a:lnTo>
                    <a:pt x="14541" y="18510"/>
                  </a:lnTo>
                  <a:lnTo>
                    <a:pt x="14614" y="18485"/>
                  </a:lnTo>
                  <a:lnTo>
                    <a:pt x="14736" y="18412"/>
                  </a:lnTo>
                  <a:lnTo>
                    <a:pt x="14833" y="18291"/>
                  </a:lnTo>
                  <a:lnTo>
                    <a:pt x="14906" y="18144"/>
                  </a:lnTo>
                  <a:lnTo>
                    <a:pt x="14955" y="17974"/>
                  </a:lnTo>
                  <a:lnTo>
                    <a:pt x="14979" y="17779"/>
                  </a:lnTo>
                  <a:lnTo>
                    <a:pt x="15003" y="17438"/>
                  </a:lnTo>
                  <a:lnTo>
                    <a:pt x="15003" y="487"/>
                  </a:lnTo>
                  <a:lnTo>
                    <a:pt x="15003" y="487"/>
                  </a:lnTo>
                  <a:lnTo>
                    <a:pt x="15003" y="341"/>
                  </a:lnTo>
                  <a:lnTo>
                    <a:pt x="14979" y="219"/>
                  </a:lnTo>
                  <a:lnTo>
                    <a:pt x="14955" y="146"/>
                  </a:lnTo>
                  <a:lnTo>
                    <a:pt x="14906" y="73"/>
                  </a:lnTo>
                  <a:lnTo>
                    <a:pt x="14833" y="49"/>
                  </a:lnTo>
                  <a:lnTo>
                    <a:pt x="14736" y="24"/>
                  </a:lnTo>
                  <a:lnTo>
                    <a:pt x="1446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0" name="CustomShape 4"/>
            <p:cNvSpPr/>
            <p:nvPr/>
          </p:nvSpPr>
          <p:spPr>
            <a:xfrm>
              <a:off x="348840" y="354600"/>
              <a:ext cx="316800" cy="388440"/>
            </a:xfrm>
            <a:custGeom>
              <a:avLst/>
              <a:gdLst/>
              <a:ahLst/>
              <a:rect l="l" t="t" r="r" b="b"/>
              <a:pathLst>
                <a:path w="15101" h="18511">
                  <a:moveTo>
                    <a:pt x="14321" y="0"/>
                  </a:moveTo>
                  <a:lnTo>
                    <a:pt x="780" y="0"/>
                  </a:lnTo>
                  <a:lnTo>
                    <a:pt x="780" y="0"/>
                  </a:lnTo>
                  <a:lnTo>
                    <a:pt x="634" y="25"/>
                  </a:lnTo>
                  <a:lnTo>
                    <a:pt x="488" y="74"/>
                  </a:lnTo>
                  <a:lnTo>
                    <a:pt x="342" y="122"/>
                  </a:lnTo>
                  <a:lnTo>
                    <a:pt x="220" y="220"/>
                  </a:lnTo>
                  <a:lnTo>
                    <a:pt x="122" y="341"/>
                  </a:lnTo>
                  <a:lnTo>
                    <a:pt x="74" y="488"/>
                  </a:lnTo>
                  <a:lnTo>
                    <a:pt x="25" y="634"/>
                  </a:lnTo>
                  <a:lnTo>
                    <a:pt x="1" y="780"/>
                  </a:lnTo>
                  <a:lnTo>
                    <a:pt x="1" y="17731"/>
                  </a:lnTo>
                  <a:lnTo>
                    <a:pt x="1" y="17731"/>
                  </a:lnTo>
                  <a:lnTo>
                    <a:pt x="25" y="17877"/>
                  </a:lnTo>
                  <a:lnTo>
                    <a:pt x="74" y="18023"/>
                  </a:lnTo>
                  <a:lnTo>
                    <a:pt x="122" y="18169"/>
                  </a:lnTo>
                  <a:lnTo>
                    <a:pt x="220" y="18291"/>
                  </a:lnTo>
                  <a:lnTo>
                    <a:pt x="342" y="18388"/>
                  </a:lnTo>
                  <a:lnTo>
                    <a:pt x="488" y="18437"/>
                  </a:lnTo>
                  <a:lnTo>
                    <a:pt x="634" y="18486"/>
                  </a:lnTo>
                  <a:lnTo>
                    <a:pt x="780" y="18510"/>
                  </a:lnTo>
                  <a:lnTo>
                    <a:pt x="14321" y="18510"/>
                  </a:lnTo>
                  <a:lnTo>
                    <a:pt x="14321" y="18510"/>
                  </a:lnTo>
                  <a:lnTo>
                    <a:pt x="14467" y="18486"/>
                  </a:lnTo>
                  <a:lnTo>
                    <a:pt x="14614" y="18437"/>
                  </a:lnTo>
                  <a:lnTo>
                    <a:pt x="14760" y="18388"/>
                  </a:lnTo>
                  <a:lnTo>
                    <a:pt x="14881" y="18291"/>
                  </a:lnTo>
                  <a:lnTo>
                    <a:pt x="14979" y="18169"/>
                  </a:lnTo>
                  <a:lnTo>
                    <a:pt x="15028" y="18023"/>
                  </a:lnTo>
                  <a:lnTo>
                    <a:pt x="15076" y="17877"/>
                  </a:lnTo>
                  <a:lnTo>
                    <a:pt x="15101" y="17731"/>
                  </a:lnTo>
                  <a:lnTo>
                    <a:pt x="15101" y="780"/>
                  </a:lnTo>
                  <a:lnTo>
                    <a:pt x="15101" y="780"/>
                  </a:lnTo>
                  <a:lnTo>
                    <a:pt x="15076" y="634"/>
                  </a:lnTo>
                  <a:lnTo>
                    <a:pt x="15028" y="488"/>
                  </a:lnTo>
                  <a:lnTo>
                    <a:pt x="14979" y="341"/>
                  </a:lnTo>
                  <a:lnTo>
                    <a:pt x="14881" y="220"/>
                  </a:lnTo>
                  <a:lnTo>
                    <a:pt x="14760" y="122"/>
                  </a:lnTo>
                  <a:lnTo>
                    <a:pt x="14614" y="74"/>
                  </a:lnTo>
                  <a:lnTo>
                    <a:pt x="14467" y="25"/>
                  </a:lnTo>
                  <a:lnTo>
                    <a:pt x="14321" y="0"/>
                  </a:lnTo>
                  <a:lnTo>
                    <a:pt x="1432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1" name="CustomShape 5"/>
            <p:cNvSpPr/>
            <p:nvPr/>
          </p:nvSpPr>
          <p:spPr>
            <a:xfrm>
              <a:off x="522360" y="358200"/>
              <a:ext cx="37440" cy="37440"/>
            </a:xfrm>
            <a:custGeom>
              <a:avLst/>
              <a:gdLst/>
              <a:ahLst/>
              <a:rect l="l" t="t" r="r" b="b"/>
              <a:pathLst>
                <a:path w="1804" h="1804">
                  <a:moveTo>
                    <a:pt x="902" y="1"/>
                  </a:moveTo>
                  <a:lnTo>
                    <a:pt x="902" y="1"/>
                  </a:lnTo>
                  <a:lnTo>
                    <a:pt x="1073" y="25"/>
                  </a:lnTo>
                  <a:lnTo>
                    <a:pt x="1243" y="74"/>
                  </a:lnTo>
                  <a:lnTo>
                    <a:pt x="1414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9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9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4" y="1657"/>
                  </a:lnTo>
                  <a:lnTo>
                    <a:pt x="1243" y="1730"/>
                  </a:lnTo>
                  <a:lnTo>
                    <a:pt x="1073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2" y="1779"/>
                  </a:lnTo>
                  <a:lnTo>
                    <a:pt x="561" y="1730"/>
                  </a:lnTo>
                  <a:lnTo>
                    <a:pt x="391" y="1657"/>
                  </a:lnTo>
                  <a:lnTo>
                    <a:pt x="269" y="1535"/>
                  </a:lnTo>
                  <a:lnTo>
                    <a:pt x="147" y="1414"/>
                  </a:lnTo>
                  <a:lnTo>
                    <a:pt x="74" y="1243"/>
                  </a:lnTo>
                  <a:lnTo>
                    <a:pt x="25" y="1073"/>
                  </a:lnTo>
                  <a:lnTo>
                    <a:pt x="1" y="902"/>
                  </a:lnTo>
                  <a:lnTo>
                    <a:pt x="1" y="902"/>
                  </a:lnTo>
                  <a:lnTo>
                    <a:pt x="25" y="732"/>
                  </a:lnTo>
                  <a:lnTo>
                    <a:pt x="74" y="561"/>
                  </a:lnTo>
                  <a:lnTo>
                    <a:pt x="147" y="391"/>
                  </a:lnTo>
                  <a:lnTo>
                    <a:pt x="269" y="269"/>
                  </a:lnTo>
                  <a:lnTo>
                    <a:pt x="391" y="147"/>
                  </a:lnTo>
                  <a:lnTo>
                    <a:pt x="561" y="74"/>
                  </a:lnTo>
                  <a:lnTo>
                    <a:pt x="732" y="25"/>
                  </a:lnTo>
                  <a:lnTo>
                    <a:pt x="902" y="1"/>
                  </a:lnTo>
                  <a:lnTo>
                    <a:pt x="90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2" name="CustomShape 6"/>
            <p:cNvSpPr/>
            <p:nvPr/>
          </p:nvSpPr>
          <p:spPr>
            <a:xfrm>
              <a:off x="452520" y="358200"/>
              <a:ext cx="37440" cy="37440"/>
            </a:xfrm>
            <a:custGeom>
              <a:avLst/>
              <a:gdLst/>
              <a:ahLst/>
              <a:rect l="l" t="t" r="r" b="b"/>
              <a:pathLst>
                <a:path w="1803" h="1804">
                  <a:moveTo>
                    <a:pt x="902" y="1"/>
                  </a:moveTo>
                  <a:lnTo>
                    <a:pt x="902" y="1"/>
                  </a:lnTo>
                  <a:lnTo>
                    <a:pt x="1072" y="25"/>
                  </a:lnTo>
                  <a:lnTo>
                    <a:pt x="1243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9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9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3" y="1730"/>
                  </a:lnTo>
                  <a:lnTo>
                    <a:pt x="1072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1" y="1779"/>
                  </a:lnTo>
                  <a:lnTo>
                    <a:pt x="561" y="1730"/>
                  </a:lnTo>
                  <a:lnTo>
                    <a:pt x="390" y="1657"/>
                  </a:lnTo>
                  <a:lnTo>
                    <a:pt x="269" y="1535"/>
                  </a:lnTo>
                  <a:lnTo>
                    <a:pt x="147" y="1414"/>
                  </a:lnTo>
                  <a:lnTo>
                    <a:pt x="74" y="1243"/>
                  </a:lnTo>
                  <a:lnTo>
                    <a:pt x="25" y="1073"/>
                  </a:lnTo>
                  <a:lnTo>
                    <a:pt x="1" y="902"/>
                  </a:lnTo>
                  <a:lnTo>
                    <a:pt x="1" y="902"/>
                  </a:lnTo>
                  <a:lnTo>
                    <a:pt x="25" y="732"/>
                  </a:lnTo>
                  <a:lnTo>
                    <a:pt x="74" y="561"/>
                  </a:lnTo>
                  <a:lnTo>
                    <a:pt x="147" y="391"/>
                  </a:lnTo>
                  <a:lnTo>
                    <a:pt x="269" y="269"/>
                  </a:lnTo>
                  <a:lnTo>
                    <a:pt x="390" y="147"/>
                  </a:lnTo>
                  <a:lnTo>
                    <a:pt x="561" y="74"/>
                  </a:lnTo>
                  <a:lnTo>
                    <a:pt x="731" y="25"/>
                  </a:lnTo>
                  <a:lnTo>
                    <a:pt x="902" y="1"/>
                  </a:lnTo>
                  <a:lnTo>
                    <a:pt x="90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3" name="CustomShape 7"/>
            <p:cNvSpPr/>
            <p:nvPr/>
          </p:nvSpPr>
          <p:spPr>
            <a:xfrm>
              <a:off x="383040" y="358200"/>
              <a:ext cx="37440" cy="37440"/>
            </a:xfrm>
            <a:custGeom>
              <a:avLst/>
              <a:gdLst/>
              <a:ahLst/>
              <a:rect l="l" t="t" r="r" b="b"/>
              <a:pathLst>
                <a:path w="1803" h="1804">
                  <a:moveTo>
                    <a:pt x="0" y="902"/>
                  </a:moveTo>
                  <a:lnTo>
                    <a:pt x="0" y="902"/>
                  </a:lnTo>
                  <a:lnTo>
                    <a:pt x="25" y="732"/>
                  </a:lnTo>
                  <a:lnTo>
                    <a:pt x="73" y="561"/>
                  </a:lnTo>
                  <a:lnTo>
                    <a:pt x="147" y="391"/>
                  </a:lnTo>
                  <a:lnTo>
                    <a:pt x="268" y="269"/>
                  </a:lnTo>
                  <a:lnTo>
                    <a:pt x="390" y="147"/>
                  </a:lnTo>
                  <a:lnTo>
                    <a:pt x="561" y="74"/>
                  </a:lnTo>
                  <a:lnTo>
                    <a:pt x="731" y="25"/>
                  </a:lnTo>
                  <a:lnTo>
                    <a:pt x="902" y="1"/>
                  </a:lnTo>
                  <a:lnTo>
                    <a:pt x="902" y="1"/>
                  </a:lnTo>
                  <a:lnTo>
                    <a:pt x="1072" y="25"/>
                  </a:lnTo>
                  <a:lnTo>
                    <a:pt x="1243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7" y="391"/>
                  </a:lnTo>
                  <a:lnTo>
                    <a:pt x="1730" y="561"/>
                  </a:lnTo>
                  <a:lnTo>
                    <a:pt x="1778" y="732"/>
                  </a:lnTo>
                  <a:lnTo>
                    <a:pt x="1803" y="902"/>
                  </a:lnTo>
                  <a:lnTo>
                    <a:pt x="1803" y="902"/>
                  </a:lnTo>
                  <a:lnTo>
                    <a:pt x="1778" y="1073"/>
                  </a:lnTo>
                  <a:lnTo>
                    <a:pt x="1730" y="1243"/>
                  </a:lnTo>
                  <a:lnTo>
                    <a:pt x="1657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3" y="1730"/>
                  </a:lnTo>
                  <a:lnTo>
                    <a:pt x="1072" y="1779"/>
                  </a:lnTo>
                  <a:lnTo>
                    <a:pt x="902" y="1803"/>
                  </a:lnTo>
                  <a:lnTo>
                    <a:pt x="902" y="1803"/>
                  </a:lnTo>
                  <a:lnTo>
                    <a:pt x="731" y="1779"/>
                  </a:lnTo>
                  <a:lnTo>
                    <a:pt x="561" y="1730"/>
                  </a:lnTo>
                  <a:lnTo>
                    <a:pt x="390" y="1657"/>
                  </a:lnTo>
                  <a:lnTo>
                    <a:pt x="268" y="1535"/>
                  </a:lnTo>
                  <a:lnTo>
                    <a:pt x="147" y="1414"/>
                  </a:lnTo>
                  <a:lnTo>
                    <a:pt x="73" y="1243"/>
                  </a:lnTo>
                  <a:lnTo>
                    <a:pt x="25" y="1073"/>
                  </a:lnTo>
                  <a:lnTo>
                    <a:pt x="0" y="902"/>
                  </a:lnTo>
                  <a:lnTo>
                    <a:pt x="0" y="90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4" name="CustomShape 8"/>
            <p:cNvSpPr/>
            <p:nvPr/>
          </p:nvSpPr>
          <p:spPr>
            <a:xfrm>
              <a:off x="398880" y="623880"/>
              <a:ext cx="112320" cy="360"/>
            </a:xfrm>
            <a:custGeom>
              <a:avLst/>
              <a:gdLst/>
              <a:ahLst/>
              <a:rect l="l" t="t" r="r" b="b"/>
              <a:pathLst>
                <a:path w="5359" h="1">
                  <a:moveTo>
                    <a:pt x="5358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5" name="CustomShape 9"/>
            <p:cNvSpPr/>
            <p:nvPr/>
          </p:nvSpPr>
          <p:spPr>
            <a:xfrm>
              <a:off x="398880" y="577080"/>
              <a:ext cx="214560" cy="360"/>
            </a:xfrm>
            <a:custGeom>
              <a:avLst/>
              <a:gdLst/>
              <a:ah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6" name="CustomShape 10"/>
            <p:cNvSpPr/>
            <p:nvPr/>
          </p:nvSpPr>
          <p:spPr>
            <a:xfrm>
              <a:off x="398880" y="531000"/>
              <a:ext cx="214560" cy="360"/>
            </a:xfrm>
            <a:custGeom>
              <a:avLst/>
              <a:gdLst/>
              <a:ah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7" name="CustomShape 11"/>
            <p:cNvSpPr/>
            <p:nvPr/>
          </p:nvSpPr>
          <p:spPr>
            <a:xfrm>
              <a:off x="398880" y="484560"/>
              <a:ext cx="214560" cy="360"/>
            </a:xfrm>
            <a:custGeom>
              <a:avLst/>
              <a:gdLst/>
              <a:ah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8" name="CustomShape 12"/>
            <p:cNvSpPr/>
            <p:nvPr/>
          </p:nvSpPr>
          <p:spPr>
            <a:xfrm>
              <a:off x="591840" y="358200"/>
              <a:ext cx="37440" cy="37440"/>
            </a:xfrm>
            <a:custGeom>
              <a:avLst/>
              <a:gdLst/>
              <a:ahLst/>
              <a:rect l="l" t="t" r="r" b="b"/>
              <a:pathLst>
                <a:path w="1803" h="1804">
                  <a:moveTo>
                    <a:pt x="901" y="1803"/>
                  </a:moveTo>
                  <a:lnTo>
                    <a:pt x="901" y="1803"/>
                  </a:lnTo>
                  <a:lnTo>
                    <a:pt x="731" y="1779"/>
                  </a:lnTo>
                  <a:lnTo>
                    <a:pt x="560" y="1730"/>
                  </a:lnTo>
                  <a:lnTo>
                    <a:pt x="390" y="1657"/>
                  </a:lnTo>
                  <a:lnTo>
                    <a:pt x="268" y="1535"/>
                  </a:lnTo>
                  <a:lnTo>
                    <a:pt x="146" y="1414"/>
                  </a:lnTo>
                  <a:lnTo>
                    <a:pt x="73" y="1243"/>
                  </a:lnTo>
                  <a:lnTo>
                    <a:pt x="25" y="1073"/>
                  </a:lnTo>
                  <a:lnTo>
                    <a:pt x="0" y="902"/>
                  </a:lnTo>
                  <a:lnTo>
                    <a:pt x="0" y="902"/>
                  </a:lnTo>
                  <a:lnTo>
                    <a:pt x="25" y="732"/>
                  </a:lnTo>
                  <a:lnTo>
                    <a:pt x="73" y="561"/>
                  </a:lnTo>
                  <a:lnTo>
                    <a:pt x="146" y="391"/>
                  </a:lnTo>
                  <a:lnTo>
                    <a:pt x="268" y="269"/>
                  </a:lnTo>
                  <a:lnTo>
                    <a:pt x="390" y="147"/>
                  </a:lnTo>
                  <a:lnTo>
                    <a:pt x="560" y="74"/>
                  </a:lnTo>
                  <a:lnTo>
                    <a:pt x="731" y="25"/>
                  </a:lnTo>
                  <a:lnTo>
                    <a:pt x="901" y="1"/>
                  </a:lnTo>
                  <a:lnTo>
                    <a:pt x="901" y="1"/>
                  </a:lnTo>
                  <a:lnTo>
                    <a:pt x="1072" y="25"/>
                  </a:lnTo>
                  <a:lnTo>
                    <a:pt x="1242" y="74"/>
                  </a:lnTo>
                  <a:lnTo>
                    <a:pt x="1413" y="147"/>
                  </a:lnTo>
                  <a:lnTo>
                    <a:pt x="1535" y="269"/>
                  </a:lnTo>
                  <a:lnTo>
                    <a:pt x="1656" y="391"/>
                  </a:lnTo>
                  <a:lnTo>
                    <a:pt x="1729" y="561"/>
                  </a:lnTo>
                  <a:lnTo>
                    <a:pt x="1778" y="732"/>
                  </a:lnTo>
                  <a:lnTo>
                    <a:pt x="1802" y="902"/>
                  </a:lnTo>
                  <a:lnTo>
                    <a:pt x="1802" y="902"/>
                  </a:lnTo>
                  <a:lnTo>
                    <a:pt x="1778" y="1073"/>
                  </a:lnTo>
                  <a:lnTo>
                    <a:pt x="1729" y="1243"/>
                  </a:lnTo>
                  <a:lnTo>
                    <a:pt x="1656" y="1414"/>
                  </a:lnTo>
                  <a:lnTo>
                    <a:pt x="1535" y="1535"/>
                  </a:lnTo>
                  <a:lnTo>
                    <a:pt x="1413" y="1657"/>
                  </a:lnTo>
                  <a:lnTo>
                    <a:pt x="1242" y="1730"/>
                  </a:lnTo>
                  <a:lnTo>
                    <a:pt x="1072" y="1779"/>
                  </a:lnTo>
                  <a:lnTo>
                    <a:pt x="901" y="1803"/>
                  </a:lnTo>
                  <a:lnTo>
                    <a:pt x="901" y="180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9" name="CustomShape 13"/>
            <p:cNvSpPr/>
            <p:nvPr/>
          </p:nvSpPr>
          <p:spPr>
            <a:xfrm>
              <a:off x="402840" y="333000"/>
              <a:ext cx="360" cy="42480"/>
            </a:xfrm>
            <a:custGeom>
              <a:avLst/>
              <a:gdLst/>
              <a:ahLst/>
              <a:rect l="l" t="t" r="r" b="b"/>
              <a:pathLst>
                <a:path w="1" h="2047">
                  <a:moveTo>
                    <a:pt x="0" y="1"/>
                  </a:moveTo>
                  <a:lnTo>
                    <a:pt x="0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80" name="CustomShape 14"/>
            <p:cNvSpPr/>
            <p:nvPr/>
          </p:nvSpPr>
          <p:spPr>
            <a:xfrm>
              <a:off x="472680" y="333000"/>
              <a:ext cx="360" cy="42480"/>
            </a:xfrm>
            <a:custGeom>
              <a:avLst/>
              <a:gdLst/>
              <a:ahLst/>
              <a:rect l="l" t="t" r="r" b="b"/>
              <a:pathLst>
                <a:path w="1" h="2047">
                  <a:moveTo>
                    <a:pt x="1" y="1"/>
                  </a:moveTo>
                  <a:lnTo>
                    <a:pt x="1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81" name="CustomShape 15"/>
            <p:cNvSpPr/>
            <p:nvPr/>
          </p:nvSpPr>
          <p:spPr>
            <a:xfrm>
              <a:off x="542160" y="333000"/>
              <a:ext cx="360" cy="42480"/>
            </a:xfrm>
            <a:custGeom>
              <a:avLst/>
              <a:gdLst/>
              <a:ahLst/>
              <a:rect l="l" t="t" r="r" b="b"/>
              <a:pathLst>
                <a:path w="1" h="2047">
                  <a:moveTo>
                    <a:pt x="1" y="1"/>
                  </a:moveTo>
                  <a:lnTo>
                    <a:pt x="1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82" name="CustomShape 16"/>
            <p:cNvSpPr/>
            <p:nvPr/>
          </p:nvSpPr>
          <p:spPr>
            <a:xfrm>
              <a:off x="611640" y="333000"/>
              <a:ext cx="360" cy="42480"/>
            </a:xfrm>
            <a:custGeom>
              <a:avLst/>
              <a:gdLst/>
              <a:ahLst/>
              <a:rect l="l" t="t" r="r" b="b"/>
              <a:pathLst>
                <a:path w="1" h="2047">
                  <a:moveTo>
                    <a:pt x="0" y="1"/>
                  </a:moveTo>
                  <a:lnTo>
                    <a:pt x="0" y="204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183" name="Group 17"/>
          <p:cNvGrpSpPr/>
          <p:nvPr/>
        </p:nvGrpSpPr>
        <p:grpSpPr>
          <a:xfrm>
            <a:off x="901440" y="398880"/>
            <a:ext cx="372240" cy="309960"/>
            <a:chOff x="901440" y="398880"/>
            <a:chExt cx="372240" cy="309960"/>
          </a:xfrm>
        </p:grpSpPr>
        <p:sp>
          <p:nvSpPr>
            <p:cNvPr id="1184" name="CustomShape 18"/>
            <p:cNvSpPr/>
            <p:nvPr/>
          </p:nvSpPr>
          <p:spPr>
            <a:xfrm>
              <a:off x="901440" y="398880"/>
              <a:ext cx="372240" cy="309960"/>
            </a:xfrm>
            <a:custGeom>
              <a:avLst/>
              <a:gdLst/>
              <a:ahLst/>
              <a:rect l="l" t="t" r="r" b="b"/>
              <a:pathLst>
                <a:path w="17732" h="14760">
                  <a:moveTo>
                    <a:pt x="16952" y="2558"/>
                  </a:moveTo>
                  <a:lnTo>
                    <a:pt x="13664" y="2558"/>
                  </a:lnTo>
                  <a:lnTo>
                    <a:pt x="13226" y="755"/>
                  </a:lnTo>
                  <a:lnTo>
                    <a:pt x="13226" y="755"/>
                  </a:lnTo>
                  <a:lnTo>
                    <a:pt x="13177" y="609"/>
                  </a:lnTo>
                  <a:lnTo>
                    <a:pt x="13104" y="463"/>
                  </a:lnTo>
                  <a:lnTo>
                    <a:pt x="13006" y="317"/>
                  </a:lnTo>
                  <a:lnTo>
                    <a:pt x="12885" y="220"/>
                  </a:lnTo>
                  <a:lnTo>
                    <a:pt x="12739" y="122"/>
                  </a:lnTo>
                  <a:lnTo>
                    <a:pt x="12592" y="49"/>
                  </a:lnTo>
                  <a:lnTo>
                    <a:pt x="12446" y="0"/>
                  </a:lnTo>
                  <a:lnTo>
                    <a:pt x="12276" y="0"/>
                  </a:lnTo>
                  <a:lnTo>
                    <a:pt x="5456" y="0"/>
                  </a:lnTo>
                  <a:lnTo>
                    <a:pt x="5456" y="0"/>
                  </a:lnTo>
                  <a:lnTo>
                    <a:pt x="5286" y="0"/>
                  </a:lnTo>
                  <a:lnTo>
                    <a:pt x="5140" y="49"/>
                  </a:lnTo>
                  <a:lnTo>
                    <a:pt x="4994" y="122"/>
                  </a:lnTo>
                  <a:lnTo>
                    <a:pt x="4848" y="220"/>
                  </a:lnTo>
                  <a:lnTo>
                    <a:pt x="4726" y="317"/>
                  </a:lnTo>
                  <a:lnTo>
                    <a:pt x="4628" y="463"/>
                  </a:lnTo>
                  <a:lnTo>
                    <a:pt x="4555" y="609"/>
                  </a:lnTo>
                  <a:lnTo>
                    <a:pt x="4507" y="755"/>
                  </a:lnTo>
                  <a:lnTo>
                    <a:pt x="4068" y="2558"/>
                  </a:lnTo>
                  <a:lnTo>
                    <a:pt x="3240" y="2558"/>
                  </a:lnTo>
                  <a:lnTo>
                    <a:pt x="3240" y="2558"/>
                  </a:lnTo>
                  <a:lnTo>
                    <a:pt x="3240" y="2558"/>
                  </a:lnTo>
                  <a:lnTo>
                    <a:pt x="3240" y="2460"/>
                  </a:lnTo>
                  <a:lnTo>
                    <a:pt x="3216" y="2363"/>
                  </a:lnTo>
                  <a:lnTo>
                    <a:pt x="3167" y="2290"/>
                  </a:lnTo>
                  <a:lnTo>
                    <a:pt x="3094" y="2217"/>
                  </a:lnTo>
                  <a:lnTo>
                    <a:pt x="3045" y="2144"/>
                  </a:lnTo>
                  <a:lnTo>
                    <a:pt x="2948" y="2119"/>
                  </a:lnTo>
                  <a:lnTo>
                    <a:pt x="2850" y="2071"/>
                  </a:lnTo>
                  <a:lnTo>
                    <a:pt x="2753" y="2071"/>
                  </a:lnTo>
                  <a:lnTo>
                    <a:pt x="2047" y="2071"/>
                  </a:lnTo>
                  <a:lnTo>
                    <a:pt x="2047" y="2071"/>
                  </a:lnTo>
                  <a:lnTo>
                    <a:pt x="1949" y="2071"/>
                  </a:lnTo>
                  <a:lnTo>
                    <a:pt x="1852" y="2119"/>
                  </a:lnTo>
                  <a:lnTo>
                    <a:pt x="1779" y="2144"/>
                  </a:lnTo>
                  <a:lnTo>
                    <a:pt x="1706" y="2217"/>
                  </a:lnTo>
                  <a:lnTo>
                    <a:pt x="1633" y="2290"/>
                  </a:lnTo>
                  <a:lnTo>
                    <a:pt x="1608" y="2363"/>
                  </a:lnTo>
                  <a:lnTo>
                    <a:pt x="1560" y="2460"/>
                  </a:lnTo>
                  <a:lnTo>
                    <a:pt x="1560" y="2558"/>
                  </a:lnTo>
                  <a:lnTo>
                    <a:pt x="1560" y="2558"/>
                  </a:lnTo>
                  <a:lnTo>
                    <a:pt x="780" y="2558"/>
                  </a:lnTo>
                  <a:lnTo>
                    <a:pt x="780" y="2558"/>
                  </a:lnTo>
                  <a:lnTo>
                    <a:pt x="634" y="2582"/>
                  </a:lnTo>
                  <a:lnTo>
                    <a:pt x="488" y="2631"/>
                  </a:lnTo>
                  <a:lnTo>
                    <a:pt x="342" y="2679"/>
                  </a:lnTo>
                  <a:lnTo>
                    <a:pt x="220" y="2777"/>
                  </a:lnTo>
                  <a:lnTo>
                    <a:pt x="123" y="2899"/>
                  </a:lnTo>
                  <a:lnTo>
                    <a:pt x="74" y="3045"/>
                  </a:lnTo>
                  <a:lnTo>
                    <a:pt x="25" y="3191"/>
                  </a:lnTo>
                  <a:lnTo>
                    <a:pt x="1" y="3337"/>
                  </a:lnTo>
                  <a:lnTo>
                    <a:pt x="1" y="13980"/>
                  </a:lnTo>
                  <a:lnTo>
                    <a:pt x="1" y="13980"/>
                  </a:lnTo>
                  <a:lnTo>
                    <a:pt x="25" y="14151"/>
                  </a:lnTo>
                  <a:lnTo>
                    <a:pt x="74" y="14297"/>
                  </a:lnTo>
                  <a:lnTo>
                    <a:pt x="123" y="14418"/>
                  </a:lnTo>
                  <a:lnTo>
                    <a:pt x="220" y="14540"/>
                  </a:lnTo>
                  <a:lnTo>
                    <a:pt x="342" y="14638"/>
                  </a:lnTo>
                  <a:lnTo>
                    <a:pt x="488" y="14711"/>
                  </a:lnTo>
                  <a:lnTo>
                    <a:pt x="634" y="14759"/>
                  </a:lnTo>
                  <a:lnTo>
                    <a:pt x="780" y="14759"/>
                  </a:lnTo>
                  <a:lnTo>
                    <a:pt x="16952" y="14759"/>
                  </a:lnTo>
                  <a:lnTo>
                    <a:pt x="16952" y="14759"/>
                  </a:lnTo>
                  <a:lnTo>
                    <a:pt x="17098" y="14759"/>
                  </a:lnTo>
                  <a:lnTo>
                    <a:pt x="17244" y="14711"/>
                  </a:lnTo>
                  <a:lnTo>
                    <a:pt x="17390" y="14638"/>
                  </a:lnTo>
                  <a:lnTo>
                    <a:pt x="17512" y="14540"/>
                  </a:lnTo>
                  <a:lnTo>
                    <a:pt x="17610" y="14418"/>
                  </a:lnTo>
                  <a:lnTo>
                    <a:pt x="17658" y="14297"/>
                  </a:lnTo>
                  <a:lnTo>
                    <a:pt x="17707" y="14151"/>
                  </a:lnTo>
                  <a:lnTo>
                    <a:pt x="17731" y="13980"/>
                  </a:lnTo>
                  <a:lnTo>
                    <a:pt x="17731" y="3337"/>
                  </a:lnTo>
                  <a:lnTo>
                    <a:pt x="17731" y="3337"/>
                  </a:lnTo>
                  <a:lnTo>
                    <a:pt x="17707" y="3191"/>
                  </a:lnTo>
                  <a:lnTo>
                    <a:pt x="17658" y="3045"/>
                  </a:lnTo>
                  <a:lnTo>
                    <a:pt x="17610" y="2899"/>
                  </a:lnTo>
                  <a:lnTo>
                    <a:pt x="17512" y="2777"/>
                  </a:lnTo>
                  <a:lnTo>
                    <a:pt x="17390" y="2679"/>
                  </a:lnTo>
                  <a:lnTo>
                    <a:pt x="17244" y="2631"/>
                  </a:lnTo>
                  <a:lnTo>
                    <a:pt x="17098" y="2582"/>
                  </a:lnTo>
                  <a:lnTo>
                    <a:pt x="16952" y="2558"/>
                  </a:lnTo>
                  <a:lnTo>
                    <a:pt x="16952" y="255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85" name="CustomShape 19"/>
            <p:cNvSpPr/>
            <p:nvPr/>
          </p:nvSpPr>
          <p:spPr>
            <a:xfrm>
              <a:off x="1027800" y="452880"/>
              <a:ext cx="119520" cy="360"/>
            </a:xfrm>
            <a:custGeom>
              <a:avLst/>
              <a:gdLst/>
              <a:ahLst/>
              <a:rect l="l" t="t" r="r" b="b"/>
              <a:pathLst>
                <a:path w="5700" h="1">
                  <a:moveTo>
                    <a:pt x="5700" y="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86" name="CustomShape 20"/>
            <p:cNvSpPr/>
            <p:nvPr/>
          </p:nvSpPr>
          <p:spPr>
            <a:xfrm>
              <a:off x="1004400" y="506160"/>
              <a:ext cx="166320" cy="165960"/>
            </a:xfrm>
            <a:custGeom>
              <a:avLst/>
              <a:gdLst/>
              <a:ahLst/>
              <a:rect l="l" t="t" r="r" b="b"/>
              <a:pathLst>
                <a:path w="7940" h="7916">
                  <a:moveTo>
                    <a:pt x="3970" y="7916"/>
                  </a:moveTo>
                  <a:lnTo>
                    <a:pt x="3970" y="7916"/>
                  </a:lnTo>
                  <a:lnTo>
                    <a:pt x="3556" y="7892"/>
                  </a:lnTo>
                  <a:lnTo>
                    <a:pt x="3166" y="7843"/>
                  </a:lnTo>
                  <a:lnTo>
                    <a:pt x="2801" y="7745"/>
                  </a:lnTo>
                  <a:lnTo>
                    <a:pt x="2436" y="7624"/>
                  </a:lnTo>
                  <a:lnTo>
                    <a:pt x="2070" y="7453"/>
                  </a:lnTo>
                  <a:lnTo>
                    <a:pt x="1754" y="7258"/>
                  </a:lnTo>
                  <a:lnTo>
                    <a:pt x="1462" y="7015"/>
                  </a:lnTo>
                  <a:lnTo>
                    <a:pt x="1169" y="6771"/>
                  </a:lnTo>
                  <a:lnTo>
                    <a:pt x="901" y="6479"/>
                  </a:lnTo>
                  <a:lnTo>
                    <a:pt x="682" y="6187"/>
                  </a:lnTo>
                  <a:lnTo>
                    <a:pt x="487" y="5846"/>
                  </a:lnTo>
                  <a:lnTo>
                    <a:pt x="317" y="5505"/>
                  </a:lnTo>
                  <a:lnTo>
                    <a:pt x="195" y="5139"/>
                  </a:lnTo>
                  <a:lnTo>
                    <a:pt x="98" y="4750"/>
                  </a:lnTo>
                  <a:lnTo>
                    <a:pt x="25" y="4360"/>
                  </a:lnTo>
                  <a:lnTo>
                    <a:pt x="0" y="3970"/>
                  </a:lnTo>
                  <a:lnTo>
                    <a:pt x="0" y="3970"/>
                  </a:lnTo>
                  <a:lnTo>
                    <a:pt x="25" y="3556"/>
                  </a:lnTo>
                  <a:lnTo>
                    <a:pt x="98" y="3167"/>
                  </a:lnTo>
                  <a:lnTo>
                    <a:pt x="195" y="2777"/>
                  </a:lnTo>
                  <a:lnTo>
                    <a:pt x="317" y="2412"/>
                  </a:lnTo>
                  <a:lnTo>
                    <a:pt x="487" y="2071"/>
                  </a:lnTo>
                  <a:lnTo>
                    <a:pt x="682" y="1754"/>
                  </a:lnTo>
                  <a:lnTo>
                    <a:pt x="901" y="1437"/>
                  </a:lnTo>
                  <a:lnTo>
                    <a:pt x="1169" y="1170"/>
                  </a:lnTo>
                  <a:lnTo>
                    <a:pt x="1462" y="902"/>
                  </a:lnTo>
                  <a:lnTo>
                    <a:pt x="1754" y="682"/>
                  </a:lnTo>
                  <a:lnTo>
                    <a:pt x="2070" y="488"/>
                  </a:lnTo>
                  <a:lnTo>
                    <a:pt x="2436" y="317"/>
                  </a:lnTo>
                  <a:lnTo>
                    <a:pt x="2801" y="171"/>
                  </a:lnTo>
                  <a:lnTo>
                    <a:pt x="3166" y="74"/>
                  </a:lnTo>
                  <a:lnTo>
                    <a:pt x="3556" y="25"/>
                  </a:lnTo>
                  <a:lnTo>
                    <a:pt x="3970" y="1"/>
                  </a:lnTo>
                  <a:lnTo>
                    <a:pt x="3970" y="1"/>
                  </a:lnTo>
                  <a:lnTo>
                    <a:pt x="4384" y="25"/>
                  </a:lnTo>
                  <a:lnTo>
                    <a:pt x="4774" y="74"/>
                  </a:lnTo>
                  <a:lnTo>
                    <a:pt x="5139" y="171"/>
                  </a:lnTo>
                  <a:lnTo>
                    <a:pt x="5505" y="317"/>
                  </a:lnTo>
                  <a:lnTo>
                    <a:pt x="5870" y="488"/>
                  </a:lnTo>
                  <a:lnTo>
                    <a:pt x="6186" y="682"/>
                  </a:lnTo>
                  <a:lnTo>
                    <a:pt x="6479" y="902"/>
                  </a:lnTo>
                  <a:lnTo>
                    <a:pt x="6771" y="1170"/>
                  </a:lnTo>
                  <a:lnTo>
                    <a:pt x="7039" y="1437"/>
                  </a:lnTo>
                  <a:lnTo>
                    <a:pt x="7258" y="1754"/>
                  </a:lnTo>
                  <a:lnTo>
                    <a:pt x="7453" y="2071"/>
                  </a:lnTo>
                  <a:lnTo>
                    <a:pt x="7623" y="2412"/>
                  </a:lnTo>
                  <a:lnTo>
                    <a:pt x="7745" y="2777"/>
                  </a:lnTo>
                  <a:lnTo>
                    <a:pt x="7843" y="3167"/>
                  </a:lnTo>
                  <a:lnTo>
                    <a:pt x="7916" y="3556"/>
                  </a:lnTo>
                  <a:lnTo>
                    <a:pt x="7940" y="3970"/>
                  </a:lnTo>
                  <a:lnTo>
                    <a:pt x="7940" y="3970"/>
                  </a:lnTo>
                  <a:lnTo>
                    <a:pt x="7916" y="4360"/>
                  </a:lnTo>
                  <a:lnTo>
                    <a:pt x="7843" y="4750"/>
                  </a:lnTo>
                  <a:lnTo>
                    <a:pt x="7745" y="5139"/>
                  </a:lnTo>
                  <a:lnTo>
                    <a:pt x="7623" y="5505"/>
                  </a:lnTo>
                  <a:lnTo>
                    <a:pt x="7453" y="5846"/>
                  </a:lnTo>
                  <a:lnTo>
                    <a:pt x="7258" y="6187"/>
                  </a:lnTo>
                  <a:lnTo>
                    <a:pt x="7039" y="6479"/>
                  </a:lnTo>
                  <a:lnTo>
                    <a:pt x="6771" y="6771"/>
                  </a:lnTo>
                  <a:lnTo>
                    <a:pt x="6479" y="7015"/>
                  </a:lnTo>
                  <a:lnTo>
                    <a:pt x="6186" y="7258"/>
                  </a:lnTo>
                  <a:lnTo>
                    <a:pt x="5870" y="7453"/>
                  </a:lnTo>
                  <a:lnTo>
                    <a:pt x="5505" y="7624"/>
                  </a:lnTo>
                  <a:lnTo>
                    <a:pt x="5139" y="7745"/>
                  </a:lnTo>
                  <a:lnTo>
                    <a:pt x="4774" y="7843"/>
                  </a:lnTo>
                  <a:lnTo>
                    <a:pt x="4384" y="7892"/>
                  </a:lnTo>
                  <a:lnTo>
                    <a:pt x="3970" y="7916"/>
                  </a:lnTo>
                  <a:lnTo>
                    <a:pt x="3970" y="791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87" name="CustomShape 21"/>
            <p:cNvSpPr/>
            <p:nvPr/>
          </p:nvSpPr>
          <p:spPr>
            <a:xfrm>
              <a:off x="1032120" y="533520"/>
              <a:ext cx="111240" cy="110880"/>
            </a:xfrm>
            <a:custGeom>
              <a:avLst/>
              <a:gdLst/>
              <a:ahLst/>
              <a:rect l="l" t="t" r="r" b="b"/>
              <a:pathLst>
                <a:path w="5310" h="5286">
                  <a:moveTo>
                    <a:pt x="2655" y="5286"/>
                  </a:moveTo>
                  <a:lnTo>
                    <a:pt x="2655" y="5286"/>
                  </a:lnTo>
                  <a:lnTo>
                    <a:pt x="2387" y="5286"/>
                  </a:lnTo>
                  <a:lnTo>
                    <a:pt x="2119" y="5237"/>
                  </a:lnTo>
                  <a:lnTo>
                    <a:pt x="1876" y="5164"/>
                  </a:lnTo>
                  <a:lnTo>
                    <a:pt x="1632" y="5091"/>
                  </a:lnTo>
                  <a:lnTo>
                    <a:pt x="1389" y="4969"/>
                  </a:lnTo>
                  <a:lnTo>
                    <a:pt x="1169" y="4847"/>
                  </a:lnTo>
                  <a:lnTo>
                    <a:pt x="975" y="4677"/>
                  </a:lnTo>
                  <a:lnTo>
                    <a:pt x="780" y="4506"/>
                  </a:lnTo>
                  <a:lnTo>
                    <a:pt x="609" y="4336"/>
                  </a:lnTo>
                  <a:lnTo>
                    <a:pt x="463" y="4117"/>
                  </a:lnTo>
                  <a:lnTo>
                    <a:pt x="317" y="3897"/>
                  </a:lnTo>
                  <a:lnTo>
                    <a:pt x="220" y="3678"/>
                  </a:lnTo>
                  <a:lnTo>
                    <a:pt x="122" y="3435"/>
                  </a:lnTo>
                  <a:lnTo>
                    <a:pt x="74" y="3191"/>
                  </a:lnTo>
                  <a:lnTo>
                    <a:pt x="25" y="2923"/>
                  </a:lnTo>
                  <a:lnTo>
                    <a:pt x="0" y="2655"/>
                  </a:lnTo>
                  <a:lnTo>
                    <a:pt x="0" y="2655"/>
                  </a:lnTo>
                  <a:lnTo>
                    <a:pt x="25" y="2387"/>
                  </a:lnTo>
                  <a:lnTo>
                    <a:pt x="74" y="2120"/>
                  </a:lnTo>
                  <a:lnTo>
                    <a:pt x="122" y="1852"/>
                  </a:lnTo>
                  <a:lnTo>
                    <a:pt x="220" y="1608"/>
                  </a:lnTo>
                  <a:lnTo>
                    <a:pt x="317" y="1389"/>
                  </a:lnTo>
                  <a:lnTo>
                    <a:pt x="463" y="1170"/>
                  </a:lnTo>
                  <a:lnTo>
                    <a:pt x="609" y="975"/>
                  </a:lnTo>
                  <a:lnTo>
                    <a:pt x="780" y="780"/>
                  </a:lnTo>
                  <a:lnTo>
                    <a:pt x="975" y="610"/>
                  </a:lnTo>
                  <a:lnTo>
                    <a:pt x="1169" y="463"/>
                  </a:lnTo>
                  <a:lnTo>
                    <a:pt x="1389" y="317"/>
                  </a:lnTo>
                  <a:lnTo>
                    <a:pt x="1632" y="220"/>
                  </a:lnTo>
                  <a:lnTo>
                    <a:pt x="1876" y="122"/>
                  </a:lnTo>
                  <a:lnTo>
                    <a:pt x="2119" y="49"/>
                  </a:lnTo>
                  <a:lnTo>
                    <a:pt x="2387" y="25"/>
                  </a:lnTo>
                  <a:lnTo>
                    <a:pt x="2655" y="1"/>
                  </a:lnTo>
                  <a:lnTo>
                    <a:pt x="2655" y="1"/>
                  </a:lnTo>
                  <a:lnTo>
                    <a:pt x="2923" y="25"/>
                  </a:lnTo>
                  <a:lnTo>
                    <a:pt x="3191" y="49"/>
                  </a:lnTo>
                  <a:lnTo>
                    <a:pt x="3435" y="122"/>
                  </a:lnTo>
                  <a:lnTo>
                    <a:pt x="3678" y="220"/>
                  </a:lnTo>
                  <a:lnTo>
                    <a:pt x="3922" y="317"/>
                  </a:lnTo>
                  <a:lnTo>
                    <a:pt x="4141" y="463"/>
                  </a:lnTo>
                  <a:lnTo>
                    <a:pt x="4336" y="610"/>
                  </a:lnTo>
                  <a:lnTo>
                    <a:pt x="4530" y="780"/>
                  </a:lnTo>
                  <a:lnTo>
                    <a:pt x="4701" y="975"/>
                  </a:lnTo>
                  <a:lnTo>
                    <a:pt x="4847" y="1170"/>
                  </a:lnTo>
                  <a:lnTo>
                    <a:pt x="4993" y="1389"/>
                  </a:lnTo>
                  <a:lnTo>
                    <a:pt x="5091" y="1608"/>
                  </a:lnTo>
                  <a:lnTo>
                    <a:pt x="5188" y="1852"/>
                  </a:lnTo>
                  <a:lnTo>
                    <a:pt x="5237" y="2120"/>
                  </a:lnTo>
                  <a:lnTo>
                    <a:pt x="5285" y="2387"/>
                  </a:lnTo>
                  <a:lnTo>
                    <a:pt x="5310" y="2655"/>
                  </a:lnTo>
                  <a:lnTo>
                    <a:pt x="5310" y="2655"/>
                  </a:lnTo>
                  <a:lnTo>
                    <a:pt x="5285" y="2923"/>
                  </a:lnTo>
                  <a:lnTo>
                    <a:pt x="5237" y="3191"/>
                  </a:lnTo>
                  <a:lnTo>
                    <a:pt x="5188" y="3435"/>
                  </a:lnTo>
                  <a:lnTo>
                    <a:pt x="5091" y="3678"/>
                  </a:lnTo>
                  <a:lnTo>
                    <a:pt x="4993" y="3897"/>
                  </a:lnTo>
                  <a:lnTo>
                    <a:pt x="4847" y="4117"/>
                  </a:lnTo>
                  <a:lnTo>
                    <a:pt x="4701" y="4336"/>
                  </a:lnTo>
                  <a:lnTo>
                    <a:pt x="4530" y="4506"/>
                  </a:lnTo>
                  <a:lnTo>
                    <a:pt x="4336" y="4677"/>
                  </a:lnTo>
                  <a:lnTo>
                    <a:pt x="4141" y="4847"/>
                  </a:lnTo>
                  <a:lnTo>
                    <a:pt x="3922" y="4969"/>
                  </a:lnTo>
                  <a:lnTo>
                    <a:pt x="3678" y="5091"/>
                  </a:lnTo>
                  <a:lnTo>
                    <a:pt x="3435" y="5164"/>
                  </a:lnTo>
                  <a:lnTo>
                    <a:pt x="3191" y="5237"/>
                  </a:lnTo>
                  <a:lnTo>
                    <a:pt x="2923" y="5286"/>
                  </a:lnTo>
                  <a:lnTo>
                    <a:pt x="2655" y="5286"/>
                  </a:lnTo>
                  <a:lnTo>
                    <a:pt x="2655" y="528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88" name="CustomShape 22"/>
            <p:cNvSpPr/>
            <p:nvPr/>
          </p:nvSpPr>
          <p:spPr>
            <a:xfrm>
              <a:off x="1188000" y="493560"/>
              <a:ext cx="55440" cy="36360"/>
            </a:xfrm>
            <a:custGeom>
              <a:avLst/>
              <a:gdLst/>
              <a:ahLst/>
              <a:rect l="l" t="t" r="r" b="b"/>
              <a:pathLst>
                <a:path w="2656" h="1754">
                  <a:moveTo>
                    <a:pt x="2655" y="1266"/>
                  </a:moveTo>
                  <a:lnTo>
                    <a:pt x="2655" y="1266"/>
                  </a:lnTo>
                  <a:lnTo>
                    <a:pt x="2655" y="1364"/>
                  </a:lnTo>
                  <a:lnTo>
                    <a:pt x="2631" y="1461"/>
                  </a:lnTo>
                  <a:lnTo>
                    <a:pt x="2582" y="1534"/>
                  </a:lnTo>
                  <a:lnTo>
                    <a:pt x="2509" y="1607"/>
                  </a:lnTo>
                  <a:lnTo>
                    <a:pt x="2461" y="1680"/>
                  </a:lnTo>
                  <a:lnTo>
                    <a:pt x="2363" y="1705"/>
                  </a:lnTo>
                  <a:lnTo>
                    <a:pt x="2266" y="1754"/>
                  </a:lnTo>
                  <a:lnTo>
                    <a:pt x="2168" y="1754"/>
                  </a:lnTo>
                  <a:lnTo>
                    <a:pt x="488" y="1754"/>
                  </a:lnTo>
                  <a:lnTo>
                    <a:pt x="488" y="1754"/>
                  </a:lnTo>
                  <a:lnTo>
                    <a:pt x="390" y="1754"/>
                  </a:lnTo>
                  <a:lnTo>
                    <a:pt x="293" y="1705"/>
                  </a:lnTo>
                  <a:lnTo>
                    <a:pt x="220" y="1680"/>
                  </a:lnTo>
                  <a:lnTo>
                    <a:pt x="147" y="1607"/>
                  </a:lnTo>
                  <a:lnTo>
                    <a:pt x="74" y="1534"/>
                  </a:lnTo>
                  <a:lnTo>
                    <a:pt x="49" y="1461"/>
                  </a:lnTo>
                  <a:lnTo>
                    <a:pt x="1" y="1364"/>
                  </a:lnTo>
                  <a:lnTo>
                    <a:pt x="1" y="1266"/>
                  </a:lnTo>
                  <a:lnTo>
                    <a:pt x="1" y="487"/>
                  </a:lnTo>
                  <a:lnTo>
                    <a:pt x="1" y="487"/>
                  </a:lnTo>
                  <a:lnTo>
                    <a:pt x="1" y="390"/>
                  </a:lnTo>
                  <a:lnTo>
                    <a:pt x="49" y="292"/>
                  </a:lnTo>
                  <a:lnTo>
                    <a:pt x="74" y="219"/>
                  </a:lnTo>
                  <a:lnTo>
                    <a:pt x="147" y="146"/>
                  </a:lnTo>
                  <a:lnTo>
                    <a:pt x="220" y="73"/>
                  </a:lnTo>
                  <a:lnTo>
                    <a:pt x="293" y="49"/>
                  </a:lnTo>
                  <a:lnTo>
                    <a:pt x="390" y="0"/>
                  </a:lnTo>
                  <a:lnTo>
                    <a:pt x="488" y="0"/>
                  </a:lnTo>
                  <a:lnTo>
                    <a:pt x="2168" y="0"/>
                  </a:lnTo>
                  <a:lnTo>
                    <a:pt x="2168" y="0"/>
                  </a:lnTo>
                  <a:lnTo>
                    <a:pt x="2266" y="0"/>
                  </a:lnTo>
                  <a:lnTo>
                    <a:pt x="2363" y="49"/>
                  </a:lnTo>
                  <a:lnTo>
                    <a:pt x="2461" y="73"/>
                  </a:lnTo>
                  <a:lnTo>
                    <a:pt x="2509" y="146"/>
                  </a:lnTo>
                  <a:lnTo>
                    <a:pt x="2582" y="219"/>
                  </a:lnTo>
                  <a:lnTo>
                    <a:pt x="2631" y="292"/>
                  </a:lnTo>
                  <a:lnTo>
                    <a:pt x="2655" y="390"/>
                  </a:lnTo>
                  <a:lnTo>
                    <a:pt x="2655" y="487"/>
                  </a:lnTo>
                  <a:lnTo>
                    <a:pt x="2655" y="126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189" name="Group 23"/>
          <p:cNvGrpSpPr/>
          <p:nvPr/>
        </p:nvGrpSpPr>
        <p:grpSpPr>
          <a:xfrm>
            <a:off x="1474560" y="397440"/>
            <a:ext cx="355680" cy="312840"/>
            <a:chOff x="1474560" y="397440"/>
            <a:chExt cx="355680" cy="312840"/>
          </a:xfrm>
        </p:grpSpPr>
        <p:sp>
          <p:nvSpPr>
            <p:cNvPr id="1190" name="CustomShape 24"/>
            <p:cNvSpPr/>
            <p:nvPr/>
          </p:nvSpPr>
          <p:spPr>
            <a:xfrm>
              <a:off x="1474560" y="397440"/>
              <a:ext cx="355680" cy="312840"/>
            </a:xfrm>
            <a:custGeom>
              <a:avLst/>
              <a:gdLst/>
              <a:ahLst/>
              <a:rect l="l" t="t" r="r" b="b"/>
              <a:pathLst>
                <a:path w="16952" h="14906">
                  <a:moveTo>
                    <a:pt x="16172" y="0"/>
                  </a:moveTo>
                  <a:lnTo>
                    <a:pt x="780" y="0"/>
                  </a:lnTo>
                  <a:lnTo>
                    <a:pt x="780" y="0"/>
                  </a:lnTo>
                  <a:lnTo>
                    <a:pt x="634" y="25"/>
                  </a:lnTo>
                  <a:lnTo>
                    <a:pt x="488" y="73"/>
                  </a:lnTo>
                  <a:lnTo>
                    <a:pt x="341" y="146"/>
                  </a:lnTo>
                  <a:lnTo>
                    <a:pt x="220" y="244"/>
                  </a:lnTo>
                  <a:lnTo>
                    <a:pt x="122" y="341"/>
                  </a:lnTo>
                  <a:lnTo>
                    <a:pt x="74" y="487"/>
                  </a:lnTo>
                  <a:lnTo>
                    <a:pt x="25" y="634"/>
                  </a:lnTo>
                  <a:lnTo>
                    <a:pt x="0" y="780"/>
                  </a:lnTo>
                  <a:lnTo>
                    <a:pt x="0" y="14126"/>
                  </a:lnTo>
                  <a:lnTo>
                    <a:pt x="0" y="14126"/>
                  </a:lnTo>
                  <a:lnTo>
                    <a:pt x="25" y="14272"/>
                  </a:lnTo>
                  <a:lnTo>
                    <a:pt x="74" y="14418"/>
                  </a:lnTo>
                  <a:lnTo>
                    <a:pt x="122" y="14565"/>
                  </a:lnTo>
                  <a:lnTo>
                    <a:pt x="220" y="14662"/>
                  </a:lnTo>
                  <a:lnTo>
                    <a:pt x="341" y="14759"/>
                  </a:lnTo>
                  <a:lnTo>
                    <a:pt x="488" y="14832"/>
                  </a:lnTo>
                  <a:lnTo>
                    <a:pt x="634" y="14881"/>
                  </a:lnTo>
                  <a:lnTo>
                    <a:pt x="780" y="14906"/>
                  </a:lnTo>
                  <a:lnTo>
                    <a:pt x="16172" y="14906"/>
                  </a:lnTo>
                  <a:lnTo>
                    <a:pt x="16172" y="14906"/>
                  </a:lnTo>
                  <a:lnTo>
                    <a:pt x="16318" y="14881"/>
                  </a:lnTo>
                  <a:lnTo>
                    <a:pt x="16464" y="14832"/>
                  </a:lnTo>
                  <a:lnTo>
                    <a:pt x="16611" y="14759"/>
                  </a:lnTo>
                  <a:lnTo>
                    <a:pt x="16732" y="14662"/>
                  </a:lnTo>
                  <a:lnTo>
                    <a:pt x="16830" y="14565"/>
                  </a:lnTo>
                  <a:lnTo>
                    <a:pt x="16878" y="14418"/>
                  </a:lnTo>
                  <a:lnTo>
                    <a:pt x="16927" y="14272"/>
                  </a:lnTo>
                  <a:lnTo>
                    <a:pt x="16952" y="14126"/>
                  </a:lnTo>
                  <a:lnTo>
                    <a:pt x="16952" y="780"/>
                  </a:lnTo>
                  <a:lnTo>
                    <a:pt x="16952" y="780"/>
                  </a:lnTo>
                  <a:lnTo>
                    <a:pt x="16927" y="634"/>
                  </a:lnTo>
                  <a:lnTo>
                    <a:pt x="16878" y="487"/>
                  </a:lnTo>
                  <a:lnTo>
                    <a:pt x="16830" y="341"/>
                  </a:lnTo>
                  <a:lnTo>
                    <a:pt x="16732" y="244"/>
                  </a:lnTo>
                  <a:lnTo>
                    <a:pt x="16611" y="146"/>
                  </a:lnTo>
                  <a:lnTo>
                    <a:pt x="16464" y="73"/>
                  </a:lnTo>
                  <a:lnTo>
                    <a:pt x="16318" y="25"/>
                  </a:lnTo>
                  <a:lnTo>
                    <a:pt x="16172" y="0"/>
                  </a:lnTo>
                  <a:lnTo>
                    <a:pt x="16172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1" name="CustomShape 25"/>
            <p:cNvSpPr/>
            <p:nvPr/>
          </p:nvSpPr>
          <p:spPr>
            <a:xfrm>
              <a:off x="1495080" y="417960"/>
              <a:ext cx="315000" cy="271800"/>
            </a:xfrm>
            <a:custGeom>
              <a:avLst/>
              <a:gdLst/>
              <a:ahLst/>
              <a:rect l="l" t="t" r="r" b="b"/>
              <a:pathLst>
                <a:path w="15004" h="12958">
                  <a:moveTo>
                    <a:pt x="15003" y="12957"/>
                  </a:moveTo>
                  <a:lnTo>
                    <a:pt x="1" y="12957"/>
                  </a:lnTo>
                  <a:lnTo>
                    <a:pt x="1" y="0"/>
                  </a:lnTo>
                  <a:lnTo>
                    <a:pt x="15003" y="0"/>
                  </a:lnTo>
                  <a:lnTo>
                    <a:pt x="15003" y="1295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2" name="CustomShape 26"/>
            <p:cNvSpPr/>
            <p:nvPr/>
          </p:nvSpPr>
          <p:spPr>
            <a:xfrm>
              <a:off x="1670040" y="577080"/>
              <a:ext cx="123120" cy="94680"/>
            </a:xfrm>
            <a:custGeom>
              <a:avLst/>
              <a:gdLst/>
              <a:ahLst/>
              <a:rect l="l" t="t" r="r" b="b"/>
              <a:pathLst>
                <a:path w="5870" h="4531">
                  <a:moveTo>
                    <a:pt x="0" y="2266"/>
                  </a:moveTo>
                  <a:lnTo>
                    <a:pt x="1534" y="244"/>
                  </a:lnTo>
                  <a:lnTo>
                    <a:pt x="1534" y="244"/>
                  </a:lnTo>
                  <a:lnTo>
                    <a:pt x="1632" y="147"/>
                  </a:lnTo>
                  <a:lnTo>
                    <a:pt x="1754" y="50"/>
                  </a:lnTo>
                  <a:lnTo>
                    <a:pt x="1875" y="1"/>
                  </a:lnTo>
                  <a:lnTo>
                    <a:pt x="2022" y="1"/>
                  </a:lnTo>
                  <a:lnTo>
                    <a:pt x="2143" y="1"/>
                  </a:lnTo>
                  <a:lnTo>
                    <a:pt x="2289" y="50"/>
                  </a:lnTo>
                  <a:lnTo>
                    <a:pt x="2411" y="147"/>
                  </a:lnTo>
                  <a:lnTo>
                    <a:pt x="2509" y="244"/>
                  </a:lnTo>
                  <a:lnTo>
                    <a:pt x="5870" y="453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3" name="CustomShape 27"/>
            <p:cNvSpPr/>
            <p:nvPr/>
          </p:nvSpPr>
          <p:spPr>
            <a:xfrm>
              <a:off x="1512000" y="522000"/>
              <a:ext cx="195120" cy="150120"/>
            </a:xfrm>
            <a:custGeom>
              <a:avLst/>
              <a:gdLst/>
              <a:ahLst/>
              <a:rect l="l" t="t" r="r" b="b"/>
              <a:pathLst>
                <a:path w="9304" h="7161">
                  <a:moveTo>
                    <a:pt x="0" y="3995"/>
                  </a:moveTo>
                  <a:lnTo>
                    <a:pt x="2923" y="244"/>
                  </a:lnTo>
                  <a:lnTo>
                    <a:pt x="2923" y="244"/>
                  </a:lnTo>
                  <a:lnTo>
                    <a:pt x="3020" y="147"/>
                  </a:lnTo>
                  <a:lnTo>
                    <a:pt x="3142" y="49"/>
                  </a:lnTo>
                  <a:lnTo>
                    <a:pt x="3264" y="1"/>
                  </a:lnTo>
                  <a:lnTo>
                    <a:pt x="3410" y="1"/>
                  </a:lnTo>
                  <a:lnTo>
                    <a:pt x="3532" y="1"/>
                  </a:lnTo>
                  <a:lnTo>
                    <a:pt x="3678" y="49"/>
                  </a:lnTo>
                  <a:lnTo>
                    <a:pt x="3800" y="147"/>
                  </a:lnTo>
                  <a:lnTo>
                    <a:pt x="3897" y="244"/>
                  </a:lnTo>
                  <a:lnTo>
                    <a:pt x="9304" y="716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4" name="CustomShape 28"/>
            <p:cNvSpPr/>
            <p:nvPr/>
          </p:nvSpPr>
          <p:spPr>
            <a:xfrm>
              <a:off x="1676160" y="460800"/>
              <a:ext cx="81720" cy="81720"/>
            </a:xfrm>
            <a:custGeom>
              <a:avLst/>
              <a:gdLst/>
              <a:ahLst/>
              <a:rect l="l" t="t" r="r" b="b"/>
              <a:pathLst>
                <a:path w="3898" h="3898">
                  <a:moveTo>
                    <a:pt x="1949" y="3897"/>
                  </a:moveTo>
                  <a:lnTo>
                    <a:pt x="1949" y="3897"/>
                  </a:lnTo>
                  <a:lnTo>
                    <a:pt x="1754" y="3897"/>
                  </a:lnTo>
                  <a:lnTo>
                    <a:pt x="1559" y="3873"/>
                  </a:lnTo>
                  <a:lnTo>
                    <a:pt x="1364" y="3824"/>
                  </a:lnTo>
                  <a:lnTo>
                    <a:pt x="1194" y="3751"/>
                  </a:lnTo>
                  <a:lnTo>
                    <a:pt x="1023" y="3678"/>
                  </a:lnTo>
                  <a:lnTo>
                    <a:pt x="853" y="3580"/>
                  </a:lnTo>
                  <a:lnTo>
                    <a:pt x="707" y="3459"/>
                  </a:lnTo>
                  <a:lnTo>
                    <a:pt x="560" y="3337"/>
                  </a:lnTo>
                  <a:lnTo>
                    <a:pt x="439" y="3191"/>
                  </a:lnTo>
                  <a:lnTo>
                    <a:pt x="317" y="3045"/>
                  </a:lnTo>
                  <a:lnTo>
                    <a:pt x="220" y="2874"/>
                  </a:lnTo>
                  <a:lnTo>
                    <a:pt x="146" y="2704"/>
                  </a:lnTo>
                  <a:lnTo>
                    <a:pt x="73" y="2533"/>
                  </a:lnTo>
                  <a:lnTo>
                    <a:pt x="25" y="2338"/>
                  </a:lnTo>
                  <a:lnTo>
                    <a:pt x="0" y="2168"/>
                  </a:lnTo>
                  <a:lnTo>
                    <a:pt x="0" y="1949"/>
                  </a:lnTo>
                  <a:lnTo>
                    <a:pt x="0" y="1949"/>
                  </a:lnTo>
                  <a:lnTo>
                    <a:pt x="0" y="1754"/>
                  </a:lnTo>
                  <a:lnTo>
                    <a:pt x="25" y="1559"/>
                  </a:lnTo>
                  <a:lnTo>
                    <a:pt x="73" y="1389"/>
                  </a:lnTo>
                  <a:lnTo>
                    <a:pt x="146" y="1194"/>
                  </a:lnTo>
                  <a:lnTo>
                    <a:pt x="220" y="1023"/>
                  </a:lnTo>
                  <a:lnTo>
                    <a:pt x="317" y="877"/>
                  </a:lnTo>
                  <a:lnTo>
                    <a:pt x="439" y="707"/>
                  </a:lnTo>
                  <a:lnTo>
                    <a:pt x="560" y="585"/>
                  </a:lnTo>
                  <a:lnTo>
                    <a:pt x="707" y="463"/>
                  </a:lnTo>
                  <a:lnTo>
                    <a:pt x="853" y="341"/>
                  </a:lnTo>
                  <a:lnTo>
                    <a:pt x="1023" y="244"/>
                  </a:lnTo>
                  <a:lnTo>
                    <a:pt x="1194" y="171"/>
                  </a:lnTo>
                  <a:lnTo>
                    <a:pt x="1364" y="98"/>
                  </a:lnTo>
                  <a:lnTo>
                    <a:pt x="1559" y="49"/>
                  </a:lnTo>
                  <a:lnTo>
                    <a:pt x="1754" y="25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2144" y="25"/>
                  </a:lnTo>
                  <a:lnTo>
                    <a:pt x="2338" y="49"/>
                  </a:lnTo>
                  <a:lnTo>
                    <a:pt x="2533" y="98"/>
                  </a:lnTo>
                  <a:lnTo>
                    <a:pt x="2704" y="171"/>
                  </a:lnTo>
                  <a:lnTo>
                    <a:pt x="2874" y="244"/>
                  </a:lnTo>
                  <a:lnTo>
                    <a:pt x="3020" y="341"/>
                  </a:lnTo>
                  <a:lnTo>
                    <a:pt x="3191" y="463"/>
                  </a:lnTo>
                  <a:lnTo>
                    <a:pt x="3313" y="585"/>
                  </a:lnTo>
                  <a:lnTo>
                    <a:pt x="3459" y="707"/>
                  </a:lnTo>
                  <a:lnTo>
                    <a:pt x="3556" y="877"/>
                  </a:lnTo>
                  <a:lnTo>
                    <a:pt x="3654" y="1023"/>
                  </a:lnTo>
                  <a:lnTo>
                    <a:pt x="3727" y="1194"/>
                  </a:lnTo>
                  <a:lnTo>
                    <a:pt x="3800" y="1389"/>
                  </a:lnTo>
                  <a:lnTo>
                    <a:pt x="3848" y="1559"/>
                  </a:lnTo>
                  <a:lnTo>
                    <a:pt x="3873" y="1754"/>
                  </a:lnTo>
                  <a:lnTo>
                    <a:pt x="3897" y="1949"/>
                  </a:lnTo>
                  <a:lnTo>
                    <a:pt x="3897" y="1949"/>
                  </a:lnTo>
                  <a:lnTo>
                    <a:pt x="3873" y="2168"/>
                  </a:lnTo>
                  <a:lnTo>
                    <a:pt x="3848" y="2338"/>
                  </a:lnTo>
                  <a:lnTo>
                    <a:pt x="3800" y="2533"/>
                  </a:lnTo>
                  <a:lnTo>
                    <a:pt x="3727" y="2704"/>
                  </a:lnTo>
                  <a:lnTo>
                    <a:pt x="3654" y="2874"/>
                  </a:lnTo>
                  <a:lnTo>
                    <a:pt x="3556" y="3045"/>
                  </a:lnTo>
                  <a:lnTo>
                    <a:pt x="3459" y="3191"/>
                  </a:lnTo>
                  <a:lnTo>
                    <a:pt x="3313" y="3337"/>
                  </a:lnTo>
                  <a:lnTo>
                    <a:pt x="3191" y="3459"/>
                  </a:lnTo>
                  <a:lnTo>
                    <a:pt x="3020" y="3580"/>
                  </a:lnTo>
                  <a:lnTo>
                    <a:pt x="2874" y="3678"/>
                  </a:lnTo>
                  <a:lnTo>
                    <a:pt x="2704" y="3751"/>
                  </a:lnTo>
                  <a:lnTo>
                    <a:pt x="2533" y="3824"/>
                  </a:lnTo>
                  <a:lnTo>
                    <a:pt x="2338" y="3873"/>
                  </a:lnTo>
                  <a:lnTo>
                    <a:pt x="2144" y="3897"/>
                  </a:lnTo>
                  <a:lnTo>
                    <a:pt x="1949" y="3897"/>
                  </a:lnTo>
                  <a:lnTo>
                    <a:pt x="1949" y="389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95" name="CustomShape 29"/>
          <p:cNvSpPr/>
          <p:nvPr/>
        </p:nvSpPr>
        <p:spPr>
          <a:xfrm>
            <a:off x="2071800" y="386280"/>
            <a:ext cx="291240" cy="335520"/>
          </a:xfrm>
          <a:custGeom>
            <a:avLst/>
            <a:gdLst/>
            <a:ahLst/>
            <a:rect l="l" t="t" r="r" b="b"/>
            <a:pathLst>
              <a:path w="13883" h="15978">
                <a:moveTo>
                  <a:pt x="3240" y="3240"/>
                </a:moveTo>
                <a:lnTo>
                  <a:pt x="3240" y="12616"/>
                </a:lnTo>
                <a:lnTo>
                  <a:pt x="3240" y="12616"/>
                </a:lnTo>
                <a:lnTo>
                  <a:pt x="2899" y="12592"/>
                </a:lnTo>
                <a:lnTo>
                  <a:pt x="2558" y="12592"/>
                </a:lnTo>
                <a:lnTo>
                  <a:pt x="2193" y="12641"/>
                </a:lnTo>
                <a:lnTo>
                  <a:pt x="1827" y="12738"/>
                </a:lnTo>
                <a:lnTo>
                  <a:pt x="1827" y="12738"/>
                </a:lnTo>
                <a:lnTo>
                  <a:pt x="1608" y="12811"/>
                </a:lnTo>
                <a:lnTo>
                  <a:pt x="1389" y="12909"/>
                </a:lnTo>
                <a:lnTo>
                  <a:pt x="1194" y="13030"/>
                </a:lnTo>
                <a:lnTo>
                  <a:pt x="999" y="13128"/>
                </a:lnTo>
                <a:lnTo>
                  <a:pt x="804" y="13274"/>
                </a:lnTo>
                <a:lnTo>
                  <a:pt x="658" y="13396"/>
                </a:lnTo>
                <a:lnTo>
                  <a:pt x="512" y="13542"/>
                </a:lnTo>
                <a:lnTo>
                  <a:pt x="390" y="13688"/>
                </a:lnTo>
                <a:lnTo>
                  <a:pt x="269" y="13858"/>
                </a:lnTo>
                <a:lnTo>
                  <a:pt x="171" y="14005"/>
                </a:lnTo>
                <a:lnTo>
                  <a:pt x="98" y="14175"/>
                </a:lnTo>
                <a:lnTo>
                  <a:pt x="49" y="14346"/>
                </a:lnTo>
                <a:lnTo>
                  <a:pt x="25" y="14492"/>
                </a:lnTo>
                <a:lnTo>
                  <a:pt x="1" y="14662"/>
                </a:lnTo>
                <a:lnTo>
                  <a:pt x="25" y="14833"/>
                </a:lnTo>
                <a:lnTo>
                  <a:pt x="49" y="14979"/>
                </a:lnTo>
                <a:lnTo>
                  <a:pt x="49" y="14979"/>
                </a:lnTo>
                <a:lnTo>
                  <a:pt x="122" y="15149"/>
                </a:lnTo>
                <a:lnTo>
                  <a:pt x="196" y="15295"/>
                </a:lnTo>
                <a:lnTo>
                  <a:pt x="293" y="15417"/>
                </a:lnTo>
                <a:lnTo>
                  <a:pt x="415" y="15539"/>
                </a:lnTo>
                <a:lnTo>
                  <a:pt x="561" y="15636"/>
                </a:lnTo>
                <a:lnTo>
                  <a:pt x="707" y="15734"/>
                </a:lnTo>
                <a:lnTo>
                  <a:pt x="877" y="15807"/>
                </a:lnTo>
                <a:lnTo>
                  <a:pt x="1072" y="15880"/>
                </a:lnTo>
                <a:lnTo>
                  <a:pt x="1243" y="15929"/>
                </a:lnTo>
                <a:lnTo>
                  <a:pt x="1462" y="15953"/>
                </a:lnTo>
                <a:lnTo>
                  <a:pt x="1657" y="15977"/>
                </a:lnTo>
                <a:lnTo>
                  <a:pt x="1876" y="15977"/>
                </a:lnTo>
                <a:lnTo>
                  <a:pt x="2095" y="15953"/>
                </a:lnTo>
                <a:lnTo>
                  <a:pt x="2339" y="15929"/>
                </a:lnTo>
                <a:lnTo>
                  <a:pt x="2558" y="15880"/>
                </a:lnTo>
                <a:lnTo>
                  <a:pt x="2801" y="15831"/>
                </a:lnTo>
                <a:lnTo>
                  <a:pt x="2801" y="15831"/>
                </a:lnTo>
                <a:lnTo>
                  <a:pt x="3216" y="15661"/>
                </a:lnTo>
                <a:lnTo>
                  <a:pt x="3581" y="15466"/>
                </a:lnTo>
                <a:lnTo>
                  <a:pt x="3897" y="15247"/>
                </a:lnTo>
                <a:lnTo>
                  <a:pt x="4165" y="14979"/>
                </a:lnTo>
                <a:lnTo>
                  <a:pt x="4360" y="14711"/>
                </a:lnTo>
                <a:lnTo>
                  <a:pt x="4458" y="14565"/>
                </a:lnTo>
                <a:lnTo>
                  <a:pt x="4531" y="14419"/>
                </a:lnTo>
                <a:lnTo>
                  <a:pt x="4579" y="14272"/>
                </a:lnTo>
                <a:lnTo>
                  <a:pt x="4604" y="14126"/>
                </a:lnTo>
                <a:lnTo>
                  <a:pt x="4628" y="13980"/>
                </a:lnTo>
                <a:lnTo>
                  <a:pt x="4628" y="13834"/>
                </a:lnTo>
                <a:lnTo>
                  <a:pt x="4628" y="6187"/>
                </a:lnTo>
                <a:lnTo>
                  <a:pt x="12470" y="3727"/>
                </a:lnTo>
                <a:lnTo>
                  <a:pt x="12470" y="10108"/>
                </a:lnTo>
                <a:lnTo>
                  <a:pt x="12470" y="10108"/>
                </a:lnTo>
                <a:lnTo>
                  <a:pt x="12154" y="10083"/>
                </a:lnTo>
                <a:lnTo>
                  <a:pt x="11813" y="10083"/>
                </a:lnTo>
                <a:lnTo>
                  <a:pt x="11447" y="10132"/>
                </a:lnTo>
                <a:lnTo>
                  <a:pt x="11082" y="10230"/>
                </a:lnTo>
                <a:lnTo>
                  <a:pt x="11082" y="10230"/>
                </a:lnTo>
                <a:lnTo>
                  <a:pt x="10863" y="10303"/>
                </a:lnTo>
                <a:lnTo>
                  <a:pt x="10644" y="10400"/>
                </a:lnTo>
                <a:lnTo>
                  <a:pt x="10425" y="10522"/>
                </a:lnTo>
                <a:lnTo>
                  <a:pt x="10254" y="10619"/>
                </a:lnTo>
                <a:lnTo>
                  <a:pt x="10059" y="10765"/>
                </a:lnTo>
                <a:lnTo>
                  <a:pt x="9913" y="10887"/>
                </a:lnTo>
                <a:lnTo>
                  <a:pt x="9767" y="11033"/>
                </a:lnTo>
                <a:lnTo>
                  <a:pt x="9621" y="11179"/>
                </a:lnTo>
                <a:lnTo>
                  <a:pt x="9523" y="11350"/>
                </a:lnTo>
                <a:lnTo>
                  <a:pt x="9426" y="11496"/>
                </a:lnTo>
                <a:lnTo>
                  <a:pt x="9353" y="11666"/>
                </a:lnTo>
                <a:lnTo>
                  <a:pt x="9304" y="11837"/>
                </a:lnTo>
                <a:lnTo>
                  <a:pt x="9280" y="11983"/>
                </a:lnTo>
                <a:lnTo>
                  <a:pt x="9256" y="12154"/>
                </a:lnTo>
                <a:lnTo>
                  <a:pt x="9280" y="12324"/>
                </a:lnTo>
                <a:lnTo>
                  <a:pt x="9304" y="12470"/>
                </a:lnTo>
                <a:lnTo>
                  <a:pt x="9304" y="12470"/>
                </a:lnTo>
                <a:lnTo>
                  <a:pt x="9377" y="12641"/>
                </a:lnTo>
                <a:lnTo>
                  <a:pt x="9450" y="12787"/>
                </a:lnTo>
                <a:lnTo>
                  <a:pt x="9548" y="12909"/>
                </a:lnTo>
                <a:lnTo>
                  <a:pt x="9670" y="13030"/>
                </a:lnTo>
                <a:lnTo>
                  <a:pt x="9816" y="13128"/>
                </a:lnTo>
                <a:lnTo>
                  <a:pt x="9962" y="13225"/>
                </a:lnTo>
                <a:lnTo>
                  <a:pt x="10132" y="13298"/>
                </a:lnTo>
                <a:lnTo>
                  <a:pt x="10303" y="13371"/>
                </a:lnTo>
                <a:lnTo>
                  <a:pt x="10498" y="13420"/>
                </a:lnTo>
                <a:lnTo>
                  <a:pt x="10717" y="13444"/>
                </a:lnTo>
                <a:lnTo>
                  <a:pt x="10912" y="13469"/>
                </a:lnTo>
                <a:lnTo>
                  <a:pt x="11131" y="13469"/>
                </a:lnTo>
                <a:lnTo>
                  <a:pt x="11350" y="13444"/>
                </a:lnTo>
                <a:lnTo>
                  <a:pt x="11594" y="13420"/>
                </a:lnTo>
                <a:lnTo>
                  <a:pt x="11813" y="13371"/>
                </a:lnTo>
                <a:lnTo>
                  <a:pt x="12056" y="13323"/>
                </a:lnTo>
                <a:lnTo>
                  <a:pt x="12056" y="13323"/>
                </a:lnTo>
                <a:lnTo>
                  <a:pt x="12422" y="13176"/>
                </a:lnTo>
                <a:lnTo>
                  <a:pt x="12763" y="13006"/>
                </a:lnTo>
                <a:lnTo>
                  <a:pt x="13055" y="12787"/>
                </a:lnTo>
                <a:lnTo>
                  <a:pt x="13323" y="12568"/>
                </a:lnTo>
                <a:lnTo>
                  <a:pt x="13542" y="12324"/>
                </a:lnTo>
                <a:lnTo>
                  <a:pt x="13713" y="12056"/>
                </a:lnTo>
                <a:lnTo>
                  <a:pt x="13810" y="11788"/>
                </a:lnTo>
                <a:lnTo>
                  <a:pt x="13859" y="11642"/>
                </a:lnTo>
                <a:lnTo>
                  <a:pt x="13883" y="11520"/>
                </a:lnTo>
                <a:lnTo>
                  <a:pt x="13883" y="0"/>
                </a:lnTo>
                <a:lnTo>
                  <a:pt x="3240" y="324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96" name="CustomShape 30"/>
          <p:cNvSpPr/>
          <p:nvPr/>
        </p:nvSpPr>
        <p:spPr>
          <a:xfrm>
            <a:off x="2656800" y="387360"/>
            <a:ext cx="251280" cy="333360"/>
          </a:xfrm>
          <a:custGeom>
            <a:avLst/>
            <a:gdLst/>
            <a:ahLst/>
            <a:rect l="l" t="t" r="r" b="b"/>
            <a:pathLst>
              <a:path w="11983" h="15880">
                <a:moveTo>
                  <a:pt x="5992" y="0"/>
                </a:moveTo>
                <a:lnTo>
                  <a:pt x="5992" y="0"/>
                </a:lnTo>
                <a:lnTo>
                  <a:pt x="5675" y="0"/>
                </a:lnTo>
                <a:lnTo>
                  <a:pt x="5383" y="25"/>
                </a:lnTo>
                <a:lnTo>
                  <a:pt x="5091" y="73"/>
                </a:lnTo>
                <a:lnTo>
                  <a:pt x="4774" y="122"/>
                </a:lnTo>
                <a:lnTo>
                  <a:pt x="4506" y="195"/>
                </a:lnTo>
                <a:lnTo>
                  <a:pt x="4214" y="268"/>
                </a:lnTo>
                <a:lnTo>
                  <a:pt x="3654" y="463"/>
                </a:lnTo>
                <a:lnTo>
                  <a:pt x="3142" y="731"/>
                </a:lnTo>
                <a:lnTo>
                  <a:pt x="2631" y="1023"/>
                </a:lnTo>
                <a:lnTo>
                  <a:pt x="2192" y="1364"/>
                </a:lnTo>
                <a:lnTo>
                  <a:pt x="1754" y="1754"/>
                </a:lnTo>
                <a:lnTo>
                  <a:pt x="1364" y="2192"/>
                </a:lnTo>
                <a:lnTo>
                  <a:pt x="1023" y="2631"/>
                </a:lnTo>
                <a:lnTo>
                  <a:pt x="731" y="3142"/>
                </a:lnTo>
                <a:lnTo>
                  <a:pt x="463" y="3653"/>
                </a:lnTo>
                <a:lnTo>
                  <a:pt x="268" y="4214"/>
                </a:lnTo>
                <a:lnTo>
                  <a:pt x="195" y="4506"/>
                </a:lnTo>
                <a:lnTo>
                  <a:pt x="122" y="4774"/>
                </a:lnTo>
                <a:lnTo>
                  <a:pt x="73" y="5090"/>
                </a:lnTo>
                <a:lnTo>
                  <a:pt x="25" y="5383"/>
                </a:lnTo>
                <a:lnTo>
                  <a:pt x="0" y="5675"/>
                </a:lnTo>
                <a:lnTo>
                  <a:pt x="0" y="5991"/>
                </a:lnTo>
                <a:lnTo>
                  <a:pt x="0" y="5991"/>
                </a:lnTo>
                <a:lnTo>
                  <a:pt x="25" y="6430"/>
                </a:lnTo>
                <a:lnTo>
                  <a:pt x="73" y="6868"/>
                </a:lnTo>
                <a:lnTo>
                  <a:pt x="147" y="7331"/>
                </a:lnTo>
                <a:lnTo>
                  <a:pt x="268" y="7769"/>
                </a:lnTo>
                <a:lnTo>
                  <a:pt x="390" y="8208"/>
                </a:lnTo>
                <a:lnTo>
                  <a:pt x="561" y="8646"/>
                </a:lnTo>
                <a:lnTo>
                  <a:pt x="731" y="9085"/>
                </a:lnTo>
                <a:lnTo>
                  <a:pt x="926" y="9523"/>
                </a:lnTo>
                <a:lnTo>
                  <a:pt x="1145" y="9937"/>
                </a:lnTo>
                <a:lnTo>
                  <a:pt x="1389" y="10375"/>
                </a:lnTo>
                <a:lnTo>
                  <a:pt x="1900" y="11179"/>
                </a:lnTo>
                <a:lnTo>
                  <a:pt x="2436" y="11958"/>
                </a:lnTo>
                <a:lnTo>
                  <a:pt x="2996" y="12689"/>
                </a:lnTo>
                <a:lnTo>
                  <a:pt x="3556" y="13371"/>
                </a:lnTo>
                <a:lnTo>
                  <a:pt x="4092" y="13980"/>
                </a:lnTo>
                <a:lnTo>
                  <a:pt x="4603" y="14540"/>
                </a:lnTo>
                <a:lnTo>
                  <a:pt x="5066" y="15003"/>
                </a:lnTo>
                <a:lnTo>
                  <a:pt x="5724" y="15636"/>
                </a:lnTo>
                <a:lnTo>
                  <a:pt x="5992" y="15880"/>
                </a:lnTo>
                <a:lnTo>
                  <a:pt x="5992" y="15880"/>
                </a:lnTo>
                <a:lnTo>
                  <a:pt x="6260" y="15636"/>
                </a:lnTo>
                <a:lnTo>
                  <a:pt x="6917" y="15003"/>
                </a:lnTo>
                <a:lnTo>
                  <a:pt x="7380" y="14540"/>
                </a:lnTo>
                <a:lnTo>
                  <a:pt x="7891" y="13980"/>
                </a:lnTo>
                <a:lnTo>
                  <a:pt x="8427" y="13371"/>
                </a:lnTo>
                <a:lnTo>
                  <a:pt x="8987" y="12689"/>
                </a:lnTo>
                <a:lnTo>
                  <a:pt x="9548" y="11958"/>
                </a:lnTo>
                <a:lnTo>
                  <a:pt x="10083" y="11179"/>
                </a:lnTo>
                <a:lnTo>
                  <a:pt x="10595" y="10375"/>
                </a:lnTo>
                <a:lnTo>
                  <a:pt x="10838" y="9937"/>
                </a:lnTo>
                <a:lnTo>
                  <a:pt x="11058" y="9523"/>
                </a:lnTo>
                <a:lnTo>
                  <a:pt x="11252" y="9085"/>
                </a:lnTo>
                <a:lnTo>
                  <a:pt x="11423" y="8646"/>
                </a:lnTo>
                <a:lnTo>
                  <a:pt x="11593" y="8208"/>
                </a:lnTo>
                <a:lnTo>
                  <a:pt x="11715" y="7769"/>
                </a:lnTo>
                <a:lnTo>
                  <a:pt x="11837" y="7331"/>
                </a:lnTo>
                <a:lnTo>
                  <a:pt x="11910" y="6868"/>
                </a:lnTo>
                <a:lnTo>
                  <a:pt x="11959" y="6430"/>
                </a:lnTo>
                <a:lnTo>
                  <a:pt x="11983" y="5991"/>
                </a:lnTo>
                <a:lnTo>
                  <a:pt x="11983" y="5991"/>
                </a:lnTo>
                <a:lnTo>
                  <a:pt x="11983" y="5675"/>
                </a:lnTo>
                <a:lnTo>
                  <a:pt x="11959" y="5383"/>
                </a:lnTo>
                <a:lnTo>
                  <a:pt x="11910" y="5090"/>
                </a:lnTo>
                <a:lnTo>
                  <a:pt x="11861" y="4774"/>
                </a:lnTo>
                <a:lnTo>
                  <a:pt x="11788" y="4506"/>
                </a:lnTo>
                <a:lnTo>
                  <a:pt x="11715" y="4214"/>
                </a:lnTo>
                <a:lnTo>
                  <a:pt x="11520" y="3653"/>
                </a:lnTo>
                <a:lnTo>
                  <a:pt x="11252" y="3142"/>
                </a:lnTo>
                <a:lnTo>
                  <a:pt x="10960" y="2631"/>
                </a:lnTo>
                <a:lnTo>
                  <a:pt x="10619" y="2192"/>
                </a:lnTo>
                <a:lnTo>
                  <a:pt x="10229" y="1754"/>
                </a:lnTo>
                <a:lnTo>
                  <a:pt x="9791" y="1364"/>
                </a:lnTo>
                <a:lnTo>
                  <a:pt x="9353" y="1023"/>
                </a:lnTo>
                <a:lnTo>
                  <a:pt x="8841" y="731"/>
                </a:lnTo>
                <a:lnTo>
                  <a:pt x="8330" y="463"/>
                </a:lnTo>
                <a:lnTo>
                  <a:pt x="7770" y="268"/>
                </a:lnTo>
                <a:lnTo>
                  <a:pt x="7477" y="195"/>
                </a:lnTo>
                <a:lnTo>
                  <a:pt x="7209" y="122"/>
                </a:lnTo>
                <a:lnTo>
                  <a:pt x="6893" y="73"/>
                </a:lnTo>
                <a:lnTo>
                  <a:pt x="6601" y="25"/>
                </a:lnTo>
                <a:lnTo>
                  <a:pt x="6308" y="0"/>
                </a:lnTo>
                <a:lnTo>
                  <a:pt x="5992" y="0"/>
                </a:lnTo>
                <a:lnTo>
                  <a:pt x="5992" y="0"/>
                </a:lnTo>
                <a:close/>
                <a:moveTo>
                  <a:pt x="5992" y="8549"/>
                </a:moveTo>
                <a:lnTo>
                  <a:pt x="5992" y="8549"/>
                </a:lnTo>
                <a:lnTo>
                  <a:pt x="5724" y="8549"/>
                </a:lnTo>
                <a:lnTo>
                  <a:pt x="5480" y="8500"/>
                </a:lnTo>
                <a:lnTo>
                  <a:pt x="5237" y="8451"/>
                </a:lnTo>
                <a:lnTo>
                  <a:pt x="4993" y="8354"/>
                </a:lnTo>
                <a:lnTo>
                  <a:pt x="4774" y="8257"/>
                </a:lnTo>
                <a:lnTo>
                  <a:pt x="4555" y="8110"/>
                </a:lnTo>
                <a:lnTo>
                  <a:pt x="4360" y="7964"/>
                </a:lnTo>
                <a:lnTo>
                  <a:pt x="4189" y="7794"/>
                </a:lnTo>
                <a:lnTo>
                  <a:pt x="4019" y="7623"/>
                </a:lnTo>
                <a:lnTo>
                  <a:pt x="3873" y="7428"/>
                </a:lnTo>
                <a:lnTo>
                  <a:pt x="3727" y="7209"/>
                </a:lnTo>
                <a:lnTo>
                  <a:pt x="3629" y="6990"/>
                </a:lnTo>
                <a:lnTo>
                  <a:pt x="3532" y="6746"/>
                </a:lnTo>
                <a:lnTo>
                  <a:pt x="3483" y="6503"/>
                </a:lnTo>
                <a:lnTo>
                  <a:pt x="3434" y="6259"/>
                </a:lnTo>
                <a:lnTo>
                  <a:pt x="3434" y="5991"/>
                </a:lnTo>
                <a:lnTo>
                  <a:pt x="3434" y="5991"/>
                </a:lnTo>
                <a:lnTo>
                  <a:pt x="3434" y="5724"/>
                </a:lnTo>
                <a:lnTo>
                  <a:pt x="3483" y="5480"/>
                </a:lnTo>
                <a:lnTo>
                  <a:pt x="3532" y="5236"/>
                </a:lnTo>
                <a:lnTo>
                  <a:pt x="3629" y="4993"/>
                </a:lnTo>
                <a:lnTo>
                  <a:pt x="3727" y="4774"/>
                </a:lnTo>
                <a:lnTo>
                  <a:pt x="3873" y="4555"/>
                </a:lnTo>
                <a:lnTo>
                  <a:pt x="4019" y="4360"/>
                </a:lnTo>
                <a:lnTo>
                  <a:pt x="4189" y="4189"/>
                </a:lnTo>
                <a:lnTo>
                  <a:pt x="4360" y="4019"/>
                </a:lnTo>
                <a:lnTo>
                  <a:pt x="4555" y="3873"/>
                </a:lnTo>
                <a:lnTo>
                  <a:pt x="4774" y="3726"/>
                </a:lnTo>
                <a:lnTo>
                  <a:pt x="4993" y="3629"/>
                </a:lnTo>
                <a:lnTo>
                  <a:pt x="5237" y="3532"/>
                </a:lnTo>
                <a:lnTo>
                  <a:pt x="5480" y="3483"/>
                </a:lnTo>
                <a:lnTo>
                  <a:pt x="5724" y="3434"/>
                </a:lnTo>
                <a:lnTo>
                  <a:pt x="5992" y="3434"/>
                </a:lnTo>
                <a:lnTo>
                  <a:pt x="5992" y="3434"/>
                </a:lnTo>
                <a:lnTo>
                  <a:pt x="6260" y="3434"/>
                </a:lnTo>
                <a:lnTo>
                  <a:pt x="6503" y="3483"/>
                </a:lnTo>
                <a:lnTo>
                  <a:pt x="6747" y="3532"/>
                </a:lnTo>
                <a:lnTo>
                  <a:pt x="6990" y="3629"/>
                </a:lnTo>
                <a:lnTo>
                  <a:pt x="7209" y="3726"/>
                </a:lnTo>
                <a:lnTo>
                  <a:pt x="7429" y="3873"/>
                </a:lnTo>
                <a:lnTo>
                  <a:pt x="7623" y="4019"/>
                </a:lnTo>
                <a:lnTo>
                  <a:pt x="7794" y="4189"/>
                </a:lnTo>
                <a:lnTo>
                  <a:pt x="7964" y="4360"/>
                </a:lnTo>
                <a:lnTo>
                  <a:pt x="8111" y="4555"/>
                </a:lnTo>
                <a:lnTo>
                  <a:pt x="8257" y="4774"/>
                </a:lnTo>
                <a:lnTo>
                  <a:pt x="8354" y="4993"/>
                </a:lnTo>
                <a:lnTo>
                  <a:pt x="8452" y="5236"/>
                </a:lnTo>
                <a:lnTo>
                  <a:pt x="8500" y="5480"/>
                </a:lnTo>
                <a:lnTo>
                  <a:pt x="8549" y="5724"/>
                </a:lnTo>
                <a:lnTo>
                  <a:pt x="8549" y="5991"/>
                </a:lnTo>
                <a:lnTo>
                  <a:pt x="8549" y="5991"/>
                </a:lnTo>
                <a:lnTo>
                  <a:pt x="8549" y="6259"/>
                </a:lnTo>
                <a:lnTo>
                  <a:pt x="8500" y="6503"/>
                </a:lnTo>
                <a:lnTo>
                  <a:pt x="8452" y="6746"/>
                </a:lnTo>
                <a:lnTo>
                  <a:pt x="8354" y="6990"/>
                </a:lnTo>
                <a:lnTo>
                  <a:pt x="8257" y="7209"/>
                </a:lnTo>
                <a:lnTo>
                  <a:pt x="8111" y="7428"/>
                </a:lnTo>
                <a:lnTo>
                  <a:pt x="7964" y="7623"/>
                </a:lnTo>
                <a:lnTo>
                  <a:pt x="7794" y="7794"/>
                </a:lnTo>
                <a:lnTo>
                  <a:pt x="7623" y="7964"/>
                </a:lnTo>
                <a:lnTo>
                  <a:pt x="7429" y="8110"/>
                </a:lnTo>
                <a:lnTo>
                  <a:pt x="7209" y="8257"/>
                </a:lnTo>
                <a:lnTo>
                  <a:pt x="6990" y="8354"/>
                </a:lnTo>
                <a:lnTo>
                  <a:pt x="6747" y="8451"/>
                </a:lnTo>
                <a:lnTo>
                  <a:pt x="6503" y="8500"/>
                </a:lnTo>
                <a:lnTo>
                  <a:pt x="6260" y="8549"/>
                </a:lnTo>
                <a:lnTo>
                  <a:pt x="5992" y="8549"/>
                </a:lnTo>
                <a:lnTo>
                  <a:pt x="5992" y="8549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197" name="Group 31"/>
          <p:cNvGrpSpPr/>
          <p:nvPr/>
        </p:nvGrpSpPr>
        <p:grpSpPr>
          <a:xfrm>
            <a:off x="3744360" y="362160"/>
            <a:ext cx="336240" cy="383400"/>
            <a:chOff x="3744360" y="362160"/>
            <a:chExt cx="336240" cy="383400"/>
          </a:xfrm>
        </p:grpSpPr>
        <p:sp>
          <p:nvSpPr>
            <p:cNvPr id="1198" name="CustomShape 32"/>
            <p:cNvSpPr/>
            <p:nvPr/>
          </p:nvSpPr>
          <p:spPr>
            <a:xfrm>
              <a:off x="3768840" y="404280"/>
              <a:ext cx="311760" cy="81000"/>
            </a:xfrm>
            <a:custGeom>
              <a:avLst/>
              <a:gdLst/>
              <a:ahLst/>
              <a:rect l="l" t="t" r="r" b="b"/>
              <a:pathLst>
                <a:path w="14858" h="3874">
                  <a:moveTo>
                    <a:pt x="12763" y="1"/>
                  </a:moveTo>
                  <a:lnTo>
                    <a:pt x="926" y="1"/>
                  </a:lnTo>
                  <a:lnTo>
                    <a:pt x="926" y="1"/>
                  </a:lnTo>
                  <a:lnTo>
                    <a:pt x="731" y="25"/>
                  </a:lnTo>
                  <a:lnTo>
                    <a:pt x="561" y="74"/>
                  </a:lnTo>
                  <a:lnTo>
                    <a:pt x="390" y="171"/>
                  </a:lnTo>
                  <a:lnTo>
                    <a:pt x="269" y="269"/>
                  </a:lnTo>
                  <a:lnTo>
                    <a:pt x="147" y="415"/>
                  </a:lnTo>
                  <a:lnTo>
                    <a:pt x="74" y="561"/>
                  </a:lnTo>
                  <a:lnTo>
                    <a:pt x="1" y="732"/>
                  </a:lnTo>
                  <a:lnTo>
                    <a:pt x="1" y="926"/>
                  </a:lnTo>
                  <a:lnTo>
                    <a:pt x="1" y="2948"/>
                  </a:lnTo>
                  <a:lnTo>
                    <a:pt x="1" y="2948"/>
                  </a:lnTo>
                  <a:lnTo>
                    <a:pt x="1" y="3143"/>
                  </a:lnTo>
                  <a:lnTo>
                    <a:pt x="74" y="3313"/>
                  </a:lnTo>
                  <a:lnTo>
                    <a:pt x="147" y="3459"/>
                  </a:lnTo>
                  <a:lnTo>
                    <a:pt x="269" y="3605"/>
                  </a:lnTo>
                  <a:lnTo>
                    <a:pt x="390" y="3727"/>
                  </a:lnTo>
                  <a:lnTo>
                    <a:pt x="561" y="3800"/>
                  </a:lnTo>
                  <a:lnTo>
                    <a:pt x="731" y="3849"/>
                  </a:lnTo>
                  <a:lnTo>
                    <a:pt x="926" y="3873"/>
                  </a:lnTo>
                  <a:lnTo>
                    <a:pt x="12763" y="3873"/>
                  </a:lnTo>
                  <a:lnTo>
                    <a:pt x="14857" y="1949"/>
                  </a:lnTo>
                  <a:lnTo>
                    <a:pt x="12763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9" name="CustomShape 33"/>
            <p:cNvSpPr/>
            <p:nvPr/>
          </p:nvSpPr>
          <p:spPr>
            <a:xfrm>
              <a:off x="3744360" y="507960"/>
              <a:ext cx="311760" cy="81000"/>
            </a:xfrm>
            <a:custGeom>
              <a:avLst/>
              <a:gdLst/>
              <a:ahLst/>
              <a:rect l="l" t="t" r="r" b="b"/>
              <a:pathLst>
                <a:path w="14858" h="3874">
                  <a:moveTo>
                    <a:pt x="2095" y="1"/>
                  </a:moveTo>
                  <a:lnTo>
                    <a:pt x="13932" y="1"/>
                  </a:lnTo>
                  <a:lnTo>
                    <a:pt x="13932" y="1"/>
                  </a:lnTo>
                  <a:lnTo>
                    <a:pt x="14126" y="25"/>
                  </a:lnTo>
                  <a:lnTo>
                    <a:pt x="14297" y="74"/>
                  </a:lnTo>
                  <a:lnTo>
                    <a:pt x="14467" y="147"/>
                  </a:lnTo>
                  <a:lnTo>
                    <a:pt x="14589" y="269"/>
                  </a:lnTo>
                  <a:lnTo>
                    <a:pt x="14711" y="415"/>
                  </a:lnTo>
                  <a:lnTo>
                    <a:pt x="14784" y="561"/>
                  </a:lnTo>
                  <a:lnTo>
                    <a:pt x="14857" y="732"/>
                  </a:lnTo>
                  <a:lnTo>
                    <a:pt x="14857" y="926"/>
                  </a:lnTo>
                  <a:lnTo>
                    <a:pt x="14857" y="2948"/>
                  </a:lnTo>
                  <a:lnTo>
                    <a:pt x="14857" y="2948"/>
                  </a:lnTo>
                  <a:lnTo>
                    <a:pt x="14857" y="3143"/>
                  </a:lnTo>
                  <a:lnTo>
                    <a:pt x="14784" y="3313"/>
                  </a:lnTo>
                  <a:lnTo>
                    <a:pt x="14711" y="3459"/>
                  </a:lnTo>
                  <a:lnTo>
                    <a:pt x="14589" y="3605"/>
                  </a:lnTo>
                  <a:lnTo>
                    <a:pt x="14467" y="3703"/>
                  </a:lnTo>
                  <a:lnTo>
                    <a:pt x="14297" y="3800"/>
                  </a:lnTo>
                  <a:lnTo>
                    <a:pt x="14126" y="3849"/>
                  </a:lnTo>
                  <a:lnTo>
                    <a:pt x="13932" y="3873"/>
                  </a:lnTo>
                  <a:lnTo>
                    <a:pt x="2095" y="3873"/>
                  </a:lnTo>
                  <a:lnTo>
                    <a:pt x="1" y="1925"/>
                  </a:lnTo>
                  <a:lnTo>
                    <a:pt x="2095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00" name="CustomShape 34"/>
            <p:cNvSpPr/>
            <p:nvPr/>
          </p:nvSpPr>
          <p:spPr>
            <a:xfrm>
              <a:off x="3894120" y="362160"/>
              <a:ext cx="36360" cy="41760"/>
            </a:xfrm>
            <a:custGeom>
              <a:avLst/>
              <a:gdLst/>
              <a:ahLst/>
              <a:rect l="l" t="t" r="r" b="b"/>
              <a:pathLst>
                <a:path w="1755" h="1998">
                  <a:moveTo>
                    <a:pt x="1754" y="1998"/>
                  </a:moveTo>
                  <a:lnTo>
                    <a:pt x="1754" y="585"/>
                  </a:lnTo>
                  <a:lnTo>
                    <a:pt x="1754" y="585"/>
                  </a:lnTo>
                  <a:lnTo>
                    <a:pt x="1754" y="464"/>
                  </a:lnTo>
                  <a:lnTo>
                    <a:pt x="1730" y="366"/>
                  </a:lnTo>
                  <a:lnTo>
                    <a:pt x="1657" y="269"/>
                  </a:lnTo>
                  <a:lnTo>
                    <a:pt x="1584" y="171"/>
                  </a:lnTo>
                  <a:lnTo>
                    <a:pt x="1511" y="98"/>
                  </a:lnTo>
                  <a:lnTo>
                    <a:pt x="1413" y="49"/>
                  </a:lnTo>
                  <a:lnTo>
                    <a:pt x="1291" y="25"/>
                  </a:lnTo>
                  <a:lnTo>
                    <a:pt x="1194" y="1"/>
                  </a:lnTo>
                  <a:lnTo>
                    <a:pt x="561" y="1"/>
                  </a:lnTo>
                  <a:lnTo>
                    <a:pt x="561" y="1"/>
                  </a:lnTo>
                  <a:lnTo>
                    <a:pt x="463" y="25"/>
                  </a:lnTo>
                  <a:lnTo>
                    <a:pt x="342" y="49"/>
                  </a:lnTo>
                  <a:lnTo>
                    <a:pt x="244" y="98"/>
                  </a:lnTo>
                  <a:lnTo>
                    <a:pt x="171" y="171"/>
                  </a:lnTo>
                  <a:lnTo>
                    <a:pt x="98" y="269"/>
                  </a:lnTo>
                  <a:lnTo>
                    <a:pt x="25" y="366"/>
                  </a:lnTo>
                  <a:lnTo>
                    <a:pt x="1" y="464"/>
                  </a:lnTo>
                  <a:lnTo>
                    <a:pt x="1" y="585"/>
                  </a:lnTo>
                  <a:lnTo>
                    <a:pt x="1" y="1998"/>
                  </a:lnTo>
                  <a:lnTo>
                    <a:pt x="1754" y="199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01" name="CustomShape 35"/>
            <p:cNvSpPr/>
            <p:nvPr/>
          </p:nvSpPr>
          <p:spPr>
            <a:xfrm>
              <a:off x="3894120" y="589320"/>
              <a:ext cx="36360" cy="156240"/>
            </a:xfrm>
            <a:custGeom>
              <a:avLst/>
              <a:gdLst/>
              <a:ahLst/>
              <a:rect l="l" t="t" r="r" b="b"/>
              <a:pathLst>
                <a:path w="1755" h="7453">
                  <a:moveTo>
                    <a:pt x="1" y="0"/>
                  </a:moveTo>
                  <a:lnTo>
                    <a:pt x="1" y="7453"/>
                  </a:lnTo>
                  <a:lnTo>
                    <a:pt x="1754" y="7453"/>
                  </a:lnTo>
                  <a:lnTo>
                    <a:pt x="175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02" name="CustomShape 36"/>
          <p:cNvSpPr/>
          <p:nvPr/>
        </p:nvSpPr>
        <p:spPr>
          <a:xfrm>
            <a:off x="4284720" y="385920"/>
            <a:ext cx="385560" cy="336240"/>
          </a:xfrm>
          <a:custGeom>
            <a:avLst/>
            <a:gdLst/>
            <a:ahLst/>
            <a:rect l="l" t="t" r="r" b="b"/>
            <a:pathLst>
              <a:path w="18365" h="16026">
                <a:moveTo>
                  <a:pt x="9182" y="0"/>
                </a:moveTo>
                <a:lnTo>
                  <a:pt x="0" y="8841"/>
                </a:lnTo>
                <a:lnTo>
                  <a:pt x="2874" y="8841"/>
                </a:lnTo>
                <a:lnTo>
                  <a:pt x="2874" y="15246"/>
                </a:lnTo>
                <a:lnTo>
                  <a:pt x="2874" y="15246"/>
                </a:lnTo>
                <a:lnTo>
                  <a:pt x="2899" y="15417"/>
                </a:lnTo>
                <a:lnTo>
                  <a:pt x="2947" y="15563"/>
                </a:lnTo>
                <a:lnTo>
                  <a:pt x="3020" y="15685"/>
                </a:lnTo>
                <a:lnTo>
                  <a:pt x="3093" y="15806"/>
                </a:lnTo>
                <a:lnTo>
                  <a:pt x="3215" y="15904"/>
                </a:lnTo>
                <a:lnTo>
                  <a:pt x="3361" y="15977"/>
                </a:lnTo>
                <a:lnTo>
                  <a:pt x="3508" y="16026"/>
                </a:lnTo>
                <a:lnTo>
                  <a:pt x="3654" y="16026"/>
                </a:lnTo>
                <a:lnTo>
                  <a:pt x="7404" y="16026"/>
                </a:lnTo>
                <a:lnTo>
                  <a:pt x="7404" y="13420"/>
                </a:lnTo>
                <a:lnTo>
                  <a:pt x="7404" y="13420"/>
                </a:lnTo>
                <a:lnTo>
                  <a:pt x="7429" y="13127"/>
                </a:lnTo>
                <a:lnTo>
                  <a:pt x="7526" y="12860"/>
                </a:lnTo>
                <a:lnTo>
                  <a:pt x="7648" y="12616"/>
                </a:lnTo>
                <a:lnTo>
                  <a:pt x="7818" y="12421"/>
                </a:lnTo>
                <a:lnTo>
                  <a:pt x="8038" y="12251"/>
                </a:lnTo>
                <a:lnTo>
                  <a:pt x="8257" y="12129"/>
                </a:lnTo>
                <a:lnTo>
                  <a:pt x="8525" y="12031"/>
                </a:lnTo>
                <a:lnTo>
                  <a:pt x="8817" y="12007"/>
                </a:lnTo>
                <a:lnTo>
                  <a:pt x="9548" y="12007"/>
                </a:lnTo>
                <a:lnTo>
                  <a:pt x="9548" y="12007"/>
                </a:lnTo>
                <a:lnTo>
                  <a:pt x="9840" y="12031"/>
                </a:lnTo>
                <a:lnTo>
                  <a:pt x="10108" y="12129"/>
                </a:lnTo>
                <a:lnTo>
                  <a:pt x="10327" y="12251"/>
                </a:lnTo>
                <a:lnTo>
                  <a:pt x="10546" y="12421"/>
                </a:lnTo>
                <a:lnTo>
                  <a:pt x="10717" y="12616"/>
                </a:lnTo>
                <a:lnTo>
                  <a:pt x="10838" y="12860"/>
                </a:lnTo>
                <a:lnTo>
                  <a:pt x="10936" y="13127"/>
                </a:lnTo>
                <a:lnTo>
                  <a:pt x="10960" y="13420"/>
                </a:lnTo>
                <a:lnTo>
                  <a:pt x="10960" y="16026"/>
                </a:lnTo>
                <a:lnTo>
                  <a:pt x="14711" y="16026"/>
                </a:lnTo>
                <a:lnTo>
                  <a:pt x="14711" y="16026"/>
                </a:lnTo>
                <a:lnTo>
                  <a:pt x="14857" y="16026"/>
                </a:lnTo>
                <a:lnTo>
                  <a:pt x="15003" y="15977"/>
                </a:lnTo>
                <a:lnTo>
                  <a:pt x="15149" y="15904"/>
                </a:lnTo>
                <a:lnTo>
                  <a:pt x="15271" y="15806"/>
                </a:lnTo>
                <a:lnTo>
                  <a:pt x="15344" y="15685"/>
                </a:lnTo>
                <a:lnTo>
                  <a:pt x="15417" y="15563"/>
                </a:lnTo>
                <a:lnTo>
                  <a:pt x="15466" y="15417"/>
                </a:lnTo>
                <a:lnTo>
                  <a:pt x="15490" y="15246"/>
                </a:lnTo>
                <a:lnTo>
                  <a:pt x="15490" y="8841"/>
                </a:lnTo>
                <a:lnTo>
                  <a:pt x="18364" y="8841"/>
                </a:lnTo>
                <a:lnTo>
                  <a:pt x="9182" y="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203" name="Group 37"/>
          <p:cNvGrpSpPr/>
          <p:nvPr/>
        </p:nvGrpSpPr>
        <p:grpSpPr>
          <a:xfrm>
            <a:off x="353880" y="908640"/>
            <a:ext cx="342360" cy="417960"/>
            <a:chOff x="353880" y="908640"/>
            <a:chExt cx="342360" cy="417960"/>
          </a:xfrm>
        </p:grpSpPr>
        <p:sp>
          <p:nvSpPr>
            <p:cNvPr id="1204" name="CustomShape 38"/>
            <p:cNvSpPr/>
            <p:nvPr/>
          </p:nvSpPr>
          <p:spPr>
            <a:xfrm>
              <a:off x="353880" y="929160"/>
              <a:ext cx="325080" cy="397440"/>
            </a:xfrm>
            <a:custGeom>
              <a:avLst/>
              <a:gdLst/>
              <a:ahLst/>
              <a:rect l="l" t="t" r="r" b="b"/>
              <a:pathLst>
                <a:path w="15490" h="18924">
                  <a:moveTo>
                    <a:pt x="15490" y="17828"/>
                  </a:moveTo>
                  <a:lnTo>
                    <a:pt x="15490" y="17828"/>
                  </a:lnTo>
                  <a:lnTo>
                    <a:pt x="15466" y="17998"/>
                  </a:lnTo>
                  <a:lnTo>
                    <a:pt x="15417" y="18169"/>
                  </a:lnTo>
                  <a:lnTo>
                    <a:pt x="15319" y="18364"/>
                  </a:lnTo>
                  <a:lnTo>
                    <a:pt x="15198" y="18534"/>
                  </a:lnTo>
                  <a:lnTo>
                    <a:pt x="15052" y="18680"/>
                  </a:lnTo>
                  <a:lnTo>
                    <a:pt x="14881" y="18802"/>
                  </a:lnTo>
                  <a:lnTo>
                    <a:pt x="14735" y="18900"/>
                  </a:lnTo>
                  <a:lnTo>
                    <a:pt x="14564" y="18924"/>
                  </a:lnTo>
                  <a:lnTo>
                    <a:pt x="1023" y="18924"/>
                  </a:lnTo>
                  <a:lnTo>
                    <a:pt x="1023" y="18924"/>
                  </a:lnTo>
                  <a:lnTo>
                    <a:pt x="853" y="18900"/>
                  </a:lnTo>
                  <a:lnTo>
                    <a:pt x="682" y="18802"/>
                  </a:lnTo>
                  <a:lnTo>
                    <a:pt x="512" y="18680"/>
                  </a:lnTo>
                  <a:lnTo>
                    <a:pt x="341" y="18534"/>
                  </a:lnTo>
                  <a:lnTo>
                    <a:pt x="219" y="18364"/>
                  </a:lnTo>
                  <a:lnTo>
                    <a:pt x="98" y="18169"/>
                  </a:lnTo>
                  <a:lnTo>
                    <a:pt x="25" y="17998"/>
                  </a:lnTo>
                  <a:lnTo>
                    <a:pt x="0" y="17828"/>
                  </a:lnTo>
                  <a:lnTo>
                    <a:pt x="0" y="877"/>
                  </a:lnTo>
                  <a:lnTo>
                    <a:pt x="0" y="877"/>
                  </a:lnTo>
                  <a:lnTo>
                    <a:pt x="25" y="706"/>
                  </a:lnTo>
                  <a:lnTo>
                    <a:pt x="98" y="560"/>
                  </a:lnTo>
                  <a:lnTo>
                    <a:pt x="195" y="414"/>
                  </a:lnTo>
                  <a:lnTo>
                    <a:pt x="341" y="268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28" y="24"/>
                  </a:lnTo>
                  <a:lnTo>
                    <a:pt x="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05" name="CustomShape 39"/>
            <p:cNvSpPr/>
            <p:nvPr/>
          </p:nvSpPr>
          <p:spPr>
            <a:xfrm>
              <a:off x="379440" y="908640"/>
              <a:ext cx="316800" cy="388440"/>
            </a:xfrm>
            <a:custGeom>
              <a:avLst/>
              <a:gdLst/>
              <a:ahLst/>
              <a:rect l="l" t="t" r="r" b="b"/>
              <a:pathLst>
                <a:path w="15101" h="18511">
                  <a:moveTo>
                    <a:pt x="15101" y="3362"/>
                  </a:moveTo>
                  <a:lnTo>
                    <a:pt x="15101" y="17731"/>
                  </a:lnTo>
                  <a:lnTo>
                    <a:pt x="15101" y="17731"/>
                  </a:lnTo>
                  <a:lnTo>
                    <a:pt x="15077" y="17877"/>
                  </a:lnTo>
                  <a:lnTo>
                    <a:pt x="15028" y="18024"/>
                  </a:lnTo>
                  <a:lnTo>
                    <a:pt x="14979" y="18145"/>
                  </a:lnTo>
                  <a:lnTo>
                    <a:pt x="14882" y="18267"/>
                  </a:lnTo>
                  <a:lnTo>
                    <a:pt x="14760" y="18365"/>
                  </a:lnTo>
                  <a:lnTo>
                    <a:pt x="14614" y="18438"/>
                  </a:lnTo>
                  <a:lnTo>
                    <a:pt x="14468" y="18486"/>
                  </a:lnTo>
                  <a:lnTo>
                    <a:pt x="14322" y="18511"/>
                  </a:lnTo>
                  <a:lnTo>
                    <a:pt x="780" y="18511"/>
                  </a:lnTo>
                  <a:lnTo>
                    <a:pt x="780" y="18511"/>
                  </a:lnTo>
                  <a:lnTo>
                    <a:pt x="634" y="18486"/>
                  </a:lnTo>
                  <a:lnTo>
                    <a:pt x="488" y="18438"/>
                  </a:lnTo>
                  <a:lnTo>
                    <a:pt x="342" y="18365"/>
                  </a:lnTo>
                  <a:lnTo>
                    <a:pt x="220" y="18267"/>
                  </a:lnTo>
                  <a:lnTo>
                    <a:pt x="123" y="18145"/>
                  </a:lnTo>
                  <a:lnTo>
                    <a:pt x="74" y="18024"/>
                  </a:lnTo>
                  <a:lnTo>
                    <a:pt x="25" y="17877"/>
                  </a:lnTo>
                  <a:lnTo>
                    <a:pt x="1" y="17731"/>
                  </a:lnTo>
                  <a:lnTo>
                    <a:pt x="1" y="780"/>
                  </a:lnTo>
                  <a:lnTo>
                    <a:pt x="1" y="780"/>
                  </a:lnTo>
                  <a:lnTo>
                    <a:pt x="25" y="610"/>
                  </a:lnTo>
                  <a:lnTo>
                    <a:pt x="74" y="464"/>
                  </a:lnTo>
                  <a:lnTo>
                    <a:pt x="123" y="342"/>
                  </a:lnTo>
                  <a:lnTo>
                    <a:pt x="220" y="220"/>
                  </a:lnTo>
                  <a:lnTo>
                    <a:pt x="342" y="123"/>
                  </a:lnTo>
                  <a:lnTo>
                    <a:pt x="488" y="50"/>
                  </a:lnTo>
                  <a:lnTo>
                    <a:pt x="634" y="1"/>
                  </a:lnTo>
                  <a:lnTo>
                    <a:pt x="780" y="1"/>
                  </a:lnTo>
                  <a:lnTo>
                    <a:pt x="1174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06" name="CustomShape 40"/>
            <p:cNvSpPr/>
            <p:nvPr/>
          </p:nvSpPr>
          <p:spPr>
            <a:xfrm>
              <a:off x="431640" y="1183680"/>
              <a:ext cx="112320" cy="360"/>
            </a:xfrm>
            <a:custGeom>
              <a:avLst/>
              <a:gdLst/>
              <a:ahLst/>
              <a:rect l="l" t="t" r="r" b="b"/>
              <a:pathLst>
                <a:path w="5359" h="1">
                  <a:moveTo>
                    <a:pt x="5358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07" name="CustomShape 41"/>
            <p:cNvSpPr/>
            <p:nvPr/>
          </p:nvSpPr>
          <p:spPr>
            <a:xfrm>
              <a:off x="431640" y="1137600"/>
              <a:ext cx="214560" cy="360"/>
            </a:xfrm>
            <a:custGeom>
              <a:avLst/>
              <a:gdLst/>
              <a:ah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08" name="CustomShape 42"/>
            <p:cNvSpPr/>
            <p:nvPr/>
          </p:nvSpPr>
          <p:spPr>
            <a:xfrm>
              <a:off x="431640" y="1090800"/>
              <a:ext cx="214560" cy="360"/>
            </a:xfrm>
            <a:custGeom>
              <a:avLst/>
              <a:gdLst/>
              <a:ahLst/>
              <a:rect l="l" t="t" r="r" b="b"/>
              <a:pathLst>
                <a:path w="10230" h="1">
                  <a:moveTo>
                    <a:pt x="10229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09" name="CustomShape 43"/>
            <p:cNvSpPr/>
            <p:nvPr/>
          </p:nvSpPr>
          <p:spPr>
            <a:xfrm>
              <a:off x="431640" y="1044360"/>
              <a:ext cx="214560" cy="360"/>
            </a:xfrm>
            <a:custGeom>
              <a:avLst/>
              <a:gdLst/>
              <a:ahLst/>
              <a:rect l="l" t="t" r="r" b="b"/>
              <a:pathLst>
                <a:path w="10230" h="1">
                  <a:moveTo>
                    <a:pt x="1022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10" name="CustomShape 44"/>
            <p:cNvSpPr/>
            <p:nvPr/>
          </p:nvSpPr>
          <p:spPr>
            <a:xfrm>
              <a:off x="626040" y="908640"/>
              <a:ext cx="70200" cy="70200"/>
            </a:xfrm>
            <a:custGeom>
              <a:avLst/>
              <a:gdLst/>
              <a:ahLst/>
              <a:rect l="l" t="t" r="r" b="b"/>
              <a:pathLst>
                <a:path w="3362" h="3362">
                  <a:moveTo>
                    <a:pt x="1" y="2582"/>
                  </a:moveTo>
                  <a:lnTo>
                    <a:pt x="1" y="1"/>
                  </a:lnTo>
                  <a:lnTo>
                    <a:pt x="3362" y="3362"/>
                  </a:lnTo>
                  <a:lnTo>
                    <a:pt x="780" y="3362"/>
                  </a:lnTo>
                  <a:lnTo>
                    <a:pt x="780" y="3362"/>
                  </a:lnTo>
                  <a:lnTo>
                    <a:pt x="610" y="3337"/>
                  </a:lnTo>
                  <a:lnTo>
                    <a:pt x="464" y="3289"/>
                  </a:lnTo>
                  <a:lnTo>
                    <a:pt x="342" y="3216"/>
                  </a:lnTo>
                  <a:lnTo>
                    <a:pt x="220" y="3118"/>
                  </a:lnTo>
                  <a:lnTo>
                    <a:pt x="123" y="3021"/>
                  </a:lnTo>
                  <a:lnTo>
                    <a:pt x="50" y="2875"/>
                  </a:lnTo>
                  <a:lnTo>
                    <a:pt x="1" y="2729"/>
                  </a:lnTo>
                  <a:lnTo>
                    <a:pt x="1" y="2582"/>
                  </a:lnTo>
                  <a:lnTo>
                    <a:pt x="1" y="258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11" name="Group 45"/>
          <p:cNvGrpSpPr/>
          <p:nvPr/>
        </p:nvGrpSpPr>
        <p:grpSpPr>
          <a:xfrm>
            <a:off x="1478160" y="969480"/>
            <a:ext cx="348840" cy="298800"/>
            <a:chOff x="1478160" y="969480"/>
            <a:chExt cx="348840" cy="298800"/>
          </a:xfrm>
        </p:grpSpPr>
        <p:sp>
          <p:nvSpPr>
            <p:cNvPr id="1212" name="CustomShape 46"/>
            <p:cNvSpPr/>
            <p:nvPr/>
          </p:nvSpPr>
          <p:spPr>
            <a:xfrm>
              <a:off x="1478160" y="1223640"/>
              <a:ext cx="174240" cy="44640"/>
            </a:xfrm>
            <a:custGeom>
              <a:avLst/>
              <a:gdLst/>
              <a:ahLst/>
              <a:rect l="l" t="t" r="r" b="b"/>
              <a:pathLst>
                <a:path w="8306" h="2144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33"/>
                  </a:lnTo>
                  <a:lnTo>
                    <a:pt x="74" y="755"/>
                  </a:lnTo>
                  <a:lnTo>
                    <a:pt x="147" y="853"/>
                  </a:lnTo>
                  <a:lnTo>
                    <a:pt x="245" y="950"/>
                  </a:lnTo>
                  <a:lnTo>
                    <a:pt x="245" y="950"/>
                  </a:lnTo>
                  <a:lnTo>
                    <a:pt x="391" y="1023"/>
                  </a:lnTo>
                  <a:lnTo>
                    <a:pt x="561" y="1047"/>
                  </a:lnTo>
                  <a:lnTo>
                    <a:pt x="561" y="1047"/>
                  </a:lnTo>
                  <a:lnTo>
                    <a:pt x="732" y="1023"/>
                  </a:lnTo>
                  <a:lnTo>
                    <a:pt x="732" y="1023"/>
                  </a:lnTo>
                  <a:lnTo>
                    <a:pt x="1292" y="853"/>
                  </a:lnTo>
                  <a:lnTo>
                    <a:pt x="1657" y="780"/>
                  </a:lnTo>
                  <a:lnTo>
                    <a:pt x="2071" y="682"/>
                  </a:lnTo>
                  <a:lnTo>
                    <a:pt x="2534" y="609"/>
                  </a:lnTo>
                  <a:lnTo>
                    <a:pt x="3021" y="560"/>
                  </a:lnTo>
                  <a:lnTo>
                    <a:pt x="3581" y="512"/>
                  </a:lnTo>
                  <a:lnTo>
                    <a:pt x="4166" y="487"/>
                  </a:lnTo>
                  <a:lnTo>
                    <a:pt x="4166" y="487"/>
                  </a:lnTo>
                  <a:lnTo>
                    <a:pt x="4604" y="512"/>
                  </a:lnTo>
                  <a:lnTo>
                    <a:pt x="5018" y="536"/>
                  </a:lnTo>
                  <a:lnTo>
                    <a:pt x="5408" y="609"/>
                  </a:lnTo>
                  <a:lnTo>
                    <a:pt x="5773" y="682"/>
                  </a:lnTo>
                  <a:lnTo>
                    <a:pt x="6114" y="780"/>
                  </a:lnTo>
                  <a:lnTo>
                    <a:pt x="6431" y="877"/>
                  </a:lnTo>
                  <a:lnTo>
                    <a:pt x="6699" y="999"/>
                  </a:lnTo>
                  <a:lnTo>
                    <a:pt x="6966" y="1120"/>
                  </a:lnTo>
                  <a:lnTo>
                    <a:pt x="7186" y="1242"/>
                  </a:lnTo>
                  <a:lnTo>
                    <a:pt x="7405" y="1388"/>
                  </a:lnTo>
                  <a:lnTo>
                    <a:pt x="7770" y="1656"/>
                  </a:lnTo>
                  <a:lnTo>
                    <a:pt x="8062" y="1924"/>
                  </a:lnTo>
                  <a:lnTo>
                    <a:pt x="8306" y="214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13" name="CustomShape 47"/>
            <p:cNvSpPr/>
            <p:nvPr/>
          </p:nvSpPr>
          <p:spPr>
            <a:xfrm>
              <a:off x="1652760" y="1223640"/>
              <a:ext cx="174240" cy="44640"/>
            </a:xfrm>
            <a:custGeom>
              <a:avLst/>
              <a:gdLst/>
              <a:ahLst/>
              <a:rect l="l" t="t" r="r" b="b"/>
              <a:pathLst>
                <a:path w="8307" h="2144">
                  <a:moveTo>
                    <a:pt x="1" y="2143"/>
                  </a:moveTo>
                  <a:lnTo>
                    <a:pt x="1" y="2143"/>
                  </a:lnTo>
                  <a:lnTo>
                    <a:pt x="245" y="1924"/>
                  </a:lnTo>
                  <a:lnTo>
                    <a:pt x="537" y="1656"/>
                  </a:lnTo>
                  <a:lnTo>
                    <a:pt x="902" y="1388"/>
                  </a:lnTo>
                  <a:lnTo>
                    <a:pt x="1121" y="1242"/>
                  </a:lnTo>
                  <a:lnTo>
                    <a:pt x="1341" y="1120"/>
                  </a:lnTo>
                  <a:lnTo>
                    <a:pt x="1608" y="999"/>
                  </a:lnTo>
                  <a:lnTo>
                    <a:pt x="1876" y="877"/>
                  </a:lnTo>
                  <a:lnTo>
                    <a:pt x="2193" y="780"/>
                  </a:lnTo>
                  <a:lnTo>
                    <a:pt x="2534" y="682"/>
                  </a:lnTo>
                  <a:lnTo>
                    <a:pt x="2899" y="609"/>
                  </a:lnTo>
                  <a:lnTo>
                    <a:pt x="3289" y="536"/>
                  </a:lnTo>
                  <a:lnTo>
                    <a:pt x="3703" y="512"/>
                  </a:lnTo>
                  <a:lnTo>
                    <a:pt x="4141" y="487"/>
                  </a:lnTo>
                  <a:lnTo>
                    <a:pt x="4141" y="487"/>
                  </a:lnTo>
                  <a:lnTo>
                    <a:pt x="4726" y="512"/>
                  </a:lnTo>
                  <a:lnTo>
                    <a:pt x="5286" y="560"/>
                  </a:lnTo>
                  <a:lnTo>
                    <a:pt x="5773" y="609"/>
                  </a:lnTo>
                  <a:lnTo>
                    <a:pt x="6236" y="682"/>
                  </a:lnTo>
                  <a:lnTo>
                    <a:pt x="6650" y="780"/>
                  </a:lnTo>
                  <a:lnTo>
                    <a:pt x="7015" y="853"/>
                  </a:lnTo>
                  <a:lnTo>
                    <a:pt x="7575" y="1023"/>
                  </a:lnTo>
                  <a:lnTo>
                    <a:pt x="7575" y="1023"/>
                  </a:lnTo>
                  <a:lnTo>
                    <a:pt x="7746" y="1047"/>
                  </a:lnTo>
                  <a:lnTo>
                    <a:pt x="7746" y="1047"/>
                  </a:lnTo>
                  <a:lnTo>
                    <a:pt x="7916" y="1023"/>
                  </a:lnTo>
                  <a:lnTo>
                    <a:pt x="8062" y="950"/>
                  </a:lnTo>
                  <a:lnTo>
                    <a:pt x="8062" y="950"/>
                  </a:lnTo>
                  <a:lnTo>
                    <a:pt x="8160" y="853"/>
                  </a:lnTo>
                  <a:lnTo>
                    <a:pt x="8233" y="755"/>
                  </a:lnTo>
                  <a:lnTo>
                    <a:pt x="8282" y="633"/>
                  </a:lnTo>
                  <a:lnTo>
                    <a:pt x="8306" y="487"/>
                  </a:lnTo>
                  <a:lnTo>
                    <a:pt x="8306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14" name="CustomShape 48"/>
            <p:cNvSpPr/>
            <p:nvPr/>
          </p:nvSpPr>
          <p:spPr>
            <a:xfrm>
              <a:off x="1478160" y="969480"/>
              <a:ext cx="174240" cy="277920"/>
            </a:xfrm>
            <a:custGeom>
              <a:avLst/>
              <a:gdLst/>
              <a:ahLst/>
              <a:rect l="l" t="t" r="r" b="b"/>
              <a:pathLst>
                <a:path w="8306" h="13250">
                  <a:moveTo>
                    <a:pt x="8306" y="2192"/>
                  </a:moveTo>
                  <a:lnTo>
                    <a:pt x="8306" y="13249"/>
                  </a:lnTo>
                  <a:lnTo>
                    <a:pt x="8306" y="13249"/>
                  </a:lnTo>
                  <a:lnTo>
                    <a:pt x="8062" y="13030"/>
                  </a:lnTo>
                  <a:lnTo>
                    <a:pt x="7770" y="12762"/>
                  </a:lnTo>
                  <a:lnTo>
                    <a:pt x="7405" y="12494"/>
                  </a:lnTo>
                  <a:lnTo>
                    <a:pt x="7186" y="12348"/>
                  </a:lnTo>
                  <a:lnTo>
                    <a:pt x="6966" y="12226"/>
                  </a:lnTo>
                  <a:lnTo>
                    <a:pt x="6699" y="12105"/>
                  </a:lnTo>
                  <a:lnTo>
                    <a:pt x="6431" y="11983"/>
                  </a:lnTo>
                  <a:lnTo>
                    <a:pt x="6114" y="11885"/>
                  </a:lnTo>
                  <a:lnTo>
                    <a:pt x="5773" y="11788"/>
                  </a:lnTo>
                  <a:lnTo>
                    <a:pt x="5408" y="11715"/>
                  </a:lnTo>
                  <a:lnTo>
                    <a:pt x="5018" y="11642"/>
                  </a:lnTo>
                  <a:lnTo>
                    <a:pt x="4604" y="11617"/>
                  </a:lnTo>
                  <a:lnTo>
                    <a:pt x="4166" y="11593"/>
                  </a:lnTo>
                  <a:lnTo>
                    <a:pt x="4166" y="11593"/>
                  </a:lnTo>
                  <a:lnTo>
                    <a:pt x="3581" y="11617"/>
                  </a:lnTo>
                  <a:lnTo>
                    <a:pt x="3021" y="11666"/>
                  </a:lnTo>
                  <a:lnTo>
                    <a:pt x="2534" y="11715"/>
                  </a:lnTo>
                  <a:lnTo>
                    <a:pt x="2071" y="11788"/>
                  </a:lnTo>
                  <a:lnTo>
                    <a:pt x="1657" y="11885"/>
                  </a:lnTo>
                  <a:lnTo>
                    <a:pt x="1292" y="11958"/>
                  </a:lnTo>
                  <a:lnTo>
                    <a:pt x="732" y="12129"/>
                  </a:lnTo>
                  <a:lnTo>
                    <a:pt x="732" y="12129"/>
                  </a:lnTo>
                  <a:lnTo>
                    <a:pt x="561" y="12153"/>
                  </a:lnTo>
                  <a:lnTo>
                    <a:pt x="561" y="12153"/>
                  </a:lnTo>
                  <a:lnTo>
                    <a:pt x="391" y="12129"/>
                  </a:lnTo>
                  <a:lnTo>
                    <a:pt x="245" y="12056"/>
                  </a:lnTo>
                  <a:lnTo>
                    <a:pt x="245" y="12056"/>
                  </a:lnTo>
                  <a:lnTo>
                    <a:pt x="147" y="11958"/>
                  </a:lnTo>
                  <a:lnTo>
                    <a:pt x="74" y="11861"/>
                  </a:lnTo>
                  <a:lnTo>
                    <a:pt x="25" y="11739"/>
                  </a:lnTo>
                  <a:lnTo>
                    <a:pt x="1" y="11593"/>
                  </a:lnTo>
                  <a:lnTo>
                    <a:pt x="1" y="1656"/>
                  </a:lnTo>
                  <a:lnTo>
                    <a:pt x="1" y="1656"/>
                  </a:lnTo>
                  <a:lnTo>
                    <a:pt x="25" y="1534"/>
                  </a:lnTo>
                  <a:lnTo>
                    <a:pt x="50" y="1437"/>
                  </a:lnTo>
                  <a:lnTo>
                    <a:pt x="123" y="1315"/>
                  </a:lnTo>
                  <a:lnTo>
                    <a:pt x="196" y="1242"/>
                  </a:lnTo>
                  <a:lnTo>
                    <a:pt x="196" y="1242"/>
                  </a:lnTo>
                  <a:lnTo>
                    <a:pt x="342" y="1120"/>
                  </a:lnTo>
                  <a:lnTo>
                    <a:pt x="512" y="974"/>
                  </a:lnTo>
                  <a:lnTo>
                    <a:pt x="926" y="755"/>
                  </a:lnTo>
                  <a:lnTo>
                    <a:pt x="1389" y="536"/>
                  </a:lnTo>
                  <a:lnTo>
                    <a:pt x="1901" y="341"/>
                  </a:lnTo>
                  <a:lnTo>
                    <a:pt x="2461" y="195"/>
                  </a:lnTo>
                  <a:lnTo>
                    <a:pt x="3021" y="73"/>
                  </a:lnTo>
                  <a:lnTo>
                    <a:pt x="3581" y="24"/>
                  </a:lnTo>
                  <a:lnTo>
                    <a:pt x="4166" y="0"/>
                  </a:lnTo>
                  <a:lnTo>
                    <a:pt x="4166" y="0"/>
                  </a:lnTo>
                  <a:lnTo>
                    <a:pt x="4531" y="0"/>
                  </a:lnTo>
                  <a:lnTo>
                    <a:pt x="4872" y="49"/>
                  </a:lnTo>
                  <a:lnTo>
                    <a:pt x="5213" y="98"/>
                  </a:lnTo>
                  <a:lnTo>
                    <a:pt x="5530" y="171"/>
                  </a:lnTo>
                  <a:lnTo>
                    <a:pt x="5822" y="268"/>
                  </a:lnTo>
                  <a:lnTo>
                    <a:pt x="6114" y="365"/>
                  </a:lnTo>
                  <a:lnTo>
                    <a:pt x="6358" y="487"/>
                  </a:lnTo>
                  <a:lnTo>
                    <a:pt x="6626" y="609"/>
                  </a:lnTo>
                  <a:lnTo>
                    <a:pt x="7064" y="901"/>
                  </a:lnTo>
                  <a:lnTo>
                    <a:pt x="7429" y="1169"/>
                  </a:lnTo>
                  <a:lnTo>
                    <a:pt x="7746" y="1437"/>
                  </a:lnTo>
                  <a:lnTo>
                    <a:pt x="8014" y="1681"/>
                  </a:lnTo>
                  <a:lnTo>
                    <a:pt x="8014" y="1681"/>
                  </a:lnTo>
                  <a:lnTo>
                    <a:pt x="8136" y="1802"/>
                  </a:lnTo>
                  <a:lnTo>
                    <a:pt x="8136" y="1802"/>
                  </a:lnTo>
                  <a:lnTo>
                    <a:pt x="8209" y="1875"/>
                  </a:lnTo>
                  <a:lnTo>
                    <a:pt x="8257" y="1973"/>
                  </a:lnTo>
                  <a:lnTo>
                    <a:pt x="8306" y="2095"/>
                  </a:lnTo>
                  <a:lnTo>
                    <a:pt x="8306" y="2192"/>
                  </a:lnTo>
                  <a:lnTo>
                    <a:pt x="8306" y="219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15" name="CustomShape 49"/>
            <p:cNvSpPr/>
            <p:nvPr/>
          </p:nvSpPr>
          <p:spPr>
            <a:xfrm>
              <a:off x="1652760" y="969480"/>
              <a:ext cx="174240" cy="277920"/>
            </a:xfrm>
            <a:custGeom>
              <a:avLst/>
              <a:gdLst/>
              <a:ahLst/>
              <a:rect l="l" t="t" r="r" b="b"/>
              <a:pathLst>
                <a:path w="8307" h="13250">
                  <a:moveTo>
                    <a:pt x="1" y="2192"/>
                  </a:moveTo>
                  <a:lnTo>
                    <a:pt x="1" y="13249"/>
                  </a:lnTo>
                  <a:lnTo>
                    <a:pt x="1" y="13249"/>
                  </a:lnTo>
                  <a:lnTo>
                    <a:pt x="245" y="13030"/>
                  </a:lnTo>
                  <a:lnTo>
                    <a:pt x="537" y="12762"/>
                  </a:lnTo>
                  <a:lnTo>
                    <a:pt x="902" y="12494"/>
                  </a:lnTo>
                  <a:lnTo>
                    <a:pt x="1121" y="12348"/>
                  </a:lnTo>
                  <a:lnTo>
                    <a:pt x="1341" y="12226"/>
                  </a:lnTo>
                  <a:lnTo>
                    <a:pt x="1608" y="12105"/>
                  </a:lnTo>
                  <a:lnTo>
                    <a:pt x="1876" y="11983"/>
                  </a:lnTo>
                  <a:lnTo>
                    <a:pt x="2193" y="11885"/>
                  </a:lnTo>
                  <a:lnTo>
                    <a:pt x="2534" y="11788"/>
                  </a:lnTo>
                  <a:lnTo>
                    <a:pt x="2899" y="11715"/>
                  </a:lnTo>
                  <a:lnTo>
                    <a:pt x="3289" y="11642"/>
                  </a:lnTo>
                  <a:lnTo>
                    <a:pt x="3703" y="11617"/>
                  </a:lnTo>
                  <a:lnTo>
                    <a:pt x="4141" y="11593"/>
                  </a:lnTo>
                  <a:lnTo>
                    <a:pt x="4141" y="11593"/>
                  </a:lnTo>
                  <a:lnTo>
                    <a:pt x="4726" y="11617"/>
                  </a:lnTo>
                  <a:lnTo>
                    <a:pt x="5286" y="11666"/>
                  </a:lnTo>
                  <a:lnTo>
                    <a:pt x="5773" y="11715"/>
                  </a:lnTo>
                  <a:lnTo>
                    <a:pt x="6236" y="11788"/>
                  </a:lnTo>
                  <a:lnTo>
                    <a:pt x="6650" y="11885"/>
                  </a:lnTo>
                  <a:lnTo>
                    <a:pt x="7015" y="11958"/>
                  </a:lnTo>
                  <a:lnTo>
                    <a:pt x="7575" y="12129"/>
                  </a:lnTo>
                  <a:lnTo>
                    <a:pt x="7575" y="12129"/>
                  </a:lnTo>
                  <a:lnTo>
                    <a:pt x="7746" y="12153"/>
                  </a:lnTo>
                  <a:lnTo>
                    <a:pt x="7746" y="12153"/>
                  </a:lnTo>
                  <a:lnTo>
                    <a:pt x="7916" y="12129"/>
                  </a:lnTo>
                  <a:lnTo>
                    <a:pt x="8062" y="12056"/>
                  </a:lnTo>
                  <a:lnTo>
                    <a:pt x="8062" y="12056"/>
                  </a:lnTo>
                  <a:lnTo>
                    <a:pt x="8160" y="11958"/>
                  </a:lnTo>
                  <a:lnTo>
                    <a:pt x="8233" y="11861"/>
                  </a:lnTo>
                  <a:lnTo>
                    <a:pt x="8282" y="11739"/>
                  </a:lnTo>
                  <a:lnTo>
                    <a:pt x="8306" y="11593"/>
                  </a:lnTo>
                  <a:lnTo>
                    <a:pt x="8306" y="1656"/>
                  </a:lnTo>
                  <a:lnTo>
                    <a:pt x="8306" y="1656"/>
                  </a:lnTo>
                  <a:lnTo>
                    <a:pt x="8282" y="1534"/>
                  </a:lnTo>
                  <a:lnTo>
                    <a:pt x="8257" y="1437"/>
                  </a:lnTo>
                  <a:lnTo>
                    <a:pt x="8184" y="1315"/>
                  </a:lnTo>
                  <a:lnTo>
                    <a:pt x="8111" y="1242"/>
                  </a:lnTo>
                  <a:lnTo>
                    <a:pt x="8111" y="1242"/>
                  </a:lnTo>
                  <a:lnTo>
                    <a:pt x="7965" y="1120"/>
                  </a:lnTo>
                  <a:lnTo>
                    <a:pt x="7795" y="974"/>
                  </a:lnTo>
                  <a:lnTo>
                    <a:pt x="7381" y="755"/>
                  </a:lnTo>
                  <a:lnTo>
                    <a:pt x="6918" y="536"/>
                  </a:lnTo>
                  <a:lnTo>
                    <a:pt x="6406" y="341"/>
                  </a:lnTo>
                  <a:lnTo>
                    <a:pt x="5846" y="195"/>
                  </a:lnTo>
                  <a:lnTo>
                    <a:pt x="5286" y="73"/>
                  </a:lnTo>
                  <a:lnTo>
                    <a:pt x="4726" y="24"/>
                  </a:lnTo>
                  <a:lnTo>
                    <a:pt x="4141" y="0"/>
                  </a:lnTo>
                  <a:lnTo>
                    <a:pt x="4141" y="0"/>
                  </a:lnTo>
                  <a:lnTo>
                    <a:pt x="3776" y="0"/>
                  </a:lnTo>
                  <a:lnTo>
                    <a:pt x="3435" y="49"/>
                  </a:lnTo>
                  <a:lnTo>
                    <a:pt x="3094" y="98"/>
                  </a:lnTo>
                  <a:lnTo>
                    <a:pt x="2777" y="171"/>
                  </a:lnTo>
                  <a:lnTo>
                    <a:pt x="2485" y="268"/>
                  </a:lnTo>
                  <a:lnTo>
                    <a:pt x="2193" y="365"/>
                  </a:lnTo>
                  <a:lnTo>
                    <a:pt x="1949" y="487"/>
                  </a:lnTo>
                  <a:lnTo>
                    <a:pt x="1681" y="609"/>
                  </a:lnTo>
                  <a:lnTo>
                    <a:pt x="1243" y="901"/>
                  </a:lnTo>
                  <a:lnTo>
                    <a:pt x="878" y="1169"/>
                  </a:lnTo>
                  <a:lnTo>
                    <a:pt x="561" y="1437"/>
                  </a:lnTo>
                  <a:lnTo>
                    <a:pt x="293" y="1681"/>
                  </a:lnTo>
                  <a:lnTo>
                    <a:pt x="293" y="1681"/>
                  </a:lnTo>
                  <a:lnTo>
                    <a:pt x="171" y="1802"/>
                  </a:lnTo>
                  <a:lnTo>
                    <a:pt x="171" y="1802"/>
                  </a:lnTo>
                  <a:lnTo>
                    <a:pt x="98" y="1875"/>
                  </a:lnTo>
                  <a:lnTo>
                    <a:pt x="50" y="1973"/>
                  </a:lnTo>
                  <a:lnTo>
                    <a:pt x="1" y="2095"/>
                  </a:lnTo>
                  <a:lnTo>
                    <a:pt x="1" y="2192"/>
                  </a:lnTo>
                  <a:lnTo>
                    <a:pt x="1" y="219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16" name="CustomShape 50"/>
          <p:cNvSpPr/>
          <p:nvPr/>
        </p:nvSpPr>
        <p:spPr>
          <a:xfrm>
            <a:off x="2042280" y="944640"/>
            <a:ext cx="350640" cy="348840"/>
          </a:xfrm>
          <a:custGeom>
            <a:avLst/>
            <a:gdLst/>
            <a:ahLst/>
            <a:rect l="l" t="t" r="r" b="b"/>
            <a:pathLst>
              <a:path w="16708" h="16611">
                <a:moveTo>
                  <a:pt x="414" y="8842"/>
                </a:moveTo>
                <a:lnTo>
                  <a:pt x="8403" y="1048"/>
                </a:lnTo>
                <a:lnTo>
                  <a:pt x="8403" y="1048"/>
                </a:lnTo>
                <a:lnTo>
                  <a:pt x="8500" y="951"/>
                </a:lnTo>
                <a:lnTo>
                  <a:pt x="8597" y="829"/>
                </a:lnTo>
                <a:lnTo>
                  <a:pt x="8865" y="658"/>
                </a:lnTo>
                <a:lnTo>
                  <a:pt x="9158" y="488"/>
                </a:lnTo>
                <a:lnTo>
                  <a:pt x="9450" y="317"/>
                </a:lnTo>
                <a:lnTo>
                  <a:pt x="9450" y="317"/>
                </a:lnTo>
                <a:lnTo>
                  <a:pt x="9839" y="171"/>
                </a:lnTo>
                <a:lnTo>
                  <a:pt x="10180" y="74"/>
                </a:lnTo>
                <a:lnTo>
                  <a:pt x="10497" y="25"/>
                </a:lnTo>
                <a:lnTo>
                  <a:pt x="10814" y="1"/>
                </a:lnTo>
                <a:lnTo>
                  <a:pt x="15344" y="1"/>
                </a:lnTo>
                <a:lnTo>
                  <a:pt x="15344" y="1"/>
                </a:lnTo>
                <a:lnTo>
                  <a:pt x="15465" y="1"/>
                </a:lnTo>
                <a:lnTo>
                  <a:pt x="15587" y="49"/>
                </a:lnTo>
                <a:lnTo>
                  <a:pt x="15855" y="122"/>
                </a:lnTo>
                <a:lnTo>
                  <a:pt x="16099" y="269"/>
                </a:lnTo>
                <a:lnTo>
                  <a:pt x="16294" y="415"/>
                </a:lnTo>
                <a:lnTo>
                  <a:pt x="16294" y="415"/>
                </a:lnTo>
                <a:lnTo>
                  <a:pt x="16391" y="537"/>
                </a:lnTo>
                <a:lnTo>
                  <a:pt x="16488" y="658"/>
                </a:lnTo>
                <a:lnTo>
                  <a:pt x="16561" y="780"/>
                </a:lnTo>
                <a:lnTo>
                  <a:pt x="16610" y="902"/>
                </a:lnTo>
                <a:lnTo>
                  <a:pt x="16659" y="1048"/>
                </a:lnTo>
                <a:lnTo>
                  <a:pt x="16683" y="1170"/>
                </a:lnTo>
                <a:lnTo>
                  <a:pt x="16708" y="1486"/>
                </a:lnTo>
                <a:lnTo>
                  <a:pt x="16708" y="5992"/>
                </a:lnTo>
                <a:lnTo>
                  <a:pt x="16708" y="5992"/>
                </a:lnTo>
                <a:lnTo>
                  <a:pt x="16683" y="6309"/>
                </a:lnTo>
                <a:lnTo>
                  <a:pt x="16635" y="6625"/>
                </a:lnTo>
                <a:lnTo>
                  <a:pt x="16537" y="6942"/>
                </a:lnTo>
                <a:lnTo>
                  <a:pt x="16391" y="7258"/>
                </a:lnTo>
                <a:lnTo>
                  <a:pt x="16391" y="7258"/>
                </a:lnTo>
                <a:lnTo>
                  <a:pt x="16342" y="7453"/>
                </a:lnTo>
                <a:lnTo>
                  <a:pt x="16294" y="7624"/>
                </a:lnTo>
                <a:lnTo>
                  <a:pt x="16196" y="7770"/>
                </a:lnTo>
                <a:lnTo>
                  <a:pt x="16123" y="7916"/>
                </a:lnTo>
                <a:lnTo>
                  <a:pt x="15928" y="8160"/>
                </a:lnTo>
                <a:lnTo>
                  <a:pt x="15758" y="8403"/>
                </a:lnTo>
                <a:lnTo>
                  <a:pt x="7891" y="16197"/>
                </a:lnTo>
                <a:lnTo>
                  <a:pt x="7891" y="16197"/>
                </a:lnTo>
                <a:lnTo>
                  <a:pt x="7794" y="16294"/>
                </a:lnTo>
                <a:lnTo>
                  <a:pt x="7696" y="16392"/>
                </a:lnTo>
                <a:lnTo>
                  <a:pt x="7574" y="16465"/>
                </a:lnTo>
                <a:lnTo>
                  <a:pt x="7453" y="16513"/>
                </a:lnTo>
                <a:lnTo>
                  <a:pt x="7185" y="16586"/>
                </a:lnTo>
                <a:lnTo>
                  <a:pt x="6941" y="16611"/>
                </a:lnTo>
                <a:lnTo>
                  <a:pt x="6941" y="16611"/>
                </a:lnTo>
                <a:lnTo>
                  <a:pt x="6649" y="16586"/>
                </a:lnTo>
                <a:lnTo>
                  <a:pt x="6503" y="16562"/>
                </a:lnTo>
                <a:lnTo>
                  <a:pt x="6381" y="16513"/>
                </a:lnTo>
                <a:lnTo>
                  <a:pt x="6235" y="16465"/>
                </a:lnTo>
                <a:lnTo>
                  <a:pt x="6113" y="16392"/>
                </a:lnTo>
                <a:lnTo>
                  <a:pt x="5991" y="16294"/>
                </a:lnTo>
                <a:lnTo>
                  <a:pt x="5894" y="16197"/>
                </a:lnTo>
                <a:lnTo>
                  <a:pt x="414" y="10839"/>
                </a:lnTo>
                <a:lnTo>
                  <a:pt x="414" y="10839"/>
                </a:lnTo>
                <a:lnTo>
                  <a:pt x="268" y="10595"/>
                </a:lnTo>
                <a:lnTo>
                  <a:pt x="122" y="10352"/>
                </a:lnTo>
                <a:lnTo>
                  <a:pt x="24" y="10108"/>
                </a:lnTo>
                <a:lnTo>
                  <a:pt x="0" y="10011"/>
                </a:lnTo>
                <a:lnTo>
                  <a:pt x="0" y="9889"/>
                </a:lnTo>
                <a:lnTo>
                  <a:pt x="0" y="9889"/>
                </a:lnTo>
                <a:lnTo>
                  <a:pt x="0" y="9718"/>
                </a:lnTo>
                <a:lnTo>
                  <a:pt x="24" y="9597"/>
                </a:lnTo>
                <a:lnTo>
                  <a:pt x="122" y="9329"/>
                </a:lnTo>
                <a:lnTo>
                  <a:pt x="268" y="9061"/>
                </a:lnTo>
                <a:lnTo>
                  <a:pt x="414" y="8842"/>
                </a:lnTo>
                <a:lnTo>
                  <a:pt x="414" y="8842"/>
                </a:lnTo>
                <a:close/>
                <a:moveTo>
                  <a:pt x="12519" y="4190"/>
                </a:moveTo>
                <a:lnTo>
                  <a:pt x="12519" y="4190"/>
                </a:lnTo>
                <a:lnTo>
                  <a:pt x="12689" y="4336"/>
                </a:lnTo>
                <a:lnTo>
                  <a:pt x="12859" y="4433"/>
                </a:lnTo>
                <a:lnTo>
                  <a:pt x="13030" y="4482"/>
                </a:lnTo>
                <a:lnTo>
                  <a:pt x="13249" y="4482"/>
                </a:lnTo>
                <a:lnTo>
                  <a:pt x="13249" y="4482"/>
                </a:lnTo>
                <a:lnTo>
                  <a:pt x="13444" y="4482"/>
                </a:lnTo>
                <a:lnTo>
                  <a:pt x="13615" y="4433"/>
                </a:lnTo>
                <a:lnTo>
                  <a:pt x="13761" y="4336"/>
                </a:lnTo>
                <a:lnTo>
                  <a:pt x="13882" y="4190"/>
                </a:lnTo>
                <a:lnTo>
                  <a:pt x="13882" y="4190"/>
                </a:lnTo>
                <a:lnTo>
                  <a:pt x="14029" y="4044"/>
                </a:lnTo>
                <a:lnTo>
                  <a:pt x="14102" y="3873"/>
                </a:lnTo>
                <a:lnTo>
                  <a:pt x="14150" y="3727"/>
                </a:lnTo>
                <a:lnTo>
                  <a:pt x="14175" y="3557"/>
                </a:lnTo>
                <a:lnTo>
                  <a:pt x="14175" y="3557"/>
                </a:lnTo>
                <a:lnTo>
                  <a:pt x="14150" y="3362"/>
                </a:lnTo>
                <a:lnTo>
                  <a:pt x="14102" y="3167"/>
                </a:lnTo>
                <a:lnTo>
                  <a:pt x="14029" y="2996"/>
                </a:lnTo>
                <a:lnTo>
                  <a:pt x="13882" y="2850"/>
                </a:lnTo>
                <a:lnTo>
                  <a:pt x="13882" y="2850"/>
                </a:lnTo>
                <a:lnTo>
                  <a:pt x="13761" y="2728"/>
                </a:lnTo>
                <a:lnTo>
                  <a:pt x="13615" y="2655"/>
                </a:lnTo>
                <a:lnTo>
                  <a:pt x="13444" y="2582"/>
                </a:lnTo>
                <a:lnTo>
                  <a:pt x="13249" y="2558"/>
                </a:lnTo>
                <a:lnTo>
                  <a:pt x="13249" y="2558"/>
                </a:lnTo>
                <a:lnTo>
                  <a:pt x="13030" y="2582"/>
                </a:lnTo>
                <a:lnTo>
                  <a:pt x="12859" y="2655"/>
                </a:lnTo>
                <a:lnTo>
                  <a:pt x="12689" y="2728"/>
                </a:lnTo>
                <a:lnTo>
                  <a:pt x="12519" y="2850"/>
                </a:lnTo>
                <a:lnTo>
                  <a:pt x="12519" y="2850"/>
                </a:lnTo>
                <a:lnTo>
                  <a:pt x="12445" y="2996"/>
                </a:lnTo>
                <a:lnTo>
                  <a:pt x="12372" y="3167"/>
                </a:lnTo>
                <a:lnTo>
                  <a:pt x="12324" y="3362"/>
                </a:lnTo>
                <a:lnTo>
                  <a:pt x="12324" y="3557"/>
                </a:lnTo>
                <a:lnTo>
                  <a:pt x="12324" y="3557"/>
                </a:lnTo>
                <a:lnTo>
                  <a:pt x="12324" y="3727"/>
                </a:lnTo>
                <a:lnTo>
                  <a:pt x="12372" y="3873"/>
                </a:lnTo>
                <a:lnTo>
                  <a:pt x="12445" y="4044"/>
                </a:lnTo>
                <a:lnTo>
                  <a:pt x="12519" y="4190"/>
                </a:lnTo>
                <a:lnTo>
                  <a:pt x="12519" y="419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7" name="CustomShape 51"/>
          <p:cNvSpPr/>
          <p:nvPr/>
        </p:nvSpPr>
        <p:spPr>
          <a:xfrm>
            <a:off x="2607840" y="961920"/>
            <a:ext cx="349560" cy="313920"/>
          </a:xfrm>
          <a:custGeom>
            <a:avLst/>
            <a:gdLst/>
            <a:ahLst/>
            <a:rect l="l" t="t" r="r" b="b"/>
            <a:pathLst>
              <a:path w="16660" h="14955">
                <a:moveTo>
                  <a:pt x="12373" y="1"/>
                </a:moveTo>
                <a:lnTo>
                  <a:pt x="12373" y="1"/>
                </a:lnTo>
                <a:lnTo>
                  <a:pt x="12032" y="1"/>
                </a:lnTo>
                <a:lnTo>
                  <a:pt x="11691" y="49"/>
                </a:lnTo>
                <a:lnTo>
                  <a:pt x="11350" y="123"/>
                </a:lnTo>
                <a:lnTo>
                  <a:pt x="11033" y="196"/>
                </a:lnTo>
                <a:lnTo>
                  <a:pt x="10716" y="317"/>
                </a:lnTo>
                <a:lnTo>
                  <a:pt x="10424" y="464"/>
                </a:lnTo>
                <a:lnTo>
                  <a:pt x="10132" y="610"/>
                </a:lnTo>
                <a:lnTo>
                  <a:pt x="9864" y="804"/>
                </a:lnTo>
                <a:lnTo>
                  <a:pt x="9620" y="999"/>
                </a:lnTo>
                <a:lnTo>
                  <a:pt x="9377" y="1219"/>
                </a:lnTo>
                <a:lnTo>
                  <a:pt x="9158" y="1462"/>
                </a:lnTo>
                <a:lnTo>
                  <a:pt x="8939" y="1706"/>
                </a:lnTo>
                <a:lnTo>
                  <a:pt x="8768" y="1974"/>
                </a:lnTo>
                <a:lnTo>
                  <a:pt x="8598" y="2266"/>
                </a:lnTo>
                <a:lnTo>
                  <a:pt x="8451" y="2558"/>
                </a:lnTo>
                <a:lnTo>
                  <a:pt x="8330" y="2850"/>
                </a:lnTo>
                <a:lnTo>
                  <a:pt x="8330" y="2850"/>
                </a:lnTo>
                <a:lnTo>
                  <a:pt x="8208" y="2558"/>
                </a:lnTo>
                <a:lnTo>
                  <a:pt x="8062" y="2266"/>
                </a:lnTo>
                <a:lnTo>
                  <a:pt x="7891" y="1974"/>
                </a:lnTo>
                <a:lnTo>
                  <a:pt x="7721" y="1706"/>
                </a:lnTo>
                <a:lnTo>
                  <a:pt x="7502" y="1462"/>
                </a:lnTo>
                <a:lnTo>
                  <a:pt x="7282" y="1219"/>
                </a:lnTo>
                <a:lnTo>
                  <a:pt x="7039" y="999"/>
                </a:lnTo>
                <a:lnTo>
                  <a:pt x="6795" y="804"/>
                </a:lnTo>
                <a:lnTo>
                  <a:pt x="6527" y="610"/>
                </a:lnTo>
                <a:lnTo>
                  <a:pt x="6235" y="464"/>
                </a:lnTo>
                <a:lnTo>
                  <a:pt x="5943" y="317"/>
                </a:lnTo>
                <a:lnTo>
                  <a:pt x="5626" y="196"/>
                </a:lnTo>
                <a:lnTo>
                  <a:pt x="5310" y="123"/>
                </a:lnTo>
                <a:lnTo>
                  <a:pt x="4969" y="49"/>
                </a:lnTo>
                <a:lnTo>
                  <a:pt x="4628" y="1"/>
                </a:lnTo>
                <a:lnTo>
                  <a:pt x="4287" y="1"/>
                </a:lnTo>
                <a:lnTo>
                  <a:pt x="4287" y="1"/>
                </a:lnTo>
                <a:lnTo>
                  <a:pt x="3848" y="25"/>
                </a:lnTo>
                <a:lnTo>
                  <a:pt x="3434" y="74"/>
                </a:lnTo>
                <a:lnTo>
                  <a:pt x="3020" y="196"/>
                </a:lnTo>
                <a:lnTo>
                  <a:pt x="2606" y="342"/>
                </a:lnTo>
                <a:lnTo>
                  <a:pt x="2241" y="512"/>
                </a:lnTo>
                <a:lnTo>
                  <a:pt x="1900" y="731"/>
                </a:lnTo>
                <a:lnTo>
                  <a:pt x="1559" y="975"/>
                </a:lnTo>
                <a:lnTo>
                  <a:pt x="1267" y="1243"/>
                </a:lnTo>
                <a:lnTo>
                  <a:pt x="974" y="1560"/>
                </a:lnTo>
                <a:lnTo>
                  <a:pt x="731" y="1876"/>
                </a:lnTo>
                <a:lnTo>
                  <a:pt x="512" y="2241"/>
                </a:lnTo>
                <a:lnTo>
                  <a:pt x="341" y="2607"/>
                </a:lnTo>
                <a:lnTo>
                  <a:pt x="195" y="2996"/>
                </a:lnTo>
                <a:lnTo>
                  <a:pt x="98" y="3410"/>
                </a:lnTo>
                <a:lnTo>
                  <a:pt x="25" y="3849"/>
                </a:lnTo>
                <a:lnTo>
                  <a:pt x="0" y="4287"/>
                </a:lnTo>
                <a:lnTo>
                  <a:pt x="0" y="4287"/>
                </a:lnTo>
                <a:lnTo>
                  <a:pt x="0" y="4580"/>
                </a:lnTo>
                <a:lnTo>
                  <a:pt x="25" y="4872"/>
                </a:lnTo>
                <a:lnTo>
                  <a:pt x="122" y="5432"/>
                </a:lnTo>
                <a:lnTo>
                  <a:pt x="244" y="5992"/>
                </a:lnTo>
                <a:lnTo>
                  <a:pt x="439" y="6528"/>
                </a:lnTo>
                <a:lnTo>
                  <a:pt x="658" y="7039"/>
                </a:lnTo>
                <a:lnTo>
                  <a:pt x="926" y="7526"/>
                </a:lnTo>
                <a:lnTo>
                  <a:pt x="1194" y="7989"/>
                </a:lnTo>
                <a:lnTo>
                  <a:pt x="1510" y="8452"/>
                </a:lnTo>
                <a:lnTo>
                  <a:pt x="1851" y="8890"/>
                </a:lnTo>
                <a:lnTo>
                  <a:pt x="2192" y="9304"/>
                </a:lnTo>
                <a:lnTo>
                  <a:pt x="2558" y="9718"/>
                </a:lnTo>
                <a:lnTo>
                  <a:pt x="2923" y="10108"/>
                </a:lnTo>
                <a:lnTo>
                  <a:pt x="3629" y="10839"/>
                </a:lnTo>
                <a:lnTo>
                  <a:pt x="4287" y="11496"/>
                </a:lnTo>
                <a:lnTo>
                  <a:pt x="4287" y="11496"/>
                </a:lnTo>
                <a:lnTo>
                  <a:pt x="4847" y="12032"/>
                </a:lnTo>
                <a:lnTo>
                  <a:pt x="5480" y="12592"/>
                </a:lnTo>
                <a:lnTo>
                  <a:pt x="6820" y="13737"/>
                </a:lnTo>
                <a:lnTo>
                  <a:pt x="7891" y="14614"/>
                </a:lnTo>
                <a:lnTo>
                  <a:pt x="8330" y="14955"/>
                </a:lnTo>
                <a:lnTo>
                  <a:pt x="8330" y="14955"/>
                </a:lnTo>
                <a:lnTo>
                  <a:pt x="8768" y="14614"/>
                </a:lnTo>
                <a:lnTo>
                  <a:pt x="9815" y="13761"/>
                </a:lnTo>
                <a:lnTo>
                  <a:pt x="11155" y="12617"/>
                </a:lnTo>
                <a:lnTo>
                  <a:pt x="11788" y="12056"/>
                </a:lnTo>
                <a:lnTo>
                  <a:pt x="12373" y="11496"/>
                </a:lnTo>
                <a:lnTo>
                  <a:pt x="12373" y="11496"/>
                </a:lnTo>
                <a:lnTo>
                  <a:pt x="13030" y="10839"/>
                </a:lnTo>
                <a:lnTo>
                  <a:pt x="13736" y="10108"/>
                </a:lnTo>
                <a:lnTo>
                  <a:pt x="14102" y="9718"/>
                </a:lnTo>
                <a:lnTo>
                  <a:pt x="14467" y="9304"/>
                </a:lnTo>
                <a:lnTo>
                  <a:pt x="14808" y="8890"/>
                </a:lnTo>
                <a:lnTo>
                  <a:pt x="15149" y="8452"/>
                </a:lnTo>
                <a:lnTo>
                  <a:pt x="15466" y="7989"/>
                </a:lnTo>
                <a:lnTo>
                  <a:pt x="15734" y="7526"/>
                </a:lnTo>
                <a:lnTo>
                  <a:pt x="16001" y="7039"/>
                </a:lnTo>
                <a:lnTo>
                  <a:pt x="16221" y="6528"/>
                </a:lnTo>
                <a:lnTo>
                  <a:pt x="16416" y="5992"/>
                </a:lnTo>
                <a:lnTo>
                  <a:pt x="16537" y="5432"/>
                </a:lnTo>
                <a:lnTo>
                  <a:pt x="16635" y="4872"/>
                </a:lnTo>
                <a:lnTo>
                  <a:pt x="16659" y="4580"/>
                </a:lnTo>
                <a:lnTo>
                  <a:pt x="16659" y="4287"/>
                </a:lnTo>
                <a:lnTo>
                  <a:pt x="16659" y="4287"/>
                </a:lnTo>
                <a:lnTo>
                  <a:pt x="16635" y="3849"/>
                </a:lnTo>
                <a:lnTo>
                  <a:pt x="16562" y="3410"/>
                </a:lnTo>
                <a:lnTo>
                  <a:pt x="16464" y="2996"/>
                </a:lnTo>
                <a:lnTo>
                  <a:pt x="16318" y="2607"/>
                </a:lnTo>
                <a:lnTo>
                  <a:pt x="16148" y="2241"/>
                </a:lnTo>
                <a:lnTo>
                  <a:pt x="15928" y="1876"/>
                </a:lnTo>
                <a:lnTo>
                  <a:pt x="15685" y="1560"/>
                </a:lnTo>
                <a:lnTo>
                  <a:pt x="15393" y="1243"/>
                </a:lnTo>
                <a:lnTo>
                  <a:pt x="15100" y="975"/>
                </a:lnTo>
                <a:lnTo>
                  <a:pt x="14759" y="731"/>
                </a:lnTo>
                <a:lnTo>
                  <a:pt x="14418" y="512"/>
                </a:lnTo>
                <a:lnTo>
                  <a:pt x="14053" y="342"/>
                </a:lnTo>
                <a:lnTo>
                  <a:pt x="13639" y="196"/>
                </a:lnTo>
                <a:lnTo>
                  <a:pt x="13225" y="74"/>
                </a:lnTo>
                <a:lnTo>
                  <a:pt x="12811" y="25"/>
                </a:lnTo>
                <a:lnTo>
                  <a:pt x="12373" y="1"/>
                </a:lnTo>
                <a:lnTo>
                  <a:pt x="12373" y="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8" name="CustomShape 52"/>
          <p:cNvSpPr/>
          <p:nvPr/>
        </p:nvSpPr>
        <p:spPr>
          <a:xfrm>
            <a:off x="3177720" y="964440"/>
            <a:ext cx="339480" cy="308880"/>
          </a:xfrm>
          <a:custGeom>
            <a:avLst/>
            <a:gdLst/>
            <a:ahLst/>
            <a:rect l="l" t="t" r="r" b="b"/>
            <a:pathLst>
              <a:path w="16173" h="14711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9" name="CustomShape 53"/>
          <p:cNvSpPr/>
          <p:nvPr/>
        </p:nvSpPr>
        <p:spPr>
          <a:xfrm>
            <a:off x="3754080" y="967680"/>
            <a:ext cx="316800" cy="302760"/>
          </a:xfrm>
          <a:custGeom>
            <a:avLst/>
            <a:gdLst/>
            <a:ahLst/>
            <a:rect l="l" t="t" r="r" b="b"/>
            <a:pathLst>
              <a:path w="15101" h="14419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220" name="Group 54"/>
          <p:cNvGrpSpPr/>
          <p:nvPr/>
        </p:nvGrpSpPr>
        <p:grpSpPr>
          <a:xfrm>
            <a:off x="4302720" y="947160"/>
            <a:ext cx="349560" cy="350280"/>
            <a:chOff x="4302720" y="947160"/>
            <a:chExt cx="349560" cy="350280"/>
          </a:xfrm>
        </p:grpSpPr>
        <p:sp>
          <p:nvSpPr>
            <p:cNvPr id="1221" name="CustomShape 55"/>
            <p:cNvSpPr/>
            <p:nvPr/>
          </p:nvSpPr>
          <p:spPr>
            <a:xfrm>
              <a:off x="4328640" y="966600"/>
              <a:ext cx="127080" cy="129600"/>
            </a:xfrm>
            <a:custGeom>
              <a:avLst/>
              <a:gdLst/>
              <a:ahLst/>
              <a:rect l="l" t="t" r="r" b="b"/>
              <a:pathLst>
                <a:path w="6066" h="6188">
                  <a:moveTo>
                    <a:pt x="2680" y="74"/>
                  </a:moveTo>
                  <a:lnTo>
                    <a:pt x="2680" y="74"/>
                  </a:lnTo>
                  <a:lnTo>
                    <a:pt x="2607" y="1"/>
                  </a:lnTo>
                  <a:lnTo>
                    <a:pt x="2534" y="1"/>
                  </a:lnTo>
                  <a:lnTo>
                    <a:pt x="2461" y="25"/>
                  </a:lnTo>
                  <a:lnTo>
                    <a:pt x="2436" y="147"/>
                  </a:lnTo>
                  <a:lnTo>
                    <a:pt x="2095" y="1803"/>
                  </a:lnTo>
                  <a:lnTo>
                    <a:pt x="2095" y="1803"/>
                  </a:lnTo>
                  <a:lnTo>
                    <a:pt x="2047" y="1925"/>
                  </a:lnTo>
                  <a:lnTo>
                    <a:pt x="1974" y="2047"/>
                  </a:lnTo>
                  <a:lnTo>
                    <a:pt x="1852" y="2169"/>
                  </a:lnTo>
                  <a:lnTo>
                    <a:pt x="1730" y="2217"/>
                  </a:lnTo>
                  <a:lnTo>
                    <a:pt x="123" y="2753"/>
                  </a:lnTo>
                  <a:lnTo>
                    <a:pt x="123" y="2753"/>
                  </a:lnTo>
                  <a:lnTo>
                    <a:pt x="25" y="2826"/>
                  </a:lnTo>
                  <a:lnTo>
                    <a:pt x="1" y="2875"/>
                  </a:lnTo>
                  <a:lnTo>
                    <a:pt x="25" y="2948"/>
                  </a:lnTo>
                  <a:lnTo>
                    <a:pt x="98" y="3021"/>
                  </a:lnTo>
                  <a:lnTo>
                    <a:pt x="1584" y="3849"/>
                  </a:lnTo>
                  <a:lnTo>
                    <a:pt x="1584" y="3849"/>
                  </a:lnTo>
                  <a:lnTo>
                    <a:pt x="1706" y="3922"/>
                  </a:lnTo>
                  <a:lnTo>
                    <a:pt x="1803" y="4044"/>
                  </a:lnTo>
                  <a:lnTo>
                    <a:pt x="1852" y="4190"/>
                  </a:lnTo>
                  <a:lnTo>
                    <a:pt x="1876" y="4312"/>
                  </a:lnTo>
                  <a:lnTo>
                    <a:pt x="1901" y="6017"/>
                  </a:lnTo>
                  <a:lnTo>
                    <a:pt x="1901" y="6017"/>
                  </a:lnTo>
                  <a:lnTo>
                    <a:pt x="1925" y="6114"/>
                  </a:lnTo>
                  <a:lnTo>
                    <a:pt x="1974" y="6187"/>
                  </a:lnTo>
                  <a:lnTo>
                    <a:pt x="2047" y="6187"/>
                  </a:lnTo>
                  <a:lnTo>
                    <a:pt x="2120" y="6114"/>
                  </a:lnTo>
                  <a:lnTo>
                    <a:pt x="3362" y="4969"/>
                  </a:lnTo>
                  <a:lnTo>
                    <a:pt x="3362" y="4969"/>
                  </a:lnTo>
                  <a:lnTo>
                    <a:pt x="3484" y="4872"/>
                  </a:lnTo>
                  <a:lnTo>
                    <a:pt x="3630" y="4823"/>
                  </a:lnTo>
                  <a:lnTo>
                    <a:pt x="3776" y="4823"/>
                  </a:lnTo>
                  <a:lnTo>
                    <a:pt x="3922" y="4848"/>
                  </a:lnTo>
                  <a:lnTo>
                    <a:pt x="5530" y="5335"/>
                  </a:lnTo>
                  <a:lnTo>
                    <a:pt x="5530" y="5335"/>
                  </a:lnTo>
                  <a:lnTo>
                    <a:pt x="5651" y="5359"/>
                  </a:lnTo>
                  <a:lnTo>
                    <a:pt x="5700" y="5335"/>
                  </a:lnTo>
                  <a:lnTo>
                    <a:pt x="5724" y="5262"/>
                  </a:lnTo>
                  <a:lnTo>
                    <a:pt x="5700" y="5164"/>
                  </a:lnTo>
                  <a:lnTo>
                    <a:pt x="4994" y="3606"/>
                  </a:lnTo>
                  <a:lnTo>
                    <a:pt x="4994" y="3606"/>
                  </a:lnTo>
                  <a:lnTo>
                    <a:pt x="4945" y="3484"/>
                  </a:lnTo>
                  <a:lnTo>
                    <a:pt x="4945" y="3338"/>
                  </a:lnTo>
                  <a:lnTo>
                    <a:pt x="4969" y="3191"/>
                  </a:lnTo>
                  <a:lnTo>
                    <a:pt x="5042" y="3070"/>
                  </a:lnTo>
                  <a:lnTo>
                    <a:pt x="6017" y="1681"/>
                  </a:lnTo>
                  <a:lnTo>
                    <a:pt x="6017" y="1681"/>
                  </a:lnTo>
                  <a:lnTo>
                    <a:pt x="6065" y="1584"/>
                  </a:lnTo>
                  <a:lnTo>
                    <a:pt x="6065" y="1511"/>
                  </a:lnTo>
                  <a:lnTo>
                    <a:pt x="5992" y="1462"/>
                  </a:lnTo>
                  <a:lnTo>
                    <a:pt x="5895" y="1462"/>
                  </a:lnTo>
                  <a:lnTo>
                    <a:pt x="4190" y="1657"/>
                  </a:lnTo>
                  <a:lnTo>
                    <a:pt x="4190" y="1657"/>
                  </a:lnTo>
                  <a:lnTo>
                    <a:pt x="4068" y="1657"/>
                  </a:lnTo>
                  <a:lnTo>
                    <a:pt x="3922" y="1608"/>
                  </a:lnTo>
                  <a:lnTo>
                    <a:pt x="3800" y="1535"/>
                  </a:lnTo>
                  <a:lnTo>
                    <a:pt x="3703" y="1438"/>
                  </a:lnTo>
                  <a:lnTo>
                    <a:pt x="2680" y="7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2" name="CustomShape 56"/>
            <p:cNvSpPr/>
            <p:nvPr/>
          </p:nvSpPr>
          <p:spPr>
            <a:xfrm>
              <a:off x="4302720" y="947160"/>
              <a:ext cx="349560" cy="350280"/>
            </a:xfrm>
            <a:custGeom>
              <a:avLst/>
              <a:gdLst/>
              <a:ahLst/>
              <a:rect l="l" t="t" r="r" b="b"/>
              <a:pathLst>
                <a:path w="16660" h="16684">
                  <a:moveTo>
                    <a:pt x="4872" y="12202"/>
                  </a:moveTo>
                  <a:lnTo>
                    <a:pt x="4872" y="12202"/>
                  </a:lnTo>
                  <a:lnTo>
                    <a:pt x="5261" y="12178"/>
                  </a:lnTo>
                  <a:lnTo>
                    <a:pt x="5627" y="12154"/>
                  </a:lnTo>
                  <a:lnTo>
                    <a:pt x="5992" y="12105"/>
                  </a:lnTo>
                  <a:lnTo>
                    <a:pt x="6357" y="12032"/>
                  </a:lnTo>
                  <a:lnTo>
                    <a:pt x="6698" y="11959"/>
                  </a:lnTo>
                  <a:lnTo>
                    <a:pt x="7039" y="11861"/>
                  </a:lnTo>
                  <a:lnTo>
                    <a:pt x="7380" y="11740"/>
                  </a:lnTo>
                  <a:lnTo>
                    <a:pt x="7721" y="11618"/>
                  </a:lnTo>
                  <a:lnTo>
                    <a:pt x="8038" y="11472"/>
                  </a:lnTo>
                  <a:lnTo>
                    <a:pt x="8355" y="11301"/>
                  </a:lnTo>
                  <a:lnTo>
                    <a:pt x="8671" y="11131"/>
                  </a:lnTo>
                  <a:lnTo>
                    <a:pt x="8963" y="10936"/>
                  </a:lnTo>
                  <a:lnTo>
                    <a:pt x="9256" y="10741"/>
                  </a:lnTo>
                  <a:lnTo>
                    <a:pt x="9524" y="10522"/>
                  </a:lnTo>
                  <a:lnTo>
                    <a:pt x="9792" y="10303"/>
                  </a:lnTo>
                  <a:lnTo>
                    <a:pt x="10035" y="10059"/>
                  </a:lnTo>
                  <a:lnTo>
                    <a:pt x="10279" y="9791"/>
                  </a:lnTo>
                  <a:lnTo>
                    <a:pt x="10522" y="9523"/>
                  </a:lnTo>
                  <a:lnTo>
                    <a:pt x="10741" y="9255"/>
                  </a:lnTo>
                  <a:lnTo>
                    <a:pt x="10936" y="8963"/>
                  </a:lnTo>
                  <a:lnTo>
                    <a:pt x="11131" y="8671"/>
                  </a:lnTo>
                  <a:lnTo>
                    <a:pt x="11302" y="8379"/>
                  </a:lnTo>
                  <a:lnTo>
                    <a:pt x="11472" y="8062"/>
                  </a:lnTo>
                  <a:lnTo>
                    <a:pt x="11618" y="7721"/>
                  </a:lnTo>
                  <a:lnTo>
                    <a:pt x="11740" y="7404"/>
                  </a:lnTo>
                  <a:lnTo>
                    <a:pt x="11862" y="7063"/>
                  </a:lnTo>
                  <a:lnTo>
                    <a:pt x="11959" y="6722"/>
                  </a:lnTo>
                  <a:lnTo>
                    <a:pt x="12032" y="6357"/>
                  </a:lnTo>
                  <a:lnTo>
                    <a:pt x="12105" y="5992"/>
                  </a:lnTo>
                  <a:lnTo>
                    <a:pt x="12154" y="5626"/>
                  </a:lnTo>
                  <a:lnTo>
                    <a:pt x="12178" y="5261"/>
                  </a:lnTo>
                  <a:lnTo>
                    <a:pt x="12178" y="4896"/>
                  </a:lnTo>
                  <a:lnTo>
                    <a:pt x="12178" y="4896"/>
                  </a:lnTo>
                  <a:lnTo>
                    <a:pt x="12178" y="4531"/>
                  </a:lnTo>
                  <a:lnTo>
                    <a:pt x="12154" y="4190"/>
                  </a:lnTo>
                  <a:lnTo>
                    <a:pt x="12105" y="3849"/>
                  </a:lnTo>
                  <a:lnTo>
                    <a:pt x="12057" y="3508"/>
                  </a:lnTo>
                  <a:lnTo>
                    <a:pt x="11983" y="3191"/>
                  </a:lnTo>
                  <a:lnTo>
                    <a:pt x="11886" y="2850"/>
                  </a:lnTo>
                  <a:lnTo>
                    <a:pt x="11789" y="2533"/>
                  </a:lnTo>
                  <a:lnTo>
                    <a:pt x="11691" y="2217"/>
                  </a:lnTo>
                  <a:lnTo>
                    <a:pt x="11545" y="1925"/>
                  </a:lnTo>
                  <a:lnTo>
                    <a:pt x="11423" y="1632"/>
                  </a:lnTo>
                  <a:lnTo>
                    <a:pt x="11253" y="1340"/>
                  </a:lnTo>
                  <a:lnTo>
                    <a:pt x="11107" y="1048"/>
                  </a:lnTo>
                  <a:lnTo>
                    <a:pt x="10912" y="780"/>
                  </a:lnTo>
                  <a:lnTo>
                    <a:pt x="10717" y="512"/>
                  </a:lnTo>
                  <a:lnTo>
                    <a:pt x="10303" y="0"/>
                  </a:lnTo>
                  <a:lnTo>
                    <a:pt x="10303" y="0"/>
                  </a:lnTo>
                  <a:lnTo>
                    <a:pt x="10644" y="98"/>
                  </a:lnTo>
                  <a:lnTo>
                    <a:pt x="10985" y="220"/>
                  </a:lnTo>
                  <a:lnTo>
                    <a:pt x="11642" y="463"/>
                  </a:lnTo>
                  <a:lnTo>
                    <a:pt x="12251" y="780"/>
                  </a:lnTo>
                  <a:lnTo>
                    <a:pt x="12836" y="1121"/>
                  </a:lnTo>
                  <a:lnTo>
                    <a:pt x="13396" y="1535"/>
                  </a:lnTo>
                  <a:lnTo>
                    <a:pt x="13932" y="1973"/>
                  </a:lnTo>
                  <a:lnTo>
                    <a:pt x="14419" y="2460"/>
                  </a:lnTo>
                  <a:lnTo>
                    <a:pt x="14857" y="2972"/>
                  </a:lnTo>
                  <a:lnTo>
                    <a:pt x="15271" y="3532"/>
                  </a:lnTo>
                  <a:lnTo>
                    <a:pt x="15612" y="4116"/>
                  </a:lnTo>
                  <a:lnTo>
                    <a:pt x="15929" y="4750"/>
                  </a:lnTo>
                  <a:lnTo>
                    <a:pt x="16197" y="5383"/>
                  </a:lnTo>
                  <a:lnTo>
                    <a:pt x="16294" y="5724"/>
                  </a:lnTo>
                  <a:lnTo>
                    <a:pt x="16392" y="6065"/>
                  </a:lnTo>
                  <a:lnTo>
                    <a:pt x="16465" y="6406"/>
                  </a:lnTo>
                  <a:lnTo>
                    <a:pt x="16538" y="6771"/>
                  </a:lnTo>
                  <a:lnTo>
                    <a:pt x="16587" y="7112"/>
                  </a:lnTo>
                  <a:lnTo>
                    <a:pt x="16635" y="7477"/>
                  </a:lnTo>
                  <a:lnTo>
                    <a:pt x="16660" y="7843"/>
                  </a:lnTo>
                  <a:lnTo>
                    <a:pt x="16660" y="8208"/>
                  </a:lnTo>
                  <a:lnTo>
                    <a:pt x="16660" y="8208"/>
                  </a:lnTo>
                  <a:lnTo>
                    <a:pt x="16660" y="8647"/>
                  </a:lnTo>
                  <a:lnTo>
                    <a:pt x="16611" y="9061"/>
                  </a:lnTo>
                  <a:lnTo>
                    <a:pt x="16562" y="9499"/>
                  </a:lnTo>
                  <a:lnTo>
                    <a:pt x="16489" y="9913"/>
                  </a:lnTo>
                  <a:lnTo>
                    <a:pt x="16392" y="10327"/>
                  </a:lnTo>
                  <a:lnTo>
                    <a:pt x="16294" y="10717"/>
                  </a:lnTo>
                  <a:lnTo>
                    <a:pt x="16148" y="11131"/>
                  </a:lnTo>
                  <a:lnTo>
                    <a:pt x="16002" y="11496"/>
                  </a:lnTo>
                  <a:lnTo>
                    <a:pt x="15832" y="11886"/>
                  </a:lnTo>
                  <a:lnTo>
                    <a:pt x="15637" y="12251"/>
                  </a:lnTo>
                  <a:lnTo>
                    <a:pt x="15442" y="12592"/>
                  </a:lnTo>
                  <a:lnTo>
                    <a:pt x="15223" y="12933"/>
                  </a:lnTo>
                  <a:lnTo>
                    <a:pt x="14979" y="13274"/>
                  </a:lnTo>
                  <a:lnTo>
                    <a:pt x="14736" y="13591"/>
                  </a:lnTo>
                  <a:lnTo>
                    <a:pt x="14468" y="13907"/>
                  </a:lnTo>
                  <a:lnTo>
                    <a:pt x="14175" y="14199"/>
                  </a:lnTo>
                  <a:lnTo>
                    <a:pt x="13883" y="14467"/>
                  </a:lnTo>
                  <a:lnTo>
                    <a:pt x="13591" y="14735"/>
                  </a:lnTo>
                  <a:lnTo>
                    <a:pt x="13274" y="15003"/>
                  </a:lnTo>
                  <a:lnTo>
                    <a:pt x="12933" y="15222"/>
                  </a:lnTo>
                  <a:lnTo>
                    <a:pt x="12592" y="15442"/>
                  </a:lnTo>
                  <a:lnTo>
                    <a:pt x="12227" y="15661"/>
                  </a:lnTo>
                  <a:lnTo>
                    <a:pt x="11862" y="15831"/>
                  </a:lnTo>
                  <a:lnTo>
                    <a:pt x="11496" y="16002"/>
                  </a:lnTo>
                  <a:lnTo>
                    <a:pt x="11107" y="16172"/>
                  </a:lnTo>
                  <a:lnTo>
                    <a:pt x="10717" y="16294"/>
                  </a:lnTo>
                  <a:lnTo>
                    <a:pt x="10303" y="16416"/>
                  </a:lnTo>
                  <a:lnTo>
                    <a:pt x="9913" y="16513"/>
                  </a:lnTo>
                  <a:lnTo>
                    <a:pt x="9475" y="16586"/>
                  </a:lnTo>
                  <a:lnTo>
                    <a:pt x="9061" y="16635"/>
                  </a:lnTo>
                  <a:lnTo>
                    <a:pt x="8622" y="16659"/>
                  </a:lnTo>
                  <a:lnTo>
                    <a:pt x="8208" y="16684"/>
                  </a:lnTo>
                  <a:lnTo>
                    <a:pt x="8208" y="16684"/>
                  </a:lnTo>
                  <a:lnTo>
                    <a:pt x="7819" y="16659"/>
                  </a:lnTo>
                  <a:lnTo>
                    <a:pt x="7453" y="16635"/>
                  </a:lnTo>
                  <a:lnTo>
                    <a:pt x="7112" y="16611"/>
                  </a:lnTo>
                  <a:lnTo>
                    <a:pt x="6747" y="16562"/>
                  </a:lnTo>
                  <a:lnTo>
                    <a:pt x="6406" y="16489"/>
                  </a:lnTo>
                  <a:lnTo>
                    <a:pt x="6065" y="16391"/>
                  </a:lnTo>
                  <a:lnTo>
                    <a:pt x="5724" y="16294"/>
                  </a:lnTo>
                  <a:lnTo>
                    <a:pt x="5383" y="16197"/>
                  </a:lnTo>
                  <a:lnTo>
                    <a:pt x="4726" y="15929"/>
                  </a:lnTo>
                  <a:lnTo>
                    <a:pt x="4117" y="15636"/>
                  </a:lnTo>
                  <a:lnTo>
                    <a:pt x="3532" y="15271"/>
                  </a:lnTo>
                  <a:lnTo>
                    <a:pt x="2972" y="14857"/>
                  </a:lnTo>
                  <a:lnTo>
                    <a:pt x="2436" y="14419"/>
                  </a:lnTo>
                  <a:lnTo>
                    <a:pt x="1974" y="13932"/>
                  </a:lnTo>
                  <a:lnTo>
                    <a:pt x="1511" y="13420"/>
                  </a:lnTo>
                  <a:lnTo>
                    <a:pt x="1121" y="12860"/>
                  </a:lnTo>
                  <a:lnTo>
                    <a:pt x="756" y="12275"/>
                  </a:lnTo>
                  <a:lnTo>
                    <a:pt x="464" y="11642"/>
                  </a:lnTo>
                  <a:lnTo>
                    <a:pt x="196" y="10985"/>
                  </a:lnTo>
                  <a:lnTo>
                    <a:pt x="98" y="10668"/>
                  </a:lnTo>
                  <a:lnTo>
                    <a:pt x="1" y="10327"/>
                  </a:lnTo>
                  <a:lnTo>
                    <a:pt x="1" y="10327"/>
                  </a:lnTo>
                  <a:lnTo>
                    <a:pt x="488" y="10741"/>
                  </a:lnTo>
                  <a:lnTo>
                    <a:pt x="756" y="10936"/>
                  </a:lnTo>
                  <a:lnTo>
                    <a:pt x="1048" y="11106"/>
                  </a:lnTo>
                  <a:lnTo>
                    <a:pt x="1316" y="11277"/>
                  </a:lnTo>
                  <a:lnTo>
                    <a:pt x="1608" y="11423"/>
                  </a:lnTo>
                  <a:lnTo>
                    <a:pt x="1901" y="11569"/>
                  </a:lnTo>
                  <a:lnTo>
                    <a:pt x="2217" y="11691"/>
                  </a:lnTo>
                  <a:lnTo>
                    <a:pt x="2534" y="11813"/>
                  </a:lnTo>
                  <a:lnTo>
                    <a:pt x="2850" y="11910"/>
                  </a:lnTo>
                  <a:lnTo>
                    <a:pt x="3167" y="11983"/>
                  </a:lnTo>
                  <a:lnTo>
                    <a:pt x="3508" y="12056"/>
                  </a:lnTo>
                  <a:lnTo>
                    <a:pt x="3849" y="12129"/>
                  </a:lnTo>
                  <a:lnTo>
                    <a:pt x="4190" y="12154"/>
                  </a:lnTo>
                  <a:lnTo>
                    <a:pt x="4531" y="12178"/>
                  </a:lnTo>
                  <a:lnTo>
                    <a:pt x="4872" y="12202"/>
                  </a:lnTo>
                  <a:lnTo>
                    <a:pt x="4872" y="1220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23" name="Group 57"/>
          <p:cNvGrpSpPr/>
          <p:nvPr/>
        </p:nvGrpSpPr>
        <p:grpSpPr>
          <a:xfrm>
            <a:off x="4825440" y="907560"/>
            <a:ext cx="433800" cy="422280"/>
            <a:chOff x="4825440" y="907560"/>
            <a:chExt cx="433800" cy="422280"/>
          </a:xfrm>
        </p:grpSpPr>
        <p:sp>
          <p:nvSpPr>
            <p:cNvPr id="1224" name="CustomShape 58"/>
            <p:cNvSpPr/>
            <p:nvPr/>
          </p:nvSpPr>
          <p:spPr>
            <a:xfrm>
              <a:off x="4825440" y="907560"/>
              <a:ext cx="433800" cy="422280"/>
            </a:xfrm>
            <a:custGeom>
              <a:avLst/>
              <a:gdLst/>
              <a:ah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5" name="CustomShape 59"/>
            <p:cNvSpPr/>
            <p:nvPr/>
          </p:nvSpPr>
          <p:spPr>
            <a:xfrm>
              <a:off x="4901400" y="977760"/>
              <a:ext cx="282240" cy="282240"/>
            </a:xfrm>
            <a:custGeom>
              <a:avLst/>
              <a:gdLst/>
              <a:ah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26" name="Group 60"/>
          <p:cNvGrpSpPr/>
          <p:nvPr/>
        </p:nvGrpSpPr>
        <p:grpSpPr>
          <a:xfrm>
            <a:off x="327240" y="1557000"/>
            <a:ext cx="390600" cy="264240"/>
            <a:chOff x="327240" y="1557000"/>
            <a:chExt cx="390600" cy="264240"/>
          </a:xfrm>
        </p:grpSpPr>
        <p:sp>
          <p:nvSpPr>
            <p:cNvPr id="1227" name="CustomShape 61"/>
            <p:cNvSpPr/>
            <p:nvPr/>
          </p:nvSpPr>
          <p:spPr>
            <a:xfrm>
              <a:off x="327240" y="1557000"/>
              <a:ext cx="390600" cy="24120"/>
            </a:xfrm>
            <a:custGeom>
              <a:avLst/>
              <a:gdLst/>
              <a:ahLst/>
              <a:rect l="l" t="t" r="r" b="b"/>
              <a:pathLst>
                <a:path w="18608" h="1170">
                  <a:moveTo>
                    <a:pt x="18608" y="1170"/>
                  </a:moveTo>
                  <a:lnTo>
                    <a:pt x="18608" y="488"/>
                  </a:lnTo>
                  <a:lnTo>
                    <a:pt x="18608" y="488"/>
                  </a:lnTo>
                  <a:lnTo>
                    <a:pt x="18608" y="390"/>
                  </a:lnTo>
                  <a:lnTo>
                    <a:pt x="18559" y="293"/>
                  </a:lnTo>
                  <a:lnTo>
                    <a:pt x="18535" y="220"/>
                  </a:lnTo>
                  <a:lnTo>
                    <a:pt x="18462" y="147"/>
                  </a:lnTo>
                  <a:lnTo>
                    <a:pt x="18389" y="74"/>
                  </a:lnTo>
                  <a:lnTo>
                    <a:pt x="18316" y="49"/>
                  </a:lnTo>
                  <a:lnTo>
                    <a:pt x="18218" y="1"/>
                  </a:lnTo>
                  <a:lnTo>
                    <a:pt x="18121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49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1" y="390"/>
                  </a:lnTo>
                  <a:lnTo>
                    <a:pt x="1" y="488"/>
                  </a:lnTo>
                  <a:lnTo>
                    <a:pt x="1" y="117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8" name="CustomShape 62"/>
            <p:cNvSpPr/>
            <p:nvPr/>
          </p:nvSpPr>
          <p:spPr>
            <a:xfrm>
              <a:off x="327240" y="1583640"/>
              <a:ext cx="390600" cy="228240"/>
            </a:xfrm>
            <a:custGeom>
              <a:avLst/>
              <a:gdLst/>
              <a:ahLst/>
              <a:rect l="l" t="t" r="r" b="b"/>
              <a:pathLst>
                <a:path w="18608" h="10887">
                  <a:moveTo>
                    <a:pt x="13493" y="7209"/>
                  </a:moveTo>
                  <a:lnTo>
                    <a:pt x="18608" y="10887"/>
                  </a:lnTo>
                  <a:lnTo>
                    <a:pt x="18608" y="10887"/>
                  </a:lnTo>
                  <a:lnTo>
                    <a:pt x="18608" y="10814"/>
                  </a:lnTo>
                  <a:lnTo>
                    <a:pt x="18608" y="0"/>
                  </a:lnTo>
                  <a:lnTo>
                    <a:pt x="9450" y="6625"/>
                  </a:lnTo>
                  <a:lnTo>
                    <a:pt x="9450" y="6625"/>
                  </a:lnTo>
                  <a:lnTo>
                    <a:pt x="9377" y="6673"/>
                  </a:lnTo>
                  <a:lnTo>
                    <a:pt x="9304" y="6673"/>
                  </a:lnTo>
                  <a:lnTo>
                    <a:pt x="9304" y="6673"/>
                  </a:lnTo>
                  <a:lnTo>
                    <a:pt x="9231" y="6673"/>
                  </a:lnTo>
                  <a:lnTo>
                    <a:pt x="9158" y="6625"/>
                  </a:lnTo>
                  <a:lnTo>
                    <a:pt x="1" y="0"/>
                  </a:lnTo>
                  <a:lnTo>
                    <a:pt x="1" y="10814"/>
                  </a:lnTo>
                  <a:lnTo>
                    <a:pt x="1" y="10814"/>
                  </a:lnTo>
                  <a:lnTo>
                    <a:pt x="1" y="10887"/>
                  </a:lnTo>
                  <a:lnTo>
                    <a:pt x="5115" y="720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9" name="CustomShape 63"/>
            <p:cNvSpPr/>
            <p:nvPr/>
          </p:nvSpPr>
          <p:spPr>
            <a:xfrm>
              <a:off x="334080" y="1820880"/>
              <a:ext cx="377280" cy="360"/>
            </a:xfrm>
            <a:custGeom>
              <a:avLst/>
              <a:gdLst/>
              <a:ahLst/>
              <a:rect l="l" t="t" r="r" b="b"/>
              <a:pathLst>
                <a:path w="17975" h="25">
                  <a:moveTo>
                    <a:pt x="0" y="0"/>
                  </a:moveTo>
                  <a:lnTo>
                    <a:pt x="0" y="0"/>
                  </a:lnTo>
                  <a:lnTo>
                    <a:pt x="98" y="25"/>
                  </a:lnTo>
                  <a:lnTo>
                    <a:pt x="171" y="25"/>
                  </a:lnTo>
                  <a:lnTo>
                    <a:pt x="17804" y="25"/>
                  </a:lnTo>
                  <a:lnTo>
                    <a:pt x="17804" y="25"/>
                  </a:lnTo>
                  <a:lnTo>
                    <a:pt x="17877" y="25"/>
                  </a:lnTo>
                  <a:lnTo>
                    <a:pt x="17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30" name="Group 64"/>
          <p:cNvGrpSpPr/>
          <p:nvPr/>
        </p:nvGrpSpPr>
        <p:grpSpPr>
          <a:xfrm>
            <a:off x="892080" y="1492560"/>
            <a:ext cx="390600" cy="382680"/>
            <a:chOff x="892080" y="1492560"/>
            <a:chExt cx="390600" cy="382680"/>
          </a:xfrm>
        </p:grpSpPr>
        <p:sp>
          <p:nvSpPr>
            <p:cNvPr id="1231" name="CustomShape 65"/>
            <p:cNvSpPr/>
            <p:nvPr/>
          </p:nvSpPr>
          <p:spPr>
            <a:xfrm>
              <a:off x="892080" y="1492560"/>
              <a:ext cx="390600" cy="373680"/>
            </a:xfrm>
            <a:custGeom>
              <a:avLst/>
              <a:gdLst/>
              <a:ahLst/>
              <a:rect l="l" t="t" r="r" b="b"/>
              <a:pathLst>
                <a:path w="18608" h="17805">
                  <a:moveTo>
                    <a:pt x="13493" y="14127"/>
                  </a:moveTo>
                  <a:lnTo>
                    <a:pt x="18608" y="17804"/>
                  </a:lnTo>
                  <a:lnTo>
                    <a:pt x="18608" y="17804"/>
                  </a:lnTo>
                  <a:lnTo>
                    <a:pt x="18608" y="17731"/>
                  </a:lnTo>
                  <a:lnTo>
                    <a:pt x="18608" y="6723"/>
                  </a:lnTo>
                  <a:lnTo>
                    <a:pt x="9304" y="1"/>
                  </a:lnTo>
                  <a:lnTo>
                    <a:pt x="1" y="6723"/>
                  </a:lnTo>
                  <a:lnTo>
                    <a:pt x="1" y="17731"/>
                  </a:lnTo>
                  <a:lnTo>
                    <a:pt x="1" y="17731"/>
                  </a:lnTo>
                  <a:lnTo>
                    <a:pt x="1" y="17804"/>
                  </a:lnTo>
                  <a:lnTo>
                    <a:pt x="5115" y="1412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32" name="CustomShape 66"/>
            <p:cNvSpPr/>
            <p:nvPr/>
          </p:nvSpPr>
          <p:spPr>
            <a:xfrm>
              <a:off x="898920" y="1874880"/>
              <a:ext cx="377280" cy="360"/>
            </a:xfrm>
            <a:custGeom>
              <a:avLst/>
              <a:gdLst/>
              <a:ahLst/>
              <a:rect l="l" t="t" r="r" b="b"/>
              <a:pathLst>
                <a:path w="17975" h="25">
                  <a:moveTo>
                    <a:pt x="0" y="0"/>
                  </a:moveTo>
                  <a:lnTo>
                    <a:pt x="0" y="0"/>
                  </a:lnTo>
                  <a:lnTo>
                    <a:pt x="98" y="0"/>
                  </a:lnTo>
                  <a:lnTo>
                    <a:pt x="171" y="24"/>
                  </a:lnTo>
                  <a:lnTo>
                    <a:pt x="17804" y="24"/>
                  </a:lnTo>
                  <a:lnTo>
                    <a:pt x="17804" y="24"/>
                  </a:lnTo>
                  <a:lnTo>
                    <a:pt x="17877" y="0"/>
                  </a:lnTo>
                  <a:lnTo>
                    <a:pt x="17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33" name="CustomShape 67"/>
            <p:cNvSpPr/>
            <p:nvPr/>
          </p:nvSpPr>
          <p:spPr>
            <a:xfrm>
              <a:off x="892080" y="1634040"/>
              <a:ext cx="390600" cy="144000"/>
            </a:xfrm>
            <a:custGeom>
              <a:avLst/>
              <a:gdLst/>
              <a:ahLst/>
              <a:rect l="l" t="t" r="r" b="b"/>
              <a:pathLst>
                <a:path w="18608" h="6869">
                  <a:moveTo>
                    <a:pt x="18608" y="1"/>
                  </a:moveTo>
                  <a:lnTo>
                    <a:pt x="9450" y="6820"/>
                  </a:lnTo>
                  <a:lnTo>
                    <a:pt x="9450" y="6820"/>
                  </a:lnTo>
                  <a:lnTo>
                    <a:pt x="9377" y="6845"/>
                  </a:lnTo>
                  <a:lnTo>
                    <a:pt x="9304" y="6869"/>
                  </a:lnTo>
                  <a:lnTo>
                    <a:pt x="9304" y="6869"/>
                  </a:lnTo>
                  <a:lnTo>
                    <a:pt x="9231" y="6845"/>
                  </a:lnTo>
                  <a:lnTo>
                    <a:pt x="9158" y="6820"/>
                  </a:ln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34" name="CustomShape 68"/>
            <p:cNvSpPr/>
            <p:nvPr/>
          </p:nvSpPr>
          <p:spPr>
            <a:xfrm>
              <a:off x="970560" y="1599120"/>
              <a:ext cx="234000" cy="92880"/>
            </a:xfrm>
            <a:custGeom>
              <a:avLst/>
              <a:gdLst/>
              <a:ahLst/>
              <a:rect l="l" t="t" r="r" b="b"/>
              <a:pathLst>
                <a:path w="11156" h="4434">
                  <a:moveTo>
                    <a:pt x="1" y="4433"/>
                  </a:moveTo>
                  <a:lnTo>
                    <a:pt x="1" y="1"/>
                  </a:lnTo>
                  <a:lnTo>
                    <a:pt x="11155" y="1"/>
                  </a:lnTo>
                  <a:lnTo>
                    <a:pt x="11155" y="443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35" name="CustomShape 69"/>
            <p:cNvSpPr/>
            <p:nvPr/>
          </p:nvSpPr>
          <p:spPr>
            <a:xfrm>
              <a:off x="1031400" y="1649160"/>
              <a:ext cx="112320" cy="360"/>
            </a:xfrm>
            <a:custGeom>
              <a:avLst/>
              <a:gdLst/>
              <a:ahLst/>
              <a:rect l="l" t="t" r="r" b="b"/>
              <a:pathLst>
                <a:path w="5359" h="1">
                  <a:moveTo>
                    <a:pt x="0" y="0"/>
                  </a:moveTo>
                  <a:lnTo>
                    <a:pt x="535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36" name="CustomShape 70"/>
            <p:cNvSpPr/>
            <p:nvPr/>
          </p:nvSpPr>
          <p:spPr>
            <a:xfrm>
              <a:off x="1031400" y="1677960"/>
              <a:ext cx="112320" cy="360"/>
            </a:xfrm>
            <a:custGeom>
              <a:avLst/>
              <a:gdLst/>
              <a:ahLst/>
              <a:rect l="l" t="t" r="r" b="b"/>
              <a:pathLst>
                <a:path w="5359" h="1">
                  <a:moveTo>
                    <a:pt x="0" y="0"/>
                  </a:moveTo>
                  <a:lnTo>
                    <a:pt x="535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37" name="CustomShape 71"/>
            <p:cNvSpPr/>
            <p:nvPr/>
          </p:nvSpPr>
          <p:spPr>
            <a:xfrm>
              <a:off x="1031400" y="1706760"/>
              <a:ext cx="71280" cy="360"/>
            </a:xfrm>
            <a:custGeom>
              <a:avLst/>
              <a:gdLst/>
              <a:ahLst/>
              <a:rect l="l" t="t" r="r" b="b"/>
              <a:pathLst>
                <a:path w="3410" h="1">
                  <a:moveTo>
                    <a:pt x="0" y="0"/>
                  </a:moveTo>
                  <a:lnTo>
                    <a:pt x="341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38" name="Group 72"/>
          <p:cNvGrpSpPr/>
          <p:nvPr/>
        </p:nvGrpSpPr>
        <p:grpSpPr>
          <a:xfrm>
            <a:off x="1469520" y="1500840"/>
            <a:ext cx="366120" cy="366120"/>
            <a:chOff x="1469520" y="1500840"/>
            <a:chExt cx="366120" cy="366120"/>
          </a:xfrm>
        </p:grpSpPr>
        <p:sp>
          <p:nvSpPr>
            <p:cNvPr id="1239" name="CustomShape 73"/>
            <p:cNvSpPr/>
            <p:nvPr/>
          </p:nvSpPr>
          <p:spPr>
            <a:xfrm>
              <a:off x="1709640" y="1500840"/>
              <a:ext cx="126000" cy="126000"/>
            </a:xfrm>
            <a:custGeom>
              <a:avLst/>
              <a:gdLst/>
              <a:ahLst/>
              <a:rect l="l" t="t" r="r" b="b"/>
              <a:pathLst>
                <a:path w="6017" h="6017">
                  <a:moveTo>
                    <a:pt x="5846" y="3605"/>
                  </a:moveTo>
                  <a:lnTo>
                    <a:pt x="2412" y="171"/>
                  </a:lnTo>
                  <a:lnTo>
                    <a:pt x="2412" y="171"/>
                  </a:lnTo>
                  <a:lnTo>
                    <a:pt x="2314" y="98"/>
                  </a:lnTo>
                  <a:lnTo>
                    <a:pt x="2217" y="49"/>
                  </a:lnTo>
                  <a:lnTo>
                    <a:pt x="2095" y="25"/>
                  </a:lnTo>
                  <a:lnTo>
                    <a:pt x="1997" y="1"/>
                  </a:lnTo>
                  <a:lnTo>
                    <a:pt x="1876" y="25"/>
                  </a:lnTo>
                  <a:lnTo>
                    <a:pt x="1778" y="49"/>
                  </a:lnTo>
                  <a:lnTo>
                    <a:pt x="1681" y="98"/>
                  </a:lnTo>
                  <a:lnTo>
                    <a:pt x="1583" y="171"/>
                  </a:lnTo>
                  <a:lnTo>
                    <a:pt x="0" y="1778"/>
                  </a:lnTo>
                  <a:lnTo>
                    <a:pt x="4238" y="6016"/>
                  </a:lnTo>
                  <a:lnTo>
                    <a:pt x="5846" y="4433"/>
                  </a:lnTo>
                  <a:lnTo>
                    <a:pt x="5846" y="4433"/>
                  </a:lnTo>
                  <a:lnTo>
                    <a:pt x="5919" y="4336"/>
                  </a:lnTo>
                  <a:lnTo>
                    <a:pt x="5967" y="4238"/>
                  </a:lnTo>
                  <a:lnTo>
                    <a:pt x="5992" y="4141"/>
                  </a:lnTo>
                  <a:lnTo>
                    <a:pt x="6016" y="4019"/>
                  </a:lnTo>
                  <a:lnTo>
                    <a:pt x="5992" y="3922"/>
                  </a:lnTo>
                  <a:lnTo>
                    <a:pt x="5967" y="3800"/>
                  </a:lnTo>
                  <a:lnTo>
                    <a:pt x="5919" y="3703"/>
                  </a:lnTo>
                  <a:lnTo>
                    <a:pt x="5846" y="3605"/>
                  </a:lnTo>
                  <a:lnTo>
                    <a:pt x="5846" y="360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0" name="CustomShape 74"/>
            <p:cNvSpPr/>
            <p:nvPr/>
          </p:nvSpPr>
          <p:spPr>
            <a:xfrm>
              <a:off x="1550520" y="1604880"/>
              <a:ext cx="219600" cy="219600"/>
            </a:xfrm>
            <a:custGeom>
              <a:avLst/>
              <a:gdLst/>
              <a:ahLst/>
              <a:rect l="l" t="t" r="r" b="b"/>
              <a:pathLst>
                <a:path w="10473" h="10474">
                  <a:moveTo>
                    <a:pt x="10473" y="1"/>
                  </a:moveTo>
                  <a:lnTo>
                    <a:pt x="0" y="104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1" name="CustomShape 75"/>
            <p:cNvSpPr/>
            <p:nvPr/>
          </p:nvSpPr>
          <p:spPr>
            <a:xfrm>
              <a:off x="1469520" y="1540800"/>
              <a:ext cx="326160" cy="326160"/>
            </a:xfrm>
            <a:custGeom>
              <a:avLst/>
              <a:gdLst/>
              <a:ahLst/>
              <a:rect l="l" t="t" r="r" b="b"/>
              <a:pathLst>
                <a:path w="15540" h="15539">
                  <a:moveTo>
                    <a:pt x="11277" y="0"/>
                  </a:moveTo>
                  <a:lnTo>
                    <a:pt x="756" y="10546"/>
                  </a:lnTo>
                  <a:lnTo>
                    <a:pt x="756" y="10546"/>
                  </a:lnTo>
                  <a:lnTo>
                    <a:pt x="683" y="10619"/>
                  </a:lnTo>
                  <a:lnTo>
                    <a:pt x="634" y="10692"/>
                  </a:lnTo>
                  <a:lnTo>
                    <a:pt x="610" y="10765"/>
                  </a:lnTo>
                  <a:lnTo>
                    <a:pt x="585" y="10863"/>
                  </a:lnTo>
                  <a:lnTo>
                    <a:pt x="1" y="14881"/>
                  </a:lnTo>
                  <a:lnTo>
                    <a:pt x="1" y="14881"/>
                  </a:lnTo>
                  <a:lnTo>
                    <a:pt x="1" y="15003"/>
                  </a:lnTo>
                  <a:lnTo>
                    <a:pt x="25" y="15149"/>
                  </a:lnTo>
                  <a:lnTo>
                    <a:pt x="98" y="15271"/>
                  </a:lnTo>
                  <a:lnTo>
                    <a:pt x="171" y="15368"/>
                  </a:lnTo>
                  <a:lnTo>
                    <a:pt x="171" y="15368"/>
                  </a:lnTo>
                  <a:lnTo>
                    <a:pt x="269" y="15441"/>
                  </a:lnTo>
                  <a:lnTo>
                    <a:pt x="366" y="15490"/>
                  </a:lnTo>
                  <a:lnTo>
                    <a:pt x="464" y="15514"/>
                  </a:lnTo>
                  <a:lnTo>
                    <a:pt x="585" y="15539"/>
                  </a:lnTo>
                  <a:lnTo>
                    <a:pt x="585" y="15539"/>
                  </a:lnTo>
                  <a:lnTo>
                    <a:pt x="659" y="15539"/>
                  </a:lnTo>
                  <a:lnTo>
                    <a:pt x="4677" y="14954"/>
                  </a:lnTo>
                  <a:lnTo>
                    <a:pt x="4677" y="14954"/>
                  </a:lnTo>
                  <a:lnTo>
                    <a:pt x="4848" y="14905"/>
                  </a:lnTo>
                  <a:lnTo>
                    <a:pt x="4921" y="14857"/>
                  </a:lnTo>
                  <a:lnTo>
                    <a:pt x="4994" y="14784"/>
                  </a:lnTo>
                  <a:lnTo>
                    <a:pt x="15539" y="426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2" name="CustomShape 76"/>
            <p:cNvSpPr/>
            <p:nvPr/>
          </p:nvSpPr>
          <p:spPr>
            <a:xfrm>
              <a:off x="1512000" y="1566360"/>
              <a:ext cx="219600" cy="219600"/>
            </a:xfrm>
            <a:custGeom>
              <a:avLst/>
              <a:gdLst/>
              <a:ahLst/>
              <a:rect l="l" t="t" r="r" b="b"/>
              <a:pathLst>
                <a:path w="10473" h="10474">
                  <a:moveTo>
                    <a:pt x="0" y="10474"/>
                  </a:moveTo>
                  <a:lnTo>
                    <a:pt x="1047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3" name="CustomShape 77"/>
            <p:cNvSpPr/>
            <p:nvPr/>
          </p:nvSpPr>
          <p:spPr>
            <a:xfrm>
              <a:off x="1478880" y="1820880"/>
              <a:ext cx="37080" cy="37080"/>
            </a:xfrm>
            <a:custGeom>
              <a:avLst/>
              <a:gdLst/>
              <a:ahLst/>
              <a:rect l="l" t="t" r="r" b="b"/>
              <a:pathLst>
                <a:path w="1779" h="1779">
                  <a:moveTo>
                    <a:pt x="1778" y="1778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4" name="CustomShape 78"/>
            <p:cNvSpPr/>
            <p:nvPr/>
          </p:nvSpPr>
          <p:spPr>
            <a:xfrm>
              <a:off x="1486800" y="1764360"/>
              <a:ext cx="84960" cy="84960"/>
            </a:xfrm>
            <a:custGeom>
              <a:avLst/>
              <a:gdLst/>
              <a:ahLst/>
              <a:rect l="l" t="t" r="r" b="b"/>
              <a:pathLst>
                <a:path w="4069" h="4068">
                  <a:moveTo>
                    <a:pt x="1" y="49"/>
                  </a:moveTo>
                  <a:lnTo>
                    <a:pt x="1" y="49"/>
                  </a:lnTo>
                  <a:lnTo>
                    <a:pt x="25" y="0"/>
                  </a:lnTo>
                  <a:lnTo>
                    <a:pt x="25" y="0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68" y="4043"/>
                  </a:lnTo>
                  <a:lnTo>
                    <a:pt x="4020" y="406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45" name="Group 79"/>
          <p:cNvGrpSpPr/>
          <p:nvPr/>
        </p:nvGrpSpPr>
        <p:grpSpPr>
          <a:xfrm>
            <a:off x="2032920" y="1499400"/>
            <a:ext cx="369360" cy="369000"/>
            <a:chOff x="2032920" y="1499400"/>
            <a:chExt cx="369360" cy="369000"/>
          </a:xfrm>
        </p:grpSpPr>
        <p:sp>
          <p:nvSpPr>
            <p:cNvPr id="1246" name="CustomShape 80"/>
            <p:cNvSpPr/>
            <p:nvPr/>
          </p:nvSpPr>
          <p:spPr>
            <a:xfrm>
              <a:off x="2032920" y="1710720"/>
              <a:ext cx="157680" cy="157680"/>
            </a:xfrm>
            <a:custGeom>
              <a:avLst/>
              <a:gdLst/>
              <a:ahLst/>
              <a:rect l="l" t="t" r="r" b="b"/>
              <a:pathLst>
                <a:path w="7527" h="7526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7" name="CustomShape 81"/>
            <p:cNvSpPr/>
            <p:nvPr/>
          </p:nvSpPr>
          <p:spPr>
            <a:xfrm>
              <a:off x="2254680" y="1499400"/>
              <a:ext cx="147600" cy="147600"/>
            </a:xfrm>
            <a:custGeom>
              <a:avLst/>
              <a:gdLst/>
              <a:ahLst/>
              <a:rect l="l" t="t" r="r" b="b"/>
              <a:pathLst>
                <a:path w="7039" h="704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8" name="CustomShape 82"/>
            <p:cNvSpPr/>
            <p:nvPr/>
          </p:nvSpPr>
          <p:spPr>
            <a:xfrm>
              <a:off x="2090880" y="1556280"/>
              <a:ext cx="254520" cy="254520"/>
            </a:xfrm>
            <a:custGeom>
              <a:avLst/>
              <a:gdLst/>
              <a:ahLst/>
              <a:rect l="l" t="t" r="r" b="b"/>
              <a:pathLst>
                <a:path w="12130" h="1213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49" name="CustomShape 83"/>
            <p:cNvSpPr/>
            <p:nvPr/>
          </p:nvSpPr>
          <p:spPr>
            <a:xfrm>
              <a:off x="2207520" y="1590840"/>
              <a:ext cx="41760" cy="41760"/>
            </a:xfrm>
            <a:custGeom>
              <a:avLst/>
              <a:gdLst/>
              <a:ahLst/>
              <a:rect l="l" t="t" r="r" b="b"/>
              <a:pathLst>
                <a:path w="1998" h="1998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50" name="CustomShape 84"/>
          <p:cNvSpPr/>
          <p:nvPr/>
        </p:nvSpPr>
        <p:spPr>
          <a:xfrm>
            <a:off x="2614320" y="1515600"/>
            <a:ext cx="336240" cy="336240"/>
          </a:xfrm>
          <a:custGeom>
            <a:avLst/>
            <a:gdLst/>
            <a:ahLst/>
            <a:rect l="l" t="t" r="r" b="b"/>
            <a:pathLst>
              <a:path w="16027" h="16027">
                <a:moveTo>
                  <a:pt x="14029" y="4019"/>
                </a:moveTo>
                <a:lnTo>
                  <a:pt x="14029" y="4019"/>
                </a:lnTo>
                <a:lnTo>
                  <a:pt x="14200" y="3849"/>
                </a:lnTo>
                <a:lnTo>
                  <a:pt x="14395" y="3752"/>
                </a:lnTo>
                <a:lnTo>
                  <a:pt x="14614" y="3678"/>
                </a:lnTo>
                <a:lnTo>
                  <a:pt x="14809" y="3630"/>
                </a:lnTo>
                <a:lnTo>
                  <a:pt x="15028" y="3581"/>
                </a:lnTo>
                <a:lnTo>
                  <a:pt x="15247" y="3484"/>
                </a:lnTo>
                <a:lnTo>
                  <a:pt x="15442" y="3362"/>
                </a:lnTo>
                <a:lnTo>
                  <a:pt x="15661" y="3191"/>
                </a:lnTo>
                <a:lnTo>
                  <a:pt x="15661" y="3191"/>
                </a:lnTo>
                <a:lnTo>
                  <a:pt x="15832" y="2997"/>
                </a:lnTo>
                <a:lnTo>
                  <a:pt x="15929" y="2777"/>
                </a:lnTo>
                <a:lnTo>
                  <a:pt x="16002" y="2534"/>
                </a:lnTo>
                <a:lnTo>
                  <a:pt x="16026" y="2266"/>
                </a:lnTo>
                <a:lnTo>
                  <a:pt x="16026" y="2266"/>
                </a:lnTo>
                <a:lnTo>
                  <a:pt x="16002" y="2047"/>
                </a:lnTo>
                <a:lnTo>
                  <a:pt x="15978" y="1827"/>
                </a:lnTo>
                <a:lnTo>
                  <a:pt x="15905" y="1633"/>
                </a:lnTo>
                <a:lnTo>
                  <a:pt x="15807" y="1413"/>
                </a:lnTo>
                <a:lnTo>
                  <a:pt x="15710" y="1243"/>
                </a:lnTo>
                <a:lnTo>
                  <a:pt x="15588" y="1048"/>
                </a:lnTo>
                <a:lnTo>
                  <a:pt x="15466" y="878"/>
                </a:lnTo>
                <a:lnTo>
                  <a:pt x="15320" y="707"/>
                </a:lnTo>
                <a:lnTo>
                  <a:pt x="15320" y="707"/>
                </a:lnTo>
                <a:lnTo>
                  <a:pt x="15150" y="561"/>
                </a:lnTo>
                <a:lnTo>
                  <a:pt x="14979" y="439"/>
                </a:lnTo>
                <a:lnTo>
                  <a:pt x="14784" y="317"/>
                </a:lnTo>
                <a:lnTo>
                  <a:pt x="14590" y="196"/>
                </a:lnTo>
                <a:lnTo>
                  <a:pt x="14395" y="123"/>
                </a:lnTo>
                <a:lnTo>
                  <a:pt x="14175" y="50"/>
                </a:lnTo>
                <a:lnTo>
                  <a:pt x="13981" y="25"/>
                </a:lnTo>
                <a:lnTo>
                  <a:pt x="13761" y="1"/>
                </a:lnTo>
                <a:lnTo>
                  <a:pt x="13761" y="1"/>
                </a:lnTo>
                <a:lnTo>
                  <a:pt x="13494" y="25"/>
                </a:lnTo>
                <a:lnTo>
                  <a:pt x="13250" y="98"/>
                </a:lnTo>
                <a:lnTo>
                  <a:pt x="13031" y="196"/>
                </a:lnTo>
                <a:lnTo>
                  <a:pt x="12836" y="366"/>
                </a:lnTo>
                <a:lnTo>
                  <a:pt x="12836" y="366"/>
                </a:lnTo>
                <a:lnTo>
                  <a:pt x="12665" y="561"/>
                </a:lnTo>
                <a:lnTo>
                  <a:pt x="12544" y="780"/>
                </a:lnTo>
                <a:lnTo>
                  <a:pt x="12471" y="975"/>
                </a:lnTo>
                <a:lnTo>
                  <a:pt x="12422" y="1194"/>
                </a:lnTo>
                <a:lnTo>
                  <a:pt x="12349" y="1413"/>
                </a:lnTo>
                <a:lnTo>
                  <a:pt x="12276" y="1608"/>
                </a:lnTo>
                <a:lnTo>
                  <a:pt x="12178" y="1827"/>
                </a:lnTo>
                <a:lnTo>
                  <a:pt x="12008" y="1998"/>
                </a:lnTo>
                <a:lnTo>
                  <a:pt x="12008" y="1998"/>
                </a:lnTo>
                <a:lnTo>
                  <a:pt x="11740" y="2266"/>
                </a:lnTo>
                <a:lnTo>
                  <a:pt x="11496" y="2436"/>
                </a:lnTo>
                <a:lnTo>
                  <a:pt x="11277" y="2534"/>
                </a:lnTo>
                <a:lnTo>
                  <a:pt x="11082" y="2582"/>
                </a:lnTo>
                <a:lnTo>
                  <a:pt x="10888" y="2582"/>
                </a:lnTo>
                <a:lnTo>
                  <a:pt x="10717" y="2534"/>
                </a:lnTo>
                <a:lnTo>
                  <a:pt x="10547" y="2412"/>
                </a:lnTo>
                <a:lnTo>
                  <a:pt x="10376" y="2290"/>
                </a:lnTo>
                <a:lnTo>
                  <a:pt x="10206" y="2095"/>
                </a:lnTo>
                <a:lnTo>
                  <a:pt x="10035" y="1901"/>
                </a:lnTo>
                <a:lnTo>
                  <a:pt x="9670" y="1413"/>
                </a:lnTo>
                <a:lnTo>
                  <a:pt x="9231" y="878"/>
                </a:lnTo>
                <a:lnTo>
                  <a:pt x="8988" y="585"/>
                </a:lnTo>
                <a:lnTo>
                  <a:pt x="8720" y="293"/>
                </a:lnTo>
                <a:lnTo>
                  <a:pt x="8720" y="293"/>
                </a:lnTo>
                <a:lnTo>
                  <a:pt x="8574" y="171"/>
                </a:lnTo>
                <a:lnTo>
                  <a:pt x="8379" y="74"/>
                </a:lnTo>
                <a:lnTo>
                  <a:pt x="8209" y="25"/>
                </a:lnTo>
                <a:lnTo>
                  <a:pt x="8014" y="1"/>
                </a:lnTo>
                <a:lnTo>
                  <a:pt x="8014" y="1"/>
                </a:lnTo>
                <a:lnTo>
                  <a:pt x="7916" y="25"/>
                </a:lnTo>
                <a:lnTo>
                  <a:pt x="7770" y="98"/>
                </a:lnTo>
                <a:lnTo>
                  <a:pt x="7307" y="366"/>
                </a:lnTo>
                <a:lnTo>
                  <a:pt x="7039" y="537"/>
                </a:lnTo>
                <a:lnTo>
                  <a:pt x="6747" y="756"/>
                </a:lnTo>
                <a:lnTo>
                  <a:pt x="6431" y="975"/>
                </a:lnTo>
                <a:lnTo>
                  <a:pt x="6138" y="1243"/>
                </a:lnTo>
                <a:lnTo>
                  <a:pt x="5870" y="1511"/>
                </a:lnTo>
                <a:lnTo>
                  <a:pt x="5627" y="1803"/>
                </a:lnTo>
                <a:lnTo>
                  <a:pt x="5432" y="2095"/>
                </a:lnTo>
                <a:lnTo>
                  <a:pt x="5359" y="2242"/>
                </a:lnTo>
                <a:lnTo>
                  <a:pt x="5310" y="2412"/>
                </a:lnTo>
                <a:lnTo>
                  <a:pt x="5262" y="2558"/>
                </a:lnTo>
                <a:lnTo>
                  <a:pt x="5237" y="2704"/>
                </a:lnTo>
                <a:lnTo>
                  <a:pt x="5237" y="2850"/>
                </a:lnTo>
                <a:lnTo>
                  <a:pt x="5262" y="3021"/>
                </a:lnTo>
                <a:lnTo>
                  <a:pt x="5310" y="3167"/>
                </a:lnTo>
                <a:lnTo>
                  <a:pt x="5383" y="3313"/>
                </a:lnTo>
                <a:lnTo>
                  <a:pt x="5481" y="3459"/>
                </a:lnTo>
                <a:lnTo>
                  <a:pt x="5603" y="3605"/>
                </a:lnTo>
                <a:lnTo>
                  <a:pt x="5603" y="3605"/>
                </a:lnTo>
                <a:lnTo>
                  <a:pt x="5797" y="3752"/>
                </a:lnTo>
                <a:lnTo>
                  <a:pt x="5992" y="3849"/>
                </a:lnTo>
                <a:lnTo>
                  <a:pt x="6187" y="3946"/>
                </a:lnTo>
                <a:lnTo>
                  <a:pt x="6406" y="3995"/>
                </a:lnTo>
                <a:lnTo>
                  <a:pt x="6625" y="4044"/>
                </a:lnTo>
                <a:lnTo>
                  <a:pt x="6845" y="4141"/>
                </a:lnTo>
                <a:lnTo>
                  <a:pt x="7039" y="4239"/>
                </a:lnTo>
                <a:lnTo>
                  <a:pt x="7234" y="4409"/>
                </a:lnTo>
                <a:lnTo>
                  <a:pt x="7234" y="4409"/>
                </a:lnTo>
                <a:lnTo>
                  <a:pt x="7405" y="4604"/>
                </a:lnTo>
                <a:lnTo>
                  <a:pt x="7502" y="4823"/>
                </a:lnTo>
                <a:lnTo>
                  <a:pt x="7575" y="5067"/>
                </a:lnTo>
                <a:lnTo>
                  <a:pt x="7600" y="5359"/>
                </a:lnTo>
                <a:lnTo>
                  <a:pt x="7600" y="5359"/>
                </a:lnTo>
                <a:lnTo>
                  <a:pt x="7575" y="5554"/>
                </a:lnTo>
                <a:lnTo>
                  <a:pt x="7551" y="5773"/>
                </a:lnTo>
                <a:lnTo>
                  <a:pt x="7478" y="5968"/>
                </a:lnTo>
                <a:lnTo>
                  <a:pt x="7405" y="6163"/>
                </a:lnTo>
                <a:lnTo>
                  <a:pt x="7307" y="6357"/>
                </a:lnTo>
                <a:lnTo>
                  <a:pt x="7186" y="6552"/>
                </a:lnTo>
                <a:lnTo>
                  <a:pt x="7039" y="6723"/>
                </a:lnTo>
                <a:lnTo>
                  <a:pt x="6893" y="6893"/>
                </a:lnTo>
                <a:lnTo>
                  <a:pt x="6893" y="6893"/>
                </a:lnTo>
                <a:lnTo>
                  <a:pt x="6723" y="7039"/>
                </a:lnTo>
                <a:lnTo>
                  <a:pt x="6552" y="7186"/>
                </a:lnTo>
                <a:lnTo>
                  <a:pt x="6382" y="7283"/>
                </a:lnTo>
                <a:lnTo>
                  <a:pt x="6187" y="7405"/>
                </a:lnTo>
                <a:lnTo>
                  <a:pt x="5992" y="7478"/>
                </a:lnTo>
                <a:lnTo>
                  <a:pt x="5773" y="7551"/>
                </a:lnTo>
                <a:lnTo>
                  <a:pt x="5554" y="7575"/>
                </a:lnTo>
                <a:lnTo>
                  <a:pt x="5359" y="7600"/>
                </a:lnTo>
                <a:lnTo>
                  <a:pt x="5359" y="7600"/>
                </a:lnTo>
                <a:lnTo>
                  <a:pt x="5091" y="7575"/>
                </a:lnTo>
                <a:lnTo>
                  <a:pt x="4848" y="7502"/>
                </a:lnTo>
                <a:lnTo>
                  <a:pt x="4604" y="7405"/>
                </a:lnTo>
                <a:lnTo>
                  <a:pt x="4409" y="7234"/>
                </a:lnTo>
                <a:lnTo>
                  <a:pt x="4409" y="7234"/>
                </a:lnTo>
                <a:lnTo>
                  <a:pt x="4239" y="7039"/>
                </a:lnTo>
                <a:lnTo>
                  <a:pt x="4117" y="6820"/>
                </a:lnTo>
                <a:lnTo>
                  <a:pt x="4044" y="6601"/>
                </a:lnTo>
                <a:lnTo>
                  <a:pt x="3971" y="6382"/>
                </a:lnTo>
                <a:lnTo>
                  <a:pt x="3922" y="6187"/>
                </a:lnTo>
                <a:lnTo>
                  <a:pt x="3849" y="5992"/>
                </a:lnTo>
                <a:lnTo>
                  <a:pt x="3752" y="5797"/>
                </a:lnTo>
                <a:lnTo>
                  <a:pt x="3605" y="5602"/>
                </a:lnTo>
                <a:lnTo>
                  <a:pt x="3605" y="5602"/>
                </a:lnTo>
                <a:lnTo>
                  <a:pt x="3459" y="5481"/>
                </a:lnTo>
                <a:lnTo>
                  <a:pt x="3313" y="5383"/>
                </a:lnTo>
                <a:lnTo>
                  <a:pt x="3167" y="5310"/>
                </a:lnTo>
                <a:lnTo>
                  <a:pt x="3021" y="5262"/>
                </a:lnTo>
                <a:lnTo>
                  <a:pt x="2850" y="5237"/>
                </a:lnTo>
                <a:lnTo>
                  <a:pt x="2704" y="5237"/>
                </a:lnTo>
                <a:lnTo>
                  <a:pt x="2558" y="5262"/>
                </a:lnTo>
                <a:lnTo>
                  <a:pt x="2412" y="5310"/>
                </a:lnTo>
                <a:lnTo>
                  <a:pt x="2242" y="5359"/>
                </a:lnTo>
                <a:lnTo>
                  <a:pt x="2095" y="5432"/>
                </a:lnTo>
                <a:lnTo>
                  <a:pt x="1803" y="5627"/>
                </a:lnTo>
                <a:lnTo>
                  <a:pt x="1511" y="5870"/>
                </a:lnTo>
                <a:lnTo>
                  <a:pt x="1243" y="6138"/>
                </a:lnTo>
                <a:lnTo>
                  <a:pt x="975" y="6431"/>
                </a:lnTo>
                <a:lnTo>
                  <a:pt x="756" y="6747"/>
                </a:lnTo>
                <a:lnTo>
                  <a:pt x="537" y="7039"/>
                </a:lnTo>
                <a:lnTo>
                  <a:pt x="366" y="7307"/>
                </a:lnTo>
                <a:lnTo>
                  <a:pt x="98" y="7770"/>
                </a:lnTo>
                <a:lnTo>
                  <a:pt x="25" y="7916"/>
                </a:lnTo>
                <a:lnTo>
                  <a:pt x="1" y="8014"/>
                </a:lnTo>
                <a:lnTo>
                  <a:pt x="1" y="8014"/>
                </a:lnTo>
                <a:lnTo>
                  <a:pt x="25" y="8208"/>
                </a:lnTo>
                <a:lnTo>
                  <a:pt x="74" y="8379"/>
                </a:lnTo>
                <a:lnTo>
                  <a:pt x="171" y="8574"/>
                </a:lnTo>
                <a:lnTo>
                  <a:pt x="293" y="8720"/>
                </a:lnTo>
                <a:lnTo>
                  <a:pt x="293" y="8720"/>
                </a:lnTo>
                <a:lnTo>
                  <a:pt x="585" y="8988"/>
                </a:lnTo>
                <a:lnTo>
                  <a:pt x="878" y="9231"/>
                </a:lnTo>
                <a:lnTo>
                  <a:pt x="1413" y="9670"/>
                </a:lnTo>
                <a:lnTo>
                  <a:pt x="1901" y="10035"/>
                </a:lnTo>
                <a:lnTo>
                  <a:pt x="2095" y="10206"/>
                </a:lnTo>
                <a:lnTo>
                  <a:pt x="2290" y="10376"/>
                </a:lnTo>
                <a:lnTo>
                  <a:pt x="2412" y="10547"/>
                </a:lnTo>
                <a:lnTo>
                  <a:pt x="2534" y="10717"/>
                </a:lnTo>
                <a:lnTo>
                  <a:pt x="2583" y="10888"/>
                </a:lnTo>
                <a:lnTo>
                  <a:pt x="2583" y="11082"/>
                </a:lnTo>
                <a:lnTo>
                  <a:pt x="2534" y="11277"/>
                </a:lnTo>
                <a:lnTo>
                  <a:pt x="2436" y="11496"/>
                </a:lnTo>
                <a:lnTo>
                  <a:pt x="2266" y="11740"/>
                </a:lnTo>
                <a:lnTo>
                  <a:pt x="1998" y="12008"/>
                </a:lnTo>
                <a:lnTo>
                  <a:pt x="1998" y="12008"/>
                </a:lnTo>
                <a:lnTo>
                  <a:pt x="1828" y="12178"/>
                </a:lnTo>
                <a:lnTo>
                  <a:pt x="1633" y="12276"/>
                </a:lnTo>
                <a:lnTo>
                  <a:pt x="1413" y="12349"/>
                </a:lnTo>
                <a:lnTo>
                  <a:pt x="1219" y="12398"/>
                </a:lnTo>
                <a:lnTo>
                  <a:pt x="999" y="12446"/>
                </a:lnTo>
                <a:lnTo>
                  <a:pt x="780" y="12544"/>
                </a:lnTo>
                <a:lnTo>
                  <a:pt x="585" y="12665"/>
                </a:lnTo>
                <a:lnTo>
                  <a:pt x="366" y="12836"/>
                </a:lnTo>
                <a:lnTo>
                  <a:pt x="366" y="12836"/>
                </a:lnTo>
                <a:lnTo>
                  <a:pt x="196" y="13031"/>
                </a:lnTo>
                <a:lnTo>
                  <a:pt x="98" y="13250"/>
                </a:lnTo>
                <a:lnTo>
                  <a:pt x="25" y="13493"/>
                </a:lnTo>
                <a:lnTo>
                  <a:pt x="1" y="13761"/>
                </a:lnTo>
                <a:lnTo>
                  <a:pt x="1" y="13761"/>
                </a:lnTo>
                <a:lnTo>
                  <a:pt x="25" y="13981"/>
                </a:lnTo>
                <a:lnTo>
                  <a:pt x="50" y="14200"/>
                </a:lnTo>
                <a:lnTo>
                  <a:pt x="123" y="14395"/>
                </a:lnTo>
                <a:lnTo>
                  <a:pt x="220" y="14614"/>
                </a:lnTo>
                <a:lnTo>
                  <a:pt x="318" y="14784"/>
                </a:lnTo>
                <a:lnTo>
                  <a:pt x="439" y="14979"/>
                </a:lnTo>
                <a:lnTo>
                  <a:pt x="561" y="15150"/>
                </a:lnTo>
                <a:lnTo>
                  <a:pt x="707" y="15320"/>
                </a:lnTo>
                <a:lnTo>
                  <a:pt x="707" y="15320"/>
                </a:lnTo>
                <a:lnTo>
                  <a:pt x="878" y="15466"/>
                </a:lnTo>
                <a:lnTo>
                  <a:pt x="1048" y="15588"/>
                </a:lnTo>
                <a:lnTo>
                  <a:pt x="1243" y="15710"/>
                </a:lnTo>
                <a:lnTo>
                  <a:pt x="1438" y="15832"/>
                </a:lnTo>
                <a:lnTo>
                  <a:pt x="1633" y="15905"/>
                </a:lnTo>
                <a:lnTo>
                  <a:pt x="1852" y="15978"/>
                </a:lnTo>
                <a:lnTo>
                  <a:pt x="2047" y="16002"/>
                </a:lnTo>
                <a:lnTo>
                  <a:pt x="2266" y="16026"/>
                </a:lnTo>
                <a:lnTo>
                  <a:pt x="2266" y="16026"/>
                </a:lnTo>
                <a:lnTo>
                  <a:pt x="2534" y="16002"/>
                </a:lnTo>
                <a:lnTo>
                  <a:pt x="2777" y="15929"/>
                </a:lnTo>
                <a:lnTo>
                  <a:pt x="2997" y="15832"/>
                </a:lnTo>
                <a:lnTo>
                  <a:pt x="3191" y="15661"/>
                </a:lnTo>
                <a:lnTo>
                  <a:pt x="3191" y="15661"/>
                </a:lnTo>
                <a:lnTo>
                  <a:pt x="3362" y="15466"/>
                </a:lnTo>
                <a:lnTo>
                  <a:pt x="3484" y="15247"/>
                </a:lnTo>
                <a:lnTo>
                  <a:pt x="3557" y="15052"/>
                </a:lnTo>
                <a:lnTo>
                  <a:pt x="3605" y="14833"/>
                </a:lnTo>
                <a:lnTo>
                  <a:pt x="3679" y="14614"/>
                </a:lnTo>
                <a:lnTo>
                  <a:pt x="3752" y="14419"/>
                </a:lnTo>
                <a:lnTo>
                  <a:pt x="3849" y="14200"/>
                </a:lnTo>
                <a:lnTo>
                  <a:pt x="4019" y="14029"/>
                </a:lnTo>
                <a:lnTo>
                  <a:pt x="4019" y="14029"/>
                </a:lnTo>
                <a:lnTo>
                  <a:pt x="4287" y="13786"/>
                </a:lnTo>
                <a:lnTo>
                  <a:pt x="4531" y="13591"/>
                </a:lnTo>
                <a:lnTo>
                  <a:pt x="4750" y="13493"/>
                </a:lnTo>
                <a:lnTo>
                  <a:pt x="4945" y="13445"/>
                </a:lnTo>
                <a:lnTo>
                  <a:pt x="5140" y="13445"/>
                </a:lnTo>
                <a:lnTo>
                  <a:pt x="5310" y="13493"/>
                </a:lnTo>
                <a:lnTo>
                  <a:pt x="5481" y="13615"/>
                </a:lnTo>
                <a:lnTo>
                  <a:pt x="5651" y="13737"/>
                </a:lnTo>
                <a:lnTo>
                  <a:pt x="5822" y="13932"/>
                </a:lnTo>
                <a:lnTo>
                  <a:pt x="5992" y="14127"/>
                </a:lnTo>
                <a:lnTo>
                  <a:pt x="6358" y="14614"/>
                </a:lnTo>
                <a:lnTo>
                  <a:pt x="6796" y="15150"/>
                </a:lnTo>
                <a:lnTo>
                  <a:pt x="7039" y="15442"/>
                </a:lnTo>
                <a:lnTo>
                  <a:pt x="7307" y="15734"/>
                </a:lnTo>
                <a:lnTo>
                  <a:pt x="7307" y="15734"/>
                </a:lnTo>
                <a:lnTo>
                  <a:pt x="7454" y="15856"/>
                </a:lnTo>
                <a:lnTo>
                  <a:pt x="7648" y="15953"/>
                </a:lnTo>
                <a:lnTo>
                  <a:pt x="7819" y="16002"/>
                </a:lnTo>
                <a:lnTo>
                  <a:pt x="8014" y="16026"/>
                </a:lnTo>
                <a:lnTo>
                  <a:pt x="8014" y="16026"/>
                </a:lnTo>
                <a:lnTo>
                  <a:pt x="8111" y="16002"/>
                </a:lnTo>
                <a:lnTo>
                  <a:pt x="8257" y="15929"/>
                </a:lnTo>
                <a:lnTo>
                  <a:pt x="8720" y="15661"/>
                </a:lnTo>
                <a:lnTo>
                  <a:pt x="8988" y="15491"/>
                </a:lnTo>
                <a:lnTo>
                  <a:pt x="9280" y="15271"/>
                </a:lnTo>
                <a:lnTo>
                  <a:pt x="9597" y="15052"/>
                </a:lnTo>
                <a:lnTo>
                  <a:pt x="9889" y="14784"/>
                </a:lnTo>
                <a:lnTo>
                  <a:pt x="10157" y="14516"/>
                </a:lnTo>
                <a:lnTo>
                  <a:pt x="10400" y="14224"/>
                </a:lnTo>
                <a:lnTo>
                  <a:pt x="10595" y="13932"/>
                </a:lnTo>
                <a:lnTo>
                  <a:pt x="10668" y="13786"/>
                </a:lnTo>
                <a:lnTo>
                  <a:pt x="10717" y="13615"/>
                </a:lnTo>
                <a:lnTo>
                  <a:pt x="10766" y="13469"/>
                </a:lnTo>
                <a:lnTo>
                  <a:pt x="10790" y="13323"/>
                </a:lnTo>
                <a:lnTo>
                  <a:pt x="10790" y="13177"/>
                </a:lnTo>
                <a:lnTo>
                  <a:pt x="10766" y="13006"/>
                </a:lnTo>
                <a:lnTo>
                  <a:pt x="10717" y="12860"/>
                </a:lnTo>
                <a:lnTo>
                  <a:pt x="10644" y="12714"/>
                </a:lnTo>
                <a:lnTo>
                  <a:pt x="10547" y="12568"/>
                </a:lnTo>
                <a:lnTo>
                  <a:pt x="10425" y="12422"/>
                </a:lnTo>
                <a:lnTo>
                  <a:pt x="10425" y="12422"/>
                </a:lnTo>
                <a:lnTo>
                  <a:pt x="10230" y="12276"/>
                </a:lnTo>
                <a:lnTo>
                  <a:pt x="10035" y="12178"/>
                </a:lnTo>
                <a:lnTo>
                  <a:pt x="9840" y="12105"/>
                </a:lnTo>
                <a:lnTo>
                  <a:pt x="9621" y="12032"/>
                </a:lnTo>
                <a:lnTo>
                  <a:pt x="9402" y="11983"/>
                </a:lnTo>
                <a:lnTo>
                  <a:pt x="9183" y="11886"/>
                </a:lnTo>
                <a:lnTo>
                  <a:pt x="8988" y="11789"/>
                </a:lnTo>
                <a:lnTo>
                  <a:pt x="8793" y="11618"/>
                </a:lnTo>
                <a:lnTo>
                  <a:pt x="8793" y="11618"/>
                </a:lnTo>
                <a:lnTo>
                  <a:pt x="8623" y="11423"/>
                </a:lnTo>
                <a:lnTo>
                  <a:pt x="8525" y="11204"/>
                </a:lnTo>
                <a:lnTo>
                  <a:pt x="8452" y="10961"/>
                </a:lnTo>
                <a:lnTo>
                  <a:pt x="8428" y="10668"/>
                </a:lnTo>
                <a:lnTo>
                  <a:pt x="8428" y="10668"/>
                </a:lnTo>
                <a:lnTo>
                  <a:pt x="8452" y="10473"/>
                </a:lnTo>
                <a:lnTo>
                  <a:pt x="8476" y="10254"/>
                </a:lnTo>
                <a:lnTo>
                  <a:pt x="8549" y="10059"/>
                </a:lnTo>
                <a:lnTo>
                  <a:pt x="8623" y="9865"/>
                </a:lnTo>
                <a:lnTo>
                  <a:pt x="8720" y="9670"/>
                </a:lnTo>
                <a:lnTo>
                  <a:pt x="8842" y="9475"/>
                </a:lnTo>
                <a:lnTo>
                  <a:pt x="8988" y="9304"/>
                </a:lnTo>
                <a:lnTo>
                  <a:pt x="9134" y="9134"/>
                </a:lnTo>
                <a:lnTo>
                  <a:pt x="9134" y="9134"/>
                </a:lnTo>
                <a:lnTo>
                  <a:pt x="9304" y="8988"/>
                </a:lnTo>
                <a:lnTo>
                  <a:pt x="9475" y="8866"/>
                </a:lnTo>
                <a:lnTo>
                  <a:pt x="9645" y="8744"/>
                </a:lnTo>
                <a:lnTo>
                  <a:pt x="9840" y="8622"/>
                </a:lnTo>
                <a:lnTo>
                  <a:pt x="10035" y="8549"/>
                </a:lnTo>
                <a:lnTo>
                  <a:pt x="10254" y="8476"/>
                </a:lnTo>
                <a:lnTo>
                  <a:pt x="10474" y="8452"/>
                </a:lnTo>
                <a:lnTo>
                  <a:pt x="10668" y="8428"/>
                </a:lnTo>
                <a:lnTo>
                  <a:pt x="10668" y="8428"/>
                </a:lnTo>
                <a:lnTo>
                  <a:pt x="10936" y="8452"/>
                </a:lnTo>
                <a:lnTo>
                  <a:pt x="11180" y="8525"/>
                </a:lnTo>
                <a:lnTo>
                  <a:pt x="11423" y="8622"/>
                </a:lnTo>
                <a:lnTo>
                  <a:pt x="11618" y="8793"/>
                </a:lnTo>
                <a:lnTo>
                  <a:pt x="11618" y="8793"/>
                </a:lnTo>
                <a:lnTo>
                  <a:pt x="11789" y="8988"/>
                </a:lnTo>
                <a:lnTo>
                  <a:pt x="11910" y="9207"/>
                </a:lnTo>
                <a:lnTo>
                  <a:pt x="11984" y="9426"/>
                </a:lnTo>
                <a:lnTo>
                  <a:pt x="12057" y="9645"/>
                </a:lnTo>
                <a:lnTo>
                  <a:pt x="12105" y="9840"/>
                </a:lnTo>
                <a:lnTo>
                  <a:pt x="12178" y="10035"/>
                </a:lnTo>
                <a:lnTo>
                  <a:pt x="12276" y="10230"/>
                </a:lnTo>
                <a:lnTo>
                  <a:pt x="12422" y="10425"/>
                </a:lnTo>
                <a:lnTo>
                  <a:pt x="12422" y="10425"/>
                </a:lnTo>
                <a:lnTo>
                  <a:pt x="12568" y="10547"/>
                </a:lnTo>
                <a:lnTo>
                  <a:pt x="12714" y="10644"/>
                </a:lnTo>
                <a:lnTo>
                  <a:pt x="12860" y="10717"/>
                </a:lnTo>
                <a:lnTo>
                  <a:pt x="13006" y="10766"/>
                </a:lnTo>
                <a:lnTo>
                  <a:pt x="13177" y="10790"/>
                </a:lnTo>
                <a:lnTo>
                  <a:pt x="13323" y="10790"/>
                </a:lnTo>
                <a:lnTo>
                  <a:pt x="13469" y="10766"/>
                </a:lnTo>
                <a:lnTo>
                  <a:pt x="13615" y="10717"/>
                </a:lnTo>
                <a:lnTo>
                  <a:pt x="13786" y="10668"/>
                </a:lnTo>
                <a:lnTo>
                  <a:pt x="13932" y="10595"/>
                </a:lnTo>
                <a:lnTo>
                  <a:pt x="14224" y="10400"/>
                </a:lnTo>
                <a:lnTo>
                  <a:pt x="14516" y="10157"/>
                </a:lnTo>
                <a:lnTo>
                  <a:pt x="14784" y="9889"/>
                </a:lnTo>
                <a:lnTo>
                  <a:pt x="15052" y="9597"/>
                </a:lnTo>
                <a:lnTo>
                  <a:pt x="15271" y="9280"/>
                </a:lnTo>
                <a:lnTo>
                  <a:pt x="15491" y="8988"/>
                </a:lnTo>
                <a:lnTo>
                  <a:pt x="15661" y="8720"/>
                </a:lnTo>
                <a:lnTo>
                  <a:pt x="15929" y="8257"/>
                </a:lnTo>
                <a:lnTo>
                  <a:pt x="16002" y="8111"/>
                </a:lnTo>
                <a:lnTo>
                  <a:pt x="16026" y="8014"/>
                </a:lnTo>
                <a:lnTo>
                  <a:pt x="16026" y="8014"/>
                </a:lnTo>
                <a:lnTo>
                  <a:pt x="16002" y="7819"/>
                </a:lnTo>
                <a:lnTo>
                  <a:pt x="15953" y="7648"/>
                </a:lnTo>
                <a:lnTo>
                  <a:pt x="15856" y="7453"/>
                </a:lnTo>
                <a:lnTo>
                  <a:pt x="15734" y="7307"/>
                </a:lnTo>
                <a:lnTo>
                  <a:pt x="15734" y="7307"/>
                </a:lnTo>
                <a:lnTo>
                  <a:pt x="15442" y="7039"/>
                </a:lnTo>
                <a:lnTo>
                  <a:pt x="15150" y="6796"/>
                </a:lnTo>
                <a:lnTo>
                  <a:pt x="14614" y="6357"/>
                </a:lnTo>
                <a:lnTo>
                  <a:pt x="14127" y="5992"/>
                </a:lnTo>
                <a:lnTo>
                  <a:pt x="13932" y="5822"/>
                </a:lnTo>
                <a:lnTo>
                  <a:pt x="13737" y="5651"/>
                </a:lnTo>
                <a:lnTo>
                  <a:pt x="13615" y="5481"/>
                </a:lnTo>
                <a:lnTo>
                  <a:pt x="13494" y="5310"/>
                </a:lnTo>
                <a:lnTo>
                  <a:pt x="13445" y="5140"/>
                </a:lnTo>
                <a:lnTo>
                  <a:pt x="13445" y="4945"/>
                </a:lnTo>
                <a:lnTo>
                  <a:pt x="13494" y="4750"/>
                </a:lnTo>
                <a:lnTo>
                  <a:pt x="13591" y="4531"/>
                </a:lnTo>
                <a:lnTo>
                  <a:pt x="13761" y="4287"/>
                </a:lnTo>
                <a:lnTo>
                  <a:pt x="14029" y="4019"/>
                </a:lnTo>
                <a:lnTo>
                  <a:pt x="14029" y="4019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251" name="Group 85"/>
          <p:cNvGrpSpPr/>
          <p:nvPr/>
        </p:nvGrpSpPr>
        <p:grpSpPr>
          <a:xfrm>
            <a:off x="3197880" y="1471680"/>
            <a:ext cx="299160" cy="424440"/>
            <a:chOff x="3197880" y="1471680"/>
            <a:chExt cx="299160" cy="424440"/>
          </a:xfrm>
        </p:grpSpPr>
        <p:sp>
          <p:nvSpPr>
            <p:cNvPr id="1252" name="CustomShape 86"/>
            <p:cNvSpPr/>
            <p:nvPr/>
          </p:nvSpPr>
          <p:spPr>
            <a:xfrm>
              <a:off x="3197880" y="1474920"/>
              <a:ext cx="37080" cy="421200"/>
            </a:xfrm>
            <a:custGeom>
              <a:avLst/>
              <a:gdLst/>
              <a:ahLst/>
              <a:rect l="l" t="t" r="r" b="b"/>
              <a:pathLst>
                <a:path w="1779" h="20069">
                  <a:moveTo>
                    <a:pt x="1778" y="20069"/>
                  </a:moveTo>
                  <a:lnTo>
                    <a:pt x="1778" y="488"/>
                  </a:lnTo>
                  <a:lnTo>
                    <a:pt x="1778" y="488"/>
                  </a:lnTo>
                  <a:lnTo>
                    <a:pt x="1778" y="390"/>
                  </a:lnTo>
                  <a:lnTo>
                    <a:pt x="1730" y="293"/>
                  </a:lnTo>
                  <a:lnTo>
                    <a:pt x="1705" y="220"/>
                  </a:lnTo>
                  <a:lnTo>
                    <a:pt x="1632" y="147"/>
                  </a:lnTo>
                  <a:lnTo>
                    <a:pt x="1559" y="74"/>
                  </a:lnTo>
                  <a:lnTo>
                    <a:pt x="1486" y="25"/>
                  </a:lnTo>
                  <a:lnTo>
                    <a:pt x="1389" y="0"/>
                  </a:lnTo>
                  <a:lnTo>
                    <a:pt x="1291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1" y="488"/>
                  </a:lnTo>
                  <a:lnTo>
                    <a:pt x="1" y="20069"/>
                  </a:lnTo>
                  <a:lnTo>
                    <a:pt x="1778" y="2006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53" name="CustomShape 87"/>
            <p:cNvSpPr/>
            <p:nvPr/>
          </p:nvSpPr>
          <p:spPr>
            <a:xfrm>
              <a:off x="3245760" y="1471680"/>
              <a:ext cx="251280" cy="192240"/>
            </a:xfrm>
            <a:custGeom>
              <a:avLst/>
              <a:gdLst/>
              <a:ahLst/>
              <a:rect l="l" t="t" r="r" b="b"/>
              <a:pathLst>
                <a:path w="11984" h="9158">
                  <a:moveTo>
                    <a:pt x="1" y="8403"/>
                  </a:moveTo>
                  <a:lnTo>
                    <a:pt x="1" y="8403"/>
                  </a:lnTo>
                  <a:lnTo>
                    <a:pt x="366" y="8184"/>
                  </a:lnTo>
                  <a:lnTo>
                    <a:pt x="732" y="8013"/>
                  </a:lnTo>
                  <a:lnTo>
                    <a:pt x="1097" y="7867"/>
                  </a:lnTo>
                  <a:lnTo>
                    <a:pt x="1438" y="7770"/>
                  </a:lnTo>
                  <a:lnTo>
                    <a:pt x="1803" y="7696"/>
                  </a:lnTo>
                  <a:lnTo>
                    <a:pt x="2168" y="7672"/>
                  </a:lnTo>
                  <a:lnTo>
                    <a:pt x="2534" y="7648"/>
                  </a:lnTo>
                  <a:lnTo>
                    <a:pt x="2875" y="7672"/>
                  </a:lnTo>
                  <a:lnTo>
                    <a:pt x="3240" y="7696"/>
                  </a:lnTo>
                  <a:lnTo>
                    <a:pt x="3605" y="7745"/>
                  </a:lnTo>
                  <a:lnTo>
                    <a:pt x="3971" y="7818"/>
                  </a:lnTo>
                  <a:lnTo>
                    <a:pt x="4312" y="7891"/>
                  </a:lnTo>
                  <a:lnTo>
                    <a:pt x="5042" y="8111"/>
                  </a:lnTo>
                  <a:lnTo>
                    <a:pt x="5749" y="8330"/>
                  </a:lnTo>
                  <a:lnTo>
                    <a:pt x="6479" y="8549"/>
                  </a:lnTo>
                  <a:lnTo>
                    <a:pt x="7186" y="8768"/>
                  </a:lnTo>
                  <a:lnTo>
                    <a:pt x="7916" y="8963"/>
                  </a:lnTo>
                  <a:lnTo>
                    <a:pt x="8282" y="9036"/>
                  </a:lnTo>
                  <a:lnTo>
                    <a:pt x="8623" y="9085"/>
                  </a:lnTo>
                  <a:lnTo>
                    <a:pt x="8988" y="9133"/>
                  </a:lnTo>
                  <a:lnTo>
                    <a:pt x="9353" y="9158"/>
                  </a:lnTo>
                  <a:lnTo>
                    <a:pt x="9719" y="9133"/>
                  </a:lnTo>
                  <a:lnTo>
                    <a:pt x="10059" y="9109"/>
                  </a:lnTo>
                  <a:lnTo>
                    <a:pt x="10425" y="9060"/>
                  </a:lnTo>
                  <a:lnTo>
                    <a:pt x="10790" y="8963"/>
                  </a:lnTo>
                  <a:lnTo>
                    <a:pt x="11155" y="8841"/>
                  </a:lnTo>
                  <a:lnTo>
                    <a:pt x="11496" y="8671"/>
                  </a:lnTo>
                  <a:lnTo>
                    <a:pt x="11496" y="8671"/>
                  </a:lnTo>
                  <a:lnTo>
                    <a:pt x="11667" y="8573"/>
                  </a:lnTo>
                  <a:lnTo>
                    <a:pt x="11789" y="8476"/>
                  </a:lnTo>
                  <a:lnTo>
                    <a:pt x="11862" y="8354"/>
                  </a:lnTo>
                  <a:lnTo>
                    <a:pt x="11935" y="8232"/>
                  </a:lnTo>
                  <a:lnTo>
                    <a:pt x="11984" y="8111"/>
                  </a:lnTo>
                  <a:lnTo>
                    <a:pt x="11984" y="7989"/>
                  </a:lnTo>
                  <a:lnTo>
                    <a:pt x="11935" y="7891"/>
                  </a:lnTo>
                  <a:lnTo>
                    <a:pt x="11886" y="7794"/>
                  </a:lnTo>
                  <a:lnTo>
                    <a:pt x="11886" y="7794"/>
                  </a:lnTo>
                  <a:lnTo>
                    <a:pt x="11496" y="7404"/>
                  </a:lnTo>
                  <a:lnTo>
                    <a:pt x="11107" y="6941"/>
                  </a:lnTo>
                  <a:lnTo>
                    <a:pt x="10741" y="6454"/>
                  </a:lnTo>
                  <a:lnTo>
                    <a:pt x="10352" y="5943"/>
                  </a:lnTo>
                  <a:lnTo>
                    <a:pt x="10352" y="5943"/>
                  </a:lnTo>
                  <a:lnTo>
                    <a:pt x="10279" y="5797"/>
                  </a:lnTo>
                  <a:lnTo>
                    <a:pt x="10230" y="5651"/>
                  </a:lnTo>
                  <a:lnTo>
                    <a:pt x="10206" y="5480"/>
                  </a:lnTo>
                  <a:lnTo>
                    <a:pt x="10181" y="5285"/>
                  </a:lnTo>
                  <a:lnTo>
                    <a:pt x="10206" y="5115"/>
                  </a:lnTo>
                  <a:lnTo>
                    <a:pt x="10230" y="4944"/>
                  </a:lnTo>
                  <a:lnTo>
                    <a:pt x="10279" y="4774"/>
                  </a:lnTo>
                  <a:lnTo>
                    <a:pt x="10352" y="4603"/>
                  </a:lnTo>
                  <a:lnTo>
                    <a:pt x="10352" y="4603"/>
                  </a:lnTo>
                  <a:lnTo>
                    <a:pt x="10741" y="3873"/>
                  </a:lnTo>
                  <a:lnTo>
                    <a:pt x="11107" y="3118"/>
                  </a:lnTo>
                  <a:lnTo>
                    <a:pt x="11496" y="2338"/>
                  </a:lnTo>
                  <a:lnTo>
                    <a:pt x="11886" y="1486"/>
                  </a:lnTo>
                  <a:lnTo>
                    <a:pt x="11886" y="1486"/>
                  </a:lnTo>
                  <a:lnTo>
                    <a:pt x="11959" y="1315"/>
                  </a:lnTo>
                  <a:lnTo>
                    <a:pt x="11984" y="1169"/>
                  </a:lnTo>
                  <a:lnTo>
                    <a:pt x="11984" y="1048"/>
                  </a:lnTo>
                  <a:lnTo>
                    <a:pt x="11935" y="975"/>
                  </a:lnTo>
                  <a:lnTo>
                    <a:pt x="11862" y="950"/>
                  </a:lnTo>
                  <a:lnTo>
                    <a:pt x="11789" y="926"/>
                  </a:lnTo>
                  <a:lnTo>
                    <a:pt x="11667" y="975"/>
                  </a:lnTo>
                  <a:lnTo>
                    <a:pt x="11496" y="1023"/>
                  </a:lnTo>
                  <a:lnTo>
                    <a:pt x="11496" y="1023"/>
                  </a:lnTo>
                  <a:lnTo>
                    <a:pt x="11155" y="1194"/>
                  </a:lnTo>
                  <a:lnTo>
                    <a:pt x="10790" y="1315"/>
                  </a:lnTo>
                  <a:lnTo>
                    <a:pt x="10425" y="1413"/>
                  </a:lnTo>
                  <a:lnTo>
                    <a:pt x="10059" y="1462"/>
                  </a:lnTo>
                  <a:lnTo>
                    <a:pt x="9719" y="1510"/>
                  </a:lnTo>
                  <a:lnTo>
                    <a:pt x="9353" y="1510"/>
                  </a:lnTo>
                  <a:lnTo>
                    <a:pt x="8988" y="1486"/>
                  </a:lnTo>
                  <a:lnTo>
                    <a:pt x="8623" y="1462"/>
                  </a:lnTo>
                  <a:lnTo>
                    <a:pt x="8282" y="1389"/>
                  </a:lnTo>
                  <a:lnTo>
                    <a:pt x="7916" y="1315"/>
                  </a:lnTo>
                  <a:lnTo>
                    <a:pt x="7186" y="1145"/>
                  </a:lnTo>
                  <a:lnTo>
                    <a:pt x="6479" y="926"/>
                  </a:lnTo>
                  <a:lnTo>
                    <a:pt x="5749" y="682"/>
                  </a:lnTo>
                  <a:lnTo>
                    <a:pt x="5042" y="463"/>
                  </a:lnTo>
                  <a:lnTo>
                    <a:pt x="4312" y="268"/>
                  </a:lnTo>
                  <a:lnTo>
                    <a:pt x="3971" y="171"/>
                  </a:lnTo>
                  <a:lnTo>
                    <a:pt x="3605" y="98"/>
                  </a:lnTo>
                  <a:lnTo>
                    <a:pt x="3240" y="49"/>
                  </a:lnTo>
                  <a:lnTo>
                    <a:pt x="2875" y="25"/>
                  </a:lnTo>
                  <a:lnTo>
                    <a:pt x="2534" y="0"/>
                  </a:lnTo>
                  <a:lnTo>
                    <a:pt x="2168" y="25"/>
                  </a:lnTo>
                  <a:lnTo>
                    <a:pt x="1803" y="73"/>
                  </a:lnTo>
                  <a:lnTo>
                    <a:pt x="1438" y="122"/>
                  </a:lnTo>
                  <a:lnTo>
                    <a:pt x="1097" y="244"/>
                  </a:lnTo>
                  <a:lnTo>
                    <a:pt x="732" y="366"/>
                  </a:lnTo>
                  <a:lnTo>
                    <a:pt x="366" y="536"/>
                  </a:lnTo>
                  <a:lnTo>
                    <a:pt x="1" y="75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54" name="Group 88"/>
          <p:cNvGrpSpPr/>
          <p:nvPr/>
        </p:nvGrpSpPr>
        <p:grpSpPr>
          <a:xfrm>
            <a:off x="3715200" y="1562760"/>
            <a:ext cx="394560" cy="242280"/>
            <a:chOff x="3715200" y="1562760"/>
            <a:chExt cx="394560" cy="242280"/>
          </a:xfrm>
        </p:grpSpPr>
        <p:sp>
          <p:nvSpPr>
            <p:cNvPr id="1255" name="CustomShape 89"/>
            <p:cNvSpPr/>
            <p:nvPr/>
          </p:nvSpPr>
          <p:spPr>
            <a:xfrm>
              <a:off x="3895200" y="1562760"/>
              <a:ext cx="34560" cy="34560"/>
            </a:xfrm>
            <a:custGeom>
              <a:avLst/>
              <a:gdLst/>
              <a:ahLst/>
              <a:rect l="l" t="t" r="r" b="b"/>
              <a:pathLst>
                <a:path w="1657" h="1657">
                  <a:moveTo>
                    <a:pt x="0" y="829"/>
                  </a:moveTo>
                  <a:lnTo>
                    <a:pt x="0" y="829"/>
                  </a:lnTo>
                  <a:lnTo>
                    <a:pt x="25" y="658"/>
                  </a:lnTo>
                  <a:lnTo>
                    <a:pt x="73" y="512"/>
                  </a:lnTo>
                  <a:lnTo>
                    <a:pt x="146" y="366"/>
                  </a:lnTo>
                  <a:lnTo>
                    <a:pt x="244" y="244"/>
                  </a:lnTo>
                  <a:lnTo>
                    <a:pt x="366" y="147"/>
                  </a:lnTo>
                  <a:lnTo>
                    <a:pt x="512" y="74"/>
                  </a:lnTo>
                  <a:lnTo>
                    <a:pt x="658" y="25"/>
                  </a:lnTo>
                  <a:lnTo>
                    <a:pt x="828" y="1"/>
                  </a:lnTo>
                  <a:lnTo>
                    <a:pt x="828" y="1"/>
                  </a:lnTo>
                  <a:lnTo>
                    <a:pt x="999" y="25"/>
                  </a:lnTo>
                  <a:lnTo>
                    <a:pt x="1145" y="74"/>
                  </a:lnTo>
                  <a:lnTo>
                    <a:pt x="1291" y="147"/>
                  </a:lnTo>
                  <a:lnTo>
                    <a:pt x="1413" y="244"/>
                  </a:lnTo>
                  <a:lnTo>
                    <a:pt x="1510" y="366"/>
                  </a:lnTo>
                  <a:lnTo>
                    <a:pt x="1583" y="512"/>
                  </a:lnTo>
                  <a:lnTo>
                    <a:pt x="1632" y="658"/>
                  </a:lnTo>
                  <a:lnTo>
                    <a:pt x="1656" y="829"/>
                  </a:lnTo>
                  <a:lnTo>
                    <a:pt x="1656" y="829"/>
                  </a:lnTo>
                  <a:lnTo>
                    <a:pt x="1632" y="999"/>
                  </a:lnTo>
                  <a:lnTo>
                    <a:pt x="1583" y="1170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5"/>
                  </a:lnTo>
                  <a:lnTo>
                    <a:pt x="1145" y="1608"/>
                  </a:lnTo>
                  <a:lnTo>
                    <a:pt x="999" y="1657"/>
                  </a:lnTo>
                  <a:lnTo>
                    <a:pt x="828" y="1657"/>
                  </a:lnTo>
                  <a:lnTo>
                    <a:pt x="828" y="1657"/>
                  </a:lnTo>
                  <a:lnTo>
                    <a:pt x="658" y="1657"/>
                  </a:lnTo>
                  <a:lnTo>
                    <a:pt x="512" y="1608"/>
                  </a:lnTo>
                  <a:lnTo>
                    <a:pt x="366" y="1535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70"/>
                  </a:lnTo>
                  <a:lnTo>
                    <a:pt x="25" y="999"/>
                  </a:lnTo>
                  <a:lnTo>
                    <a:pt x="0" y="829"/>
                  </a:lnTo>
                  <a:lnTo>
                    <a:pt x="0" y="82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56" name="CustomShape 90"/>
            <p:cNvSpPr/>
            <p:nvPr/>
          </p:nvSpPr>
          <p:spPr>
            <a:xfrm>
              <a:off x="4075200" y="1608480"/>
              <a:ext cx="34560" cy="34560"/>
            </a:xfrm>
            <a:custGeom>
              <a:avLst/>
              <a:gdLst/>
              <a:ahLst/>
              <a:rect l="l" t="t" r="r" b="b"/>
              <a:pathLst>
                <a:path w="1657" h="1657">
                  <a:moveTo>
                    <a:pt x="0" y="828"/>
                  </a:moveTo>
                  <a:lnTo>
                    <a:pt x="0" y="828"/>
                  </a:lnTo>
                  <a:lnTo>
                    <a:pt x="25" y="682"/>
                  </a:lnTo>
                  <a:lnTo>
                    <a:pt x="73" y="512"/>
                  </a:lnTo>
                  <a:lnTo>
                    <a:pt x="146" y="365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512" y="73"/>
                  </a:lnTo>
                  <a:lnTo>
                    <a:pt x="658" y="24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99" y="24"/>
                  </a:lnTo>
                  <a:lnTo>
                    <a:pt x="1145" y="73"/>
                  </a:lnTo>
                  <a:lnTo>
                    <a:pt x="1291" y="146"/>
                  </a:lnTo>
                  <a:lnTo>
                    <a:pt x="1413" y="244"/>
                  </a:lnTo>
                  <a:lnTo>
                    <a:pt x="1510" y="365"/>
                  </a:lnTo>
                  <a:lnTo>
                    <a:pt x="1583" y="512"/>
                  </a:lnTo>
                  <a:lnTo>
                    <a:pt x="1632" y="682"/>
                  </a:lnTo>
                  <a:lnTo>
                    <a:pt x="1656" y="828"/>
                  </a:lnTo>
                  <a:lnTo>
                    <a:pt x="1656" y="828"/>
                  </a:lnTo>
                  <a:lnTo>
                    <a:pt x="1632" y="999"/>
                  </a:lnTo>
                  <a:lnTo>
                    <a:pt x="1583" y="1169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4"/>
                  </a:lnTo>
                  <a:lnTo>
                    <a:pt x="1145" y="1608"/>
                  </a:lnTo>
                  <a:lnTo>
                    <a:pt x="999" y="1656"/>
                  </a:lnTo>
                  <a:lnTo>
                    <a:pt x="828" y="1656"/>
                  </a:lnTo>
                  <a:lnTo>
                    <a:pt x="828" y="1656"/>
                  </a:lnTo>
                  <a:lnTo>
                    <a:pt x="658" y="1656"/>
                  </a:lnTo>
                  <a:lnTo>
                    <a:pt x="512" y="1608"/>
                  </a:lnTo>
                  <a:lnTo>
                    <a:pt x="366" y="1534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69"/>
                  </a:lnTo>
                  <a:lnTo>
                    <a:pt x="25" y="999"/>
                  </a:lnTo>
                  <a:lnTo>
                    <a:pt x="0" y="828"/>
                  </a:lnTo>
                  <a:lnTo>
                    <a:pt x="0" y="82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57" name="CustomShape 91"/>
            <p:cNvSpPr/>
            <p:nvPr/>
          </p:nvSpPr>
          <p:spPr>
            <a:xfrm>
              <a:off x="3743280" y="1607400"/>
              <a:ext cx="338400" cy="149040"/>
            </a:xfrm>
            <a:custGeom>
              <a:avLst/>
              <a:gdLst/>
              <a:ahLst/>
              <a:rect l="l" t="t" r="r" b="b"/>
              <a:pathLst>
                <a:path w="16124" h="7113">
                  <a:moveTo>
                    <a:pt x="14663" y="7112"/>
                  </a:moveTo>
                  <a:lnTo>
                    <a:pt x="16124" y="2095"/>
                  </a:lnTo>
                  <a:lnTo>
                    <a:pt x="16124" y="2095"/>
                  </a:lnTo>
                  <a:lnTo>
                    <a:pt x="16002" y="2046"/>
                  </a:lnTo>
                  <a:lnTo>
                    <a:pt x="15880" y="1973"/>
                  </a:lnTo>
                  <a:lnTo>
                    <a:pt x="15759" y="1876"/>
                  </a:lnTo>
                  <a:lnTo>
                    <a:pt x="15661" y="1778"/>
                  </a:lnTo>
                  <a:lnTo>
                    <a:pt x="11131" y="3434"/>
                  </a:lnTo>
                  <a:lnTo>
                    <a:pt x="8403" y="0"/>
                  </a:lnTo>
                  <a:lnTo>
                    <a:pt x="8403" y="0"/>
                  </a:lnTo>
                  <a:lnTo>
                    <a:pt x="8233" y="25"/>
                  </a:lnTo>
                  <a:lnTo>
                    <a:pt x="8062" y="25"/>
                  </a:lnTo>
                  <a:lnTo>
                    <a:pt x="8062" y="25"/>
                  </a:lnTo>
                  <a:lnTo>
                    <a:pt x="7892" y="25"/>
                  </a:lnTo>
                  <a:lnTo>
                    <a:pt x="7721" y="0"/>
                  </a:lnTo>
                  <a:lnTo>
                    <a:pt x="4994" y="3434"/>
                  </a:lnTo>
                  <a:lnTo>
                    <a:pt x="464" y="1778"/>
                  </a:lnTo>
                  <a:lnTo>
                    <a:pt x="464" y="1778"/>
                  </a:lnTo>
                  <a:lnTo>
                    <a:pt x="366" y="1876"/>
                  </a:lnTo>
                  <a:lnTo>
                    <a:pt x="244" y="1973"/>
                  </a:lnTo>
                  <a:lnTo>
                    <a:pt x="123" y="2046"/>
                  </a:lnTo>
                  <a:lnTo>
                    <a:pt x="1" y="2095"/>
                  </a:lnTo>
                  <a:lnTo>
                    <a:pt x="1462" y="711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58" name="CustomShape 92"/>
            <p:cNvSpPr/>
            <p:nvPr/>
          </p:nvSpPr>
          <p:spPr>
            <a:xfrm>
              <a:off x="3715200" y="1608480"/>
              <a:ext cx="34560" cy="34560"/>
            </a:xfrm>
            <a:custGeom>
              <a:avLst/>
              <a:gdLst/>
              <a:ahLst/>
              <a:rect l="l" t="t" r="r" b="b"/>
              <a:pathLst>
                <a:path w="1657" h="1657">
                  <a:moveTo>
                    <a:pt x="0" y="828"/>
                  </a:moveTo>
                  <a:lnTo>
                    <a:pt x="0" y="828"/>
                  </a:lnTo>
                  <a:lnTo>
                    <a:pt x="25" y="682"/>
                  </a:lnTo>
                  <a:lnTo>
                    <a:pt x="73" y="512"/>
                  </a:lnTo>
                  <a:lnTo>
                    <a:pt x="146" y="365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512" y="73"/>
                  </a:lnTo>
                  <a:lnTo>
                    <a:pt x="658" y="24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99" y="24"/>
                  </a:lnTo>
                  <a:lnTo>
                    <a:pt x="1145" y="73"/>
                  </a:lnTo>
                  <a:lnTo>
                    <a:pt x="1291" y="146"/>
                  </a:lnTo>
                  <a:lnTo>
                    <a:pt x="1413" y="244"/>
                  </a:lnTo>
                  <a:lnTo>
                    <a:pt x="1510" y="365"/>
                  </a:lnTo>
                  <a:lnTo>
                    <a:pt x="1583" y="512"/>
                  </a:lnTo>
                  <a:lnTo>
                    <a:pt x="1632" y="682"/>
                  </a:lnTo>
                  <a:lnTo>
                    <a:pt x="1657" y="828"/>
                  </a:lnTo>
                  <a:lnTo>
                    <a:pt x="1657" y="828"/>
                  </a:lnTo>
                  <a:lnTo>
                    <a:pt x="1632" y="999"/>
                  </a:lnTo>
                  <a:lnTo>
                    <a:pt x="1583" y="1169"/>
                  </a:lnTo>
                  <a:lnTo>
                    <a:pt x="1510" y="1291"/>
                  </a:lnTo>
                  <a:lnTo>
                    <a:pt x="1413" y="1413"/>
                  </a:lnTo>
                  <a:lnTo>
                    <a:pt x="1291" y="1534"/>
                  </a:lnTo>
                  <a:lnTo>
                    <a:pt x="1145" y="1608"/>
                  </a:lnTo>
                  <a:lnTo>
                    <a:pt x="999" y="1656"/>
                  </a:lnTo>
                  <a:lnTo>
                    <a:pt x="828" y="1656"/>
                  </a:lnTo>
                  <a:lnTo>
                    <a:pt x="828" y="1656"/>
                  </a:lnTo>
                  <a:lnTo>
                    <a:pt x="658" y="1656"/>
                  </a:lnTo>
                  <a:lnTo>
                    <a:pt x="512" y="1608"/>
                  </a:lnTo>
                  <a:lnTo>
                    <a:pt x="366" y="1534"/>
                  </a:lnTo>
                  <a:lnTo>
                    <a:pt x="244" y="1413"/>
                  </a:lnTo>
                  <a:lnTo>
                    <a:pt x="146" y="1291"/>
                  </a:lnTo>
                  <a:lnTo>
                    <a:pt x="73" y="1169"/>
                  </a:lnTo>
                  <a:lnTo>
                    <a:pt x="25" y="999"/>
                  </a:lnTo>
                  <a:lnTo>
                    <a:pt x="0" y="828"/>
                  </a:lnTo>
                  <a:lnTo>
                    <a:pt x="0" y="82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59" name="CustomShape 93"/>
            <p:cNvSpPr/>
            <p:nvPr/>
          </p:nvSpPr>
          <p:spPr>
            <a:xfrm>
              <a:off x="3775320" y="1767960"/>
              <a:ext cx="273960" cy="37080"/>
            </a:xfrm>
            <a:custGeom>
              <a:avLst/>
              <a:gdLst/>
              <a:ahLst/>
              <a:rect l="l" t="t" r="r" b="b"/>
              <a:pathLst>
                <a:path w="13055" h="1779">
                  <a:moveTo>
                    <a:pt x="6527" y="1535"/>
                  </a:moveTo>
                  <a:lnTo>
                    <a:pt x="6527" y="1535"/>
                  </a:lnTo>
                  <a:lnTo>
                    <a:pt x="8232" y="1535"/>
                  </a:lnTo>
                  <a:lnTo>
                    <a:pt x="9815" y="1584"/>
                  </a:lnTo>
                  <a:lnTo>
                    <a:pt x="11252" y="1657"/>
                  </a:lnTo>
                  <a:lnTo>
                    <a:pt x="12543" y="1779"/>
                  </a:lnTo>
                  <a:lnTo>
                    <a:pt x="13054" y="1"/>
                  </a:lnTo>
                  <a:lnTo>
                    <a:pt x="0" y="1"/>
                  </a:lnTo>
                  <a:lnTo>
                    <a:pt x="512" y="1779"/>
                  </a:lnTo>
                  <a:lnTo>
                    <a:pt x="512" y="1779"/>
                  </a:lnTo>
                  <a:lnTo>
                    <a:pt x="1803" y="1681"/>
                  </a:lnTo>
                  <a:lnTo>
                    <a:pt x="3239" y="1584"/>
                  </a:lnTo>
                  <a:lnTo>
                    <a:pt x="4823" y="1535"/>
                  </a:lnTo>
                  <a:lnTo>
                    <a:pt x="6527" y="1535"/>
                  </a:lnTo>
                  <a:lnTo>
                    <a:pt x="6527" y="153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60" name="Group 94"/>
          <p:cNvGrpSpPr/>
          <p:nvPr/>
        </p:nvGrpSpPr>
        <p:grpSpPr>
          <a:xfrm>
            <a:off x="4299120" y="1503360"/>
            <a:ext cx="356760" cy="361080"/>
            <a:chOff x="4299120" y="1503360"/>
            <a:chExt cx="356760" cy="361080"/>
          </a:xfrm>
        </p:grpSpPr>
        <p:sp>
          <p:nvSpPr>
            <p:cNvPr id="1261" name="CustomShape 95"/>
            <p:cNvSpPr/>
            <p:nvPr/>
          </p:nvSpPr>
          <p:spPr>
            <a:xfrm>
              <a:off x="4388400" y="1758240"/>
              <a:ext cx="177840" cy="106200"/>
            </a:xfrm>
            <a:custGeom>
              <a:avLst/>
              <a:gdLst/>
              <a:ahLst/>
              <a:rect l="l" t="t" r="r" b="b"/>
              <a:pathLst>
                <a:path w="8476" h="5066">
                  <a:moveTo>
                    <a:pt x="3167" y="0"/>
                  </a:moveTo>
                  <a:lnTo>
                    <a:pt x="3167" y="2825"/>
                  </a:lnTo>
                  <a:lnTo>
                    <a:pt x="3167" y="2825"/>
                  </a:lnTo>
                  <a:lnTo>
                    <a:pt x="2606" y="2947"/>
                  </a:lnTo>
                  <a:lnTo>
                    <a:pt x="2071" y="3093"/>
                  </a:lnTo>
                  <a:lnTo>
                    <a:pt x="1584" y="3288"/>
                  </a:lnTo>
                  <a:lnTo>
                    <a:pt x="1145" y="3483"/>
                  </a:lnTo>
                  <a:lnTo>
                    <a:pt x="780" y="3702"/>
                  </a:lnTo>
                  <a:lnTo>
                    <a:pt x="609" y="3848"/>
                  </a:lnTo>
                  <a:lnTo>
                    <a:pt x="463" y="3970"/>
                  </a:lnTo>
                  <a:lnTo>
                    <a:pt x="317" y="4116"/>
                  </a:lnTo>
                  <a:lnTo>
                    <a:pt x="195" y="4262"/>
                  </a:lnTo>
                  <a:lnTo>
                    <a:pt x="74" y="4408"/>
                  </a:lnTo>
                  <a:lnTo>
                    <a:pt x="0" y="4579"/>
                  </a:lnTo>
                  <a:lnTo>
                    <a:pt x="0" y="4579"/>
                  </a:lnTo>
                  <a:lnTo>
                    <a:pt x="171" y="4652"/>
                  </a:lnTo>
                  <a:lnTo>
                    <a:pt x="414" y="4725"/>
                  </a:lnTo>
                  <a:lnTo>
                    <a:pt x="780" y="4822"/>
                  </a:lnTo>
                  <a:lnTo>
                    <a:pt x="1340" y="4895"/>
                  </a:lnTo>
                  <a:lnTo>
                    <a:pt x="2095" y="4993"/>
                  </a:lnTo>
                  <a:lnTo>
                    <a:pt x="3045" y="5042"/>
                  </a:lnTo>
                  <a:lnTo>
                    <a:pt x="4238" y="5066"/>
                  </a:lnTo>
                  <a:lnTo>
                    <a:pt x="4238" y="5066"/>
                  </a:lnTo>
                  <a:lnTo>
                    <a:pt x="5432" y="5042"/>
                  </a:lnTo>
                  <a:lnTo>
                    <a:pt x="6381" y="4993"/>
                  </a:lnTo>
                  <a:lnTo>
                    <a:pt x="7136" y="4895"/>
                  </a:lnTo>
                  <a:lnTo>
                    <a:pt x="7697" y="4822"/>
                  </a:lnTo>
                  <a:lnTo>
                    <a:pt x="8062" y="4725"/>
                  </a:lnTo>
                  <a:lnTo>
                    <a:pt x="8305" y="4652"/>
                  </a:lnTo>
                  <a:lnTo>
                    <a:pt x="8476" y="4579"/>
                  </a:lnTo>
                  <a:lnTo>
                    <a:pt x="8476" y="4579"/>
                  </a:lnTo>
                  <a:lnTo>
                    <a:pt x="8403" y="4408"/>
                  </a:lnTo>
                  <a:lnTo>
                    <a:pt x="8281" y="4262"/>
                  </a:lnTo>
                  <a:lnTo>
                    <a:pt x="8159" y="4116"/>
                  </a:lnTo>
                  <a:lnTo>
                    <a:pt x="8013" y="3970"/>
                  </a:lnTo>
                  <a:lnTo>
                    <a:pt x="7867" y="3848"/>
                  </a:lnTo>
                  <a:lnTo>
                    <a:pt x="7697" y="3702"/>
                  </a:lnTo>
                  <a:lnTo>
                    <a:pt x="7331" y="3483"/>
                  </a:lnTo>
                  <a:lnTo>
                    <a:pt x="6893" y="3288"/>
                  </a:lnTo>
                  <a:lnTo>
                    <a:pt x="6406" y="3093"/>
                  </a:lnTo>
                  <a:lnTo>
                    <a:pt x="5870" y="2947"/>
                  </a:lnTo>
                  <a:lnTo>
                    <a:pt x="5310" y="2825"/>
                  </a:lnTo>
                  <a:lnTo>
                    <a:pt x="531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2" name="CustomShape 96"/>
            <p:cNvSpPr/>
            <p:nvPr/>
          </p:nvSpPr>
          <p:spPr>
            <a:xfrm>
              <a:off x="4299120" y="1503360"/>
              <a:ext cx="356760" cy="246960"/>
            </a:xfrm>
            <a:custGeom>
              <a:avLst/>
              <a:gdLst/>
              <a:ahLst/>
              <a:rect l="l" t="t" r="r" b="b"/>
              <a:pathLst>
                <a:path w="17001" h="11764">
                  <a:moveTo>
                    <a:pt x="15928" y="1072"/>
                  </a:moveTo>
                  <a:lnTo>
                    <a:pt x="13785" y="1072"/>
                  </a:lnTo>
                  <a:lnTo>
                    <a:pt x="13785" y="1072"/>
                  </a:lnTo>
                  <a:lnTo>
                    <a:pt x="13810" y="487"/>
                  </a:lnTo>
                  <a:lnTo>
                    <a:pt x="13810" y="487"/>
                  </a:lnTo>
                  <a:lnTo>
                    <a:pt x="13785" y="390"/>
                  </a:lnTo>
                  <a:lnTo>
                    <a:pt x="13761" y="293"/>
                  </a:lnTo>
                  <a:lnTo>
                    <a:pt x="13688" y="220"/>
                  </a:lnTo>
                  <a:lnTo>
                    <a:pt x="13639" y="146"/>
                  </a:lnTo>
                  <a:lnTo>
                    <a:pt x="13566" y="98"/>
                  </a:lnTo>
                  <a:lnTo>
                    <a:pt x="13469" y="49"/>
                  </a:lnTo>
                  <a:lnTo>
                    <a:pt x="13371" y="25"/>
                  </a:lnTo>
                  <a:lnTo>
                    <a:pt x="13274" y="0"/>
                  </a:lnTo>
                  <a:lnTo>
                    <a:pt x="8500" y="0"/>
                  </a:lnTo>
                  <a:lnTo>
                    <a:pt x="3727" y="0"/>
                  </a:lnTo>
                  <a:lnTo>
                    <a:pt x="3727" y="0"/>
                  </a:lnTo>
                  <a:lnTo>
                    <a:pt x="3629" y="25"/>
                  </a:lnTo>
                  <a:lnTo>
                    <a:pt x="3532" y="49"/>
                  </a:lnTo>
                  <a:lnTo>
                    <a:pt x="3434" y="98"/>
                  </a:lnTo>
                  <a:lnTo>
                    <a:pt x="3361" y="146"/>
                  </a:lnTo>
                  <a:lnTo>
                    <a:pt x="3313" y="220"/>
                  </a:lnTo>
                  <a:lnTo>
                    <a:pt x="3240" y="293"/>
                  </a:lnTo>
                  <a:lnTo>
                    <a:pt x="3215" y="390"/>
                  </a:lnTo>
                  <a:lnTo>
                    <a:pt x="3191" y="487"/>
                  </a:lnTo>
                  <a:lnTo>
                    <a:pt x="3191" y="487"/>
                  </a:lnTo>
                  <a:lnTo>
                    <a:pt x="3215" y="1072"/>
                  </a:lnTo>
                  <a:lnTo>
                    <a:pt x="1072" y="1072"/>
                  </a:lnTo>
                  <a:lnTo>
                    <a:pt x="1072" y="1072"/>
                  </a:lnTo>
                  <a:lnTo>
                    <a:pt x="853" y="1096"/>
                  </a:lnTo>
                  <a:lnTo>
                    <a:pt x="658" y="1145"/>
                  </a:lnTo>
                  <a:lnTo>
                    <a:pt x="487" y="1242"/>
                  </a:lnTo>
                  <a:lnTo>
                    <a:pt x="317" y="1389"/>
                  </a:lnTo>
                  <a:lnTo>
                    <a:pt x="195" y="1535"/>
                  </a:lnTo>
                  <a:lnTo>
                    <a:pt x="98" y="1730"/>
                  </a:lnTo>
                  <a:lnTo>
                    <a:pt x="25" y="1924"/>
                  </a:lnTo>
                  <a:lnTo>
                    <a:pt x="0" y="2144"/>
                  </a:lnTo>
                  <a:lnTo>
                    <a:pt x="0" y="2144"/>
                  </a:lnTo>
                  <a:lnTo>
                    <a:pt x="25" y="2606"/>
                  </a:lnTo>
                  <a:lnTo>
                    <a:pt x="49" y="3069"/>
                  </a:lnTo>
                  <a:lnTo>
                    <a:pt x="98" y="3507"/>
                  </a:lnTo>
                  <a:lnTo>
                    <a:pt x="171" y="3946"/>
                  </a:lnTo>
                  <a:lnTo>
                    <a:pt x="268" y="4336"/>
                  </a:lnTo>
                  <a:lnTo>
                    <a:pt x="366" y="4725"/>
                  </a:lnTo>
                  <a:lnTo>
                    <a:pt x="487" y="5115"/>
                  </a:lnTo>
                  <a:lnTo>
                    <a:pt x="634" y="5480"/>
                  </a:lnTo>
                  <a:lnTo>
                    <a:pt x="780" y="5821"/>
                  </a:lnTo>
                  <a:lnTo>
                    <a:pt x="926" y="6138"/>
                  </a:lnTo>
                  <a:lnTo>
                    <a:pt x="1096" y="6454"/>
                  </a:lnTo>
                  <a:lnTo>
                    <a:pt x="1291" y="6747"/>
                  </a:lnTo>
                  <a:lnTo>
                    <a:pt x="1462" y="7039"/>
                  </a:lnTo>
                  <a:lnTo>
                    <a:pt x="1656" y="7307"/>
                  </a:lnTo>
                  <a:lnTo>
                    <a:pt x="2071" y="7794"/>
                  </a:lnTo>
                  <a:lnTo>
                    <a:pt x="2509" y="8232"/>
                  </a:lnTo>
                  <a:lnTo>
                    <a:pt x="2923" y="8598"/>
                  </a:lnTo>
                  <a:lnTo>
                    <a:pt x="3337" y="8914"/>
                  </a:lnTo>
                  <a:lnTo>
                    <a:pt x="3751" y="9158"/>
                  </a:lnTo>
                  <a:lnTo>
                    <a:pt x="4141" y="9353"/>
                  </a:lnTo>
                  <a:lnTo>
                    <a:pt x="4506" y="9499"/>
                  </a:lnTo>
                  <a:lnTo>
                    <a:pt x="4823" y="9596"/>
                  </a:lnTo>
                  <a:lnTo>
                    <a:pt x="5091" y="9645"/>
                  </a:lnTo>
                  <a:lnTo>
                    <a:pt x="5091" y="9645"/>
                  </a:lnTo>
                  <a:lnTo>
                    <a:pt x="5407" y="10108"/>
                  </a:lnTo>
                  <a:lnTo>
                    <a:pt x="5748" y="10546"/>
                  </a:lnTo>
                  <a:lnTo>
                    <a:pt x="5919" y="10717"/>
                  </a:lnTo>
                  <a:lnTo>
                    <a:pt x="6113" y="10887"/>
                  </a:lnTo>
                  <a:lnTo>
                    <a:pt x="6308" y="11057"/>
                  </a:lnTo>
                  <a:lnTo>
                    <a:pt x="6527" y="11204"/>
                  </a:lnTo>
                  <a:lnTo>
                    <a:pt x="6747" y="11325"/>
                  </a:lnTo>
                  <a:lnTo>
                    <a:pt x="6966" y="11447"/>
                  </a:lnTo>
                  <a:lnTo>
                    <a:pt x="7209" y="11545"/>
                  </a:lnTo>
                  <a:lnTo>
                    <a:pt x="7453" y="11618"/>
                  </a:lnTo>
                  <a:lnTo>
                    <a:pt x="7697" y="11691"/>
                  </a:lnTo>
                  <a:lnTo>
                    <a:pt x="7964" y="11739"/>
                  </a:lnTo>
                  <a:lnTo>
                    <a:pt x="8232" y="11764"/>
                  </a:lnTo>
                  <a:lnTo>
                    <a:pt x="8500" y="11764"/>
                  </a:lnTo>
                  <a:lnTo>
                    <a:pt x="8500" y="11764"/>
                  </a:lnTo>
                  <a:lnTo>
                    <a:pt x="8768" y="11764"/>
                  </a:lnTo>
                  <a:lnTo>
                    <a:pt x="9036" y="11739"/>
                  </a:lnTo>
                  <a:lnTo>
                    <a:pt x="9304" y="11691"/>
                  </a:lnTo>
                  <a:lnTo>
                    <a:pt x="9547" y="11618"/>
                  </a:lnTo>
                  <a:lnTo>
                    <a:pt x="9791" y="11545"/>
                  </a:lnTo>
                  <a:lnTo>
                    <a:pt x="10035" y="11447"/>
                  </a:lnTo>
                  <a:lnTo>
                    <a:pt x="10254" y="11325"/>
                  </a:lnTo>
                  <a:lnTo>
                    <a:pt x="10473" y="11204"/>
                  </a:lnTo>
                  <a:lnTo>
                    <a:pt x="10692" y="11057"/>
                  </a:lnTo>
                  <a:lnTo>
                    <a:pt x="10887" y="10887"/>
                  </a:lnTo>
                  <a:lnTo>
                    <a:pt x="11082" y="10717"/>
                  </a:lnTo>
                  <a:lnTo>
                    <a:pt x="11252" y="10546"/>
                  </a:lnTo>
                  <a:lnTo>
                    <a:pt x="11593" y="10108"/>
                  </a:lnTo>
                  <a:lnTo>
                    <a:pt x="11910" y="9645"/>
                  </a:lnTo>
                  <a:lnTo>
                    <a:pt x="11910" y="9645"/>
                  </a:lnTo>
                  <a:lnTo>
                    <a:pt x="12178" y="9596"/>
                  </a:lnTo>
                  <a:lnTo>
                    <a:pt x="12494" y="9523"/>
                  </a:lnTo>
                  <a:lnTo>
                    <a:pt x="12860" y="9377"/>
                  </a:lnTo>
                  <a:lnTo>
                    <a:pt x="13249" y="9182"/>
                  </a:lnTo>
                  <a:lnTo>
                    <a:pt x="13663" y="8939"/>
                  </a:lnTo>
                  <a:lnTo>
                    <a:pt x="14077" y="8622"/>
                  </a:lnTo>
                  <a:lnTo>
                    <a:pt x="14516" y="8257"/>
                  </a:lnTo>
                  <a:lnTo>
                    <a:pt x="14930" y="7843"/>
                  </a:lnTo>
                  <a:lnTo>
                    <a:pt x="15344" y="7356"/>
                  </a:lnTo>
                  <a:lnTo>
                    <a:pt x="15539" y="7088"/>
                  </a:lnTo>
                  <a:lnTo>
                    <a:pt x="15709" y="6795"/>
                  </a:lnTo>
                  <a:lnTo>
                    <a:pt x="15904" y="6503"/>
                  </a:lnTo>
                  <a:lnTo>
                    <a:pt x="16075" y="6186"/>
                  </a:lnTo>
                  <a:lnTo>
                    <a:pt x="16221" y="5870"/>
                  </a:lnTo>
                  <a:lnTo>
                    <a:pt x="16367" y="5505"/>
                  </a:lnTo>
                  <a:lnTo>
                    <a:pt x="16513" y="5164"/>
                  </a:lnTo>
                  <a:lnTo>
                    <a:pt x="16635" y="4774"/>
                  </a:lnTo>
                  <a:lnTo>
                    <a:pt x="16732" y="4384"/>
                  </a:lnTo>
                  <a:lnTo>
                    <a:pt x="16830" y="3970"/>
                  </a:lnTo>
                  <a:lnTo>
                    <a:pt x="16903" y="3532"/>
                  </a:lnTo>
                  <a:lnTo>
                    <a:pt x="16951" y="3093"/>
                  </a:lnTo>
                  <a:lnTo>
                    <a:pt x="16976" y="2606"/>
                  </a:lnTo>
                  <a:lnTo>
                    <a:pt x="17000" y="2144"/>
                  </a:lnTo>
                  <a:lnTo>
                    <a:pt x="17000" y="2144"/>
                  </a:lnTo>
                  <a:lnTo>
                    <a:pt x="16976" y="1924"/>
                  </a:lnTo>
                  <a:lnTo>
                    <a:pt x="16903" y="1730"/>
                  </a:lnTo>
                  <a:lnTo>
                    <a:pt x="16805" y="1535"/>
                  </a:lnTo>
                  <a:lnTo>
                    <a:pt x="16683" y="1389"/>
                  </a:lnTo>
                  <a:lnTo>
                    <a:pt x="16513" y="1242"/>
                  </a:lnTo>
                  <a:lnTo>
                    <a:pt x="16343" y="1145"/>
                  </a:lnTo>
                  <a:lnTo>
                    <a:pt x="16148" y="1096"/>
                  </a:lnTo>
                  <a:lnTo>
                    <a:pt x="15928" y="1072"/>
                  </a:lnTo>
                  <a:lnTo>
                    <a:pt x="15928" y="1072"/>
                  </a:lnTo>
                  <a:close/>
                  <a:moveTo>
                    <a:pt x="1072" y="2144"/>
                  </a:moveTo>
                  <a:lnTo>
                    <a:pt x="3240" y="2144"/>
                  </a:lnTo>
                  <a:lnTo>
                    <a:pt x="3240" y="2144"/>
                  </a:lnTo>
                  <a:lnTo>
                    <a:pt x="3288" y="3118"/>
                  </a:lnTo>
                  <a:lnTo>
                    <a:pt x="3361" y="4019"/>
                  </a:lnTo>
                  <a:lnTo>
                    <a:pt x="3483" y="4823"/>
                  </a:lnTo>
                  <a:lnTo>
                    <a:pt x="3605" y="5602"/>
                  </a:lnTo>
                  <a:lnTo>
                    <a:pt x="3775" y="6333"/>
                  </a:lnTo>
                  <a:lnTo>
                    <a:pt x="3995" y="7039"/>
                  </a:lnTo>
                  <a:lnTo>
                    <a:pt x="4214" y="7745"/>
                  </a:lnTo>
                  <a:lnTo>
                    <a:pt x="4506" y="8451"/>
                  </a:lnTo>
                  <a:lnTo>
                    <a:pt x="4506" y="8451"/>
                  </a:lnTo>
                  <a:lnTo>
                    <a:pt x="4262" y="8378"/>
                  </a:lnTo>
                  <a:lnTo>
                    <a:pt x="4043" y="8281"/>
                  </a:lnTo>
                  <a:lnTo>
                    <a:pt x="3824" y="8159"/>
                  </a:lnTo>
                  <a:lnTo>
                    <a:pt x="3629" y="8037"/>
                  </a:lnTo>
                  <a:lnTo>
                    <a:pt x="3434" y="7891"/>
                  </a:lnTo>
                  <a:lnTo>
                    <a:pt x="3240" y="7745"/>
                  </a:lnTo>
                  <a:lnTo>
                    <a:pt x="2899" y="7404"/>
                  </a:lnTo>
                  <a:lnTo>
                    <a:pt x="2582" y="7015"/>
                  </a:lnTo>
                  <a:lnTo>
                    <a:pt x="2290" y="6601"/>
                  </a:lnTo>
                  <a:lnTo>
                    <a:pt x="2046" y="6186"/>
                  </a:lnTo>
                  <a:lnTo>
                    <a:pt x="1827" y="5724"/>
                  </a:lnTo>
                  <a:lnTo>
                    <a:pt x="1632" y="5237"/>
                  </a:lnTo>
                  <a:lnTo>
                    <a:pt x="1486" y="4774"/>
                  </a:lnTo>
                  <a:lnTo>
                    <a:pt x="1340" y="4287"/>
                  </a:lnTo>
                  <a:lnTo>
                    <a:pt x="1242" y="3824"/>
                  </a:lnTo>
                  <a:lnTo>
                    <a:pt x="1169" y="3361"/>
                  </a:lnTo>
                  <a:lnTo>
                    <a:pt x="1121" y="2923"/>
                  </a:lnTo>
                  <a:lnTo>
                    <a:pt x="1072" y="2509"/>
                  </a:lnTo>
                  <a:lnTo>
                    <a:pt x="1072" y="2144"/>
                  </a:lnTo>
                  <a:lnTo>
                    <a:pt x="1072" y="2144"/>
                  </a:lnTo>
                  <a:close/>
                  <a:moveTo>
                    <a:pt x="10595" y="4628"/>
                  </a:moveTo>
                  <a:lnTo>
                    <a:pt x="9718" y="5407"/>
                  </a:lnTo>
                  <a:lnTo>
                    <a:pt x="9718" y="5407"/>
                  </a:lnTo>
                  <a:lnTo>
                    <a:pt x="9669" y="5480"/>
                  </a:lnTo>
                  <a:lnTo>
                    <a:pt x="9621" y="5578"/>
                  </a:lnTo>
                  <a:lnTo>
                    <a:pt x="9596" y="5675"/>
                  </a:lnTo>
                  <a:lnTo>
                    <a:pt x="9596" y="5772"/>
                  </a:lnTo>
                  <a:lnTo>
                    <a:pt x="9864" y="6941"/>
                  </a:lnTo>
                  <a:lnTo>
                    <a:pt x="9864" y="6941"/>
                  </a:lnTo>
                  <a:lnTo>
                    <a:pt x="9864" y="7015"/>
                  </a:lnTo>
                  <a:lnTo>
                    <a:pt x="9840" y="7063"/>
                  </a:lnTo>
                  <a:lnTo>
                    <a:pt x="9791" y="7063"/>
                  </a:lnTo>
                  <a:lnTo>
                    <a:pt x="9718" y="7039"/>
                  </a:lnTo>
                  <a:lnTo>
                    <a:pt x="8695" y="6454"/>
                  </a:lnTo>
                  <a:lnTo>
                    <a:pt x="8695" y="6454"/>
                  </a:lnTo>
                  <a:lnTo>
                    <a:pt x="8598" y="6406"/>
                  </a:lnTo>
                  <a:lnTo>
                    <a:pt x="8500" y="6406"/>
                  </a:lnTo>
                  <a:lnTo>
                    <a:pt x="8403" y="6406"/>
                  </a:lnTo>
                  <a:lnTo>
                    <a:pt x="8305" y="6454"/>
                  </a:lnTo>
                  <a:lnTo>
                    <a:pt x="7282" y="7039"/>
                  </a:lnTo>
                  <a:lnTo>
                    <a:pt x="7282" y="7039"/>
                  </a:lnTo>
                  <a:lnTo>
                    <a:pt x="7209" y="7063"/>
                  </a:lnTo>
                  <a:lnTo>
                    <a:pt x="7161" y="7063"/>
                  </a:lnTo>
                  <a:lnTo>
                    <a:pt x="7136" y="7015"/>
                  </a:lnTo>
                  <a:lnTo>
                    <a:pt x="7136" y="6941"/>
                  </a:lnTo>
                  <a:lnTo>
                    <a:pt x="7404" y="5772"/>
                  </a:lnTo>
                  <a:lnTo>
                    <a:pt x="7404" y="5772"/>
                  </a:lnTo>
                  <a:lnTo>
                    <a:pt x="7404" y="5675"/>
                  </a:lnTo>
                  <a:lnTo>
                    <a:pt x="7380" y="5578"/>
                  </a:lnTo>
                  <a:lnTo>
                    <a:pt x="7331" y="5480"/>
                  </a:lnTo>
                  <a:lnTo>
                    <a:pt x="7282" y="5407"/>
                  </a:lnTo>
                  <a:lnTo>
                    <a:pt x="6406" y="4628"/>
                  </a:lnTo>
                  <a:lnTo>
                    <a:pt x="6406" y="4628"/>
                  </a:lnTo>
                  <a:lnTo>
                    <a:pt x="6357" y="4579"/>
                  </a:lnTo>
                  <a:lnTo>
                    <a:pt x="6333" y="4506"/>
                  </a:lnTo>
                  <a:lnTo>
                    <a:pt x="6381" y="4482"/>
                  </a:lnTo>
                  <a:lnTo>
                    <a:pt x="6454" y="4457"/>
                  </a:lnTo>
                  <a:lnTo>
                    <a:pt x="7623" y="4336"/>
                  </a:lnTo>
                  <a:lnTo>
                    <a:pt x="7623" y="4336"/>
                  </a:lnTo>
                  <a:lnTo>
                    <a:pt x="7721" y="4311"/>
                  </a:lnTo>
                  <a:lnTo>
                    <a:pt x="7818" y="4262"/>
                  </a:lnTo>
                  <a:lnTo>
                    <a:pt x="7891" y="4189"/>
                  </a:lnTo>
                  <a:lnTo>
                    <a:pt x="7940" y="4116"/>
                  </a:lnTo>
                  <a:lnTo>
                    <a:pt x="8403" y="3045"/>
                  </a:lnTo>
                  <a:lnTo>
                    <a:pt x="8403" y="3045"/>
                  </a:lnTo>
                  <a:lnTo>
                    <a:pt x="8452" y="2972"/>
                  </a:lnTo>
                  <a:lnTo>
                    <a:pt x="8500" y="2947"/>
                  </a:lnTo>
                  <a:lnTo>
                    <a:pt x="8549" y="2972"/>
                  </a:lnTo>
                  <a:lnTo>
                    <a:pt x="8598" y="3045"/>
                  </a:lnTo>
                  <a:lnTo>
                    <a:pt x="9060" y="4116"/>
                  </a:lnTo>
                  <a:lnTo>
                    <a:pt x="9060" y="4116"/>
                  </a:lnTo>
                  <a:lnTo>
                    <a:pt x="9109" y="4189"/>
                  </a:lnTo>
                  <a:lnTo>
                    <a:pt x="9182" y="4262"/>
                  </a:lnTo>
                  <a:lnTo>
                    <a:pt x="9280" y="4311"/>
                  </a:lnTo>
                  <a:lnTo>
                    <a:pt x="9377" y="4336"/>
                  </a:lnTo>
                  <a:lnTo>
                    <a:pt x="10546" y="4457"/>
                  </a:lnTo>
                  <a:lnTo>
                    <a:pt x="10546" y="4457"/>
                  </a:lnTo>
                  <a:lnTo>
                    <a:pt x="10619" y="4482"/>
                  </a:lnTo>
                  <a:lnTo>
                    <a:pt x="10668" y="4506"/>
                  </a:lnTo>
                  <a:lnTo>
                    <a:pt x="10643" y="4579"/>
                  </a:lnTo>
                  <a:lnTo>
                    <a:pt x="10595" y="4628"/>
                  </a:lnTo>
                  <a:lnTo>
                    <a:pt x="10595" y="4628"/>
                  </a:lnTo>
                  <a:close/>
                  <a:moveTo>
                    <a:pt x="12494" y="8451"/>
                  </a:moveTo>
                  <a:lnTo>
                    <a:pt x="12494" y="8451"/>
                  </a:lnTo>
                  <a:lnTo>
                    <a:pt x="12787" y="7745"/>
                  </a:lnTo>
                  <a:lnTo>
                    <a:pt x="13006" y="7039"/>
                  </a:lnTo>
                  <a:lnTo>
                    <a:pt x="13225" y="6333"/>
                  </a:lnTo>
                  <a:lnTo>
                    <a:pt x="13396" y="5602"/>
                  </a:lnTo>
                  <a:lnTo>
                    <a:pt x="13517" y="4823"/>
                  </a:lnTo>
                  <a:lnTo>
                    <a:pt x="13639" y="4019"/>
                  </a:lnTo>
                  <a:lnTo>
                    <a:pt x="13712" y="3118"/>
                  </a:lnTo>
                  <a:lnTo>
                    <a:pt x="13761" y="2144"/>
                  </a:lnTo>
                  <a:lnTo>
                    <a:pt x="15928" y="2144"/>
                  </a:lnTo>
                  <a:lnTo>
                    <a:pt x="15928" y="2144"/>
                  </a:lnTo>
                  <a:lnTo>
                    <a:pt x="15928" y="2509"/>
                  </a:lnTo>
                  <a:lnTo>
                    <a:pt x="15880" y="2923"/>
                  </a:lnTo>
                  <a:lnTo>
                    <a:pt x="15831" y="3361"/>
                  </a:lnTo>
                  <a:lnTo>
                    <a:pt x="15758" y="3824"/>
                  </a:lnTo>
                  <a:lnTo>
                    <a:pt x="15661" y="4287"/>
                  </a:lnTo>
                  <a:lnTo>
                    <a:pt x="15514" y="4774"/>
                  </a:lnTo>
                  <a:lnTo>
                    <a:pt x="15368" y="5237"/>
                  </a:lnTo>
                  <a:lnTo>
                    <a:pt x="15173" y="5724"/>
                  </a:lnTo>
                  <a:lnTo>
                    <a:pt x="14954" y="6186"/>
                  </a:lnTo>
                  <a:lnTo>
                    <a:pt x="14711" y="6601"/>
                  </a:lnTo>
                  <a:lnTo>
                    <a:pt x="14418" y="7015"/>
                  </a:lnTo>
                  <a:lnTo>
                    <a:pt x="14102" y="7404"/>
                  </a:lnTo>
                  <a:lnTo>
                    <a:pt x="13761" y="7745"/>
                  </a:lnTo>
                  <a:lnTo>
                    <a:pt x="13566" y="7891"/>
                  </a:lnTo>
                  <a:lnTo>
                    <a:pt x="13371" y="8037"/>
                  </a:lnTo>
                  <a:lnTo>
                    <a:pt x="13176" y="8159"/>
                  </a:lnTo>
                  <a:lnTo>
                    <a:pt x="12957" y="8281"/>
                  </a:lnTo>
                  <a:lnTo>
                    <a:pt x="12738" y="8378"/>
                  </a:lnTo>
                  <a:lnTo>
                    <a:pt x="12494" y="8451"/>
                  </a:lnTo>
                  <a:lnTo>
                    <a:pt x="12494" y="845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63" name="Group 97"/>
          <p:cNvGrpSpPr/>
          <p:nvPr/>
        </p:nvGrpSpPr>
        <p:grpSpPr>
          <a:xfrm>
            <a:off x="4862880" y="1492560"/>
            <a:ext cx="358920" cy="376560"/>
            <a:chOff x="4862880" y="1492560"/>
            <a:chExt cx="358920" cy="376560"/>
          </a:xfrm>
        </p:grpSpPr>
        <p:sp>
          <p:nvSpPr>
            <p:cNvPr id="1264" name="CustomShape 98"/>
            <p:cNvSpPr/>
            <p:nvPr/>
          </p:nvSpPr>
          <p:spPr>
            <a:xfrm>
              <a:off x="4862880" y="1538640"/>
              <a:ext cx="316440" cy="316440"/>
            </a:xfrm>
            <a:custGeom>
              <a:avLst/>
              <a:gdLst/>
              <a:ahLst/>
              <a:rect l="l" t="t" r="r" b="b"/>
              <a:pathLst>
                <a:path w="15077" h="15077">
                  <a:moveTo>
                    <a:pt x="11813" y="1340"/>
                  </a:moveTo>
                  <a:lnTo>
                    <a:pt x="11813" y="1340"/>
                  </a:lnTo>
                  <a:lnTo>
                    <a:pt x="11350" y="1024"/>
                  </a:lnTo>
                  <a:lnTo>
                    <a:pt x="10863" y="780"/>
                  </a:lnTo>
                  <a:lnTo>
                    <a:pt x="10351" y="537"/>
                  </a:lnTo>
                  <a:lnTo>
                    <a:pt x="9816" y="342"/>
                  </a:lnTo>
                  <a:lnTo>
                    <a:pt x="9280" y="196"/>
                  </a:lnTo>
                  <a:lnTo>
                    <a:pt x="8720" y="98"/>
                  </a:lnTo>
                  <a:lnTo>
                    <a:pt x="8135" y="25"/>
                  </a:lnTo>
                  <a:lnTo>
                    <a:pt x="7551" y="1"/>
                  </a:lnTo>
                  <a:lnTo>
                    <a:pt x="7551" y="1"/>
                  </a:lnTo>
                  <a:lnTo>
                    <a:pt x="7161" y="1"/>
                  </a:lnTo>
                  <a:lnTo>
                    <a:pt x="6771" y="50"/>
                  </a:lnTo>
                  <a:lnTo>
                    <a:pt x="6406" y="98"/>
                  </a:lnTo>
                  <a:lnTo>
                    <a:pt x="6041" y="147"/>
                  </a:lnTo>
                  <a:lnTo>
                    <a:pt x="5675" y="244"/>
                  </a:lnTo>
                  <a:lnTo>
                    <a:pt x="5310" y="342"/>
                  </a:lnTo>
                  <a:lnTo>
                    <a:pt x="4969" y="464"/>
                  </a:lnTo>
                  <a:lnTo>
                    <a:pt x="4628" y="585"/>
                  </a:lnTo>
                  <a:lnTo>
                    <a:pt x="4287" y="731"/>
                  </a:lnTo>
                  <a:lnTo>
                    <a:pt x="3970" y="902"/>
                  </a:lnTo>
                  <a:lnTo>
                    <a:pt x="3654" y="1097"/>
                  </a:lnTo>
                  <a:lnTo>
                    <a:pt x="3337" y="1292"/>
                  </a:lnTo>
                  <a:lnTo>
                    <a:pt x="3045" y="1486"/>
                  </a:lnTo>
                  <a:lnTo>
                    <a:pt x="2753" y="1730"/>
                  </a:lnTo>
                  <a:lnTo>
                    <a:pt x="2485" y="1949"/>
                  </a:lnTo>
                  <a:lnTo>
                    <a:pt x="2217" y="2217"/>
                  </a:lnTo>
                  <a:lnTo>
                    <a:pt x="1973" y="2461"/>
                  </a:lnTo>
                  <a:lnTo>
                    <a:pt x="1730" y="2753"/>
                  </a:lnTo>
                  <a:lnTo>
                    <a:pt x="1510" y="3021"/>
                  </a:lnTo>
                  <a:lnTo>
                    <a:pt x="1291" y="3313"/>
                  </a:lnTo>
                  <a:lnTo>
                    <a:pt x="1096" y="3630"/>
                  </a:lnTo>
                  <a:lnTo>
                    <a:pt x="926" y="3946"/>
                  </a:lnTo>
                  <a:lnTo>
                    <a:pt x="755" y="4263"/>
                  </a:lnTo>
                  <a:lnTo>
                    <a:pt x="609" y="4604"/>
                  </a:lnTo>
                  <a:lnTo>
                    <a:pt x="463" y="4945"/>
                  </a:lnTo>
                  <a:lnTo>
                    <a:pt x="341" y="5286"/>
                  </a:lnTo>
                  <a:lnTo>
                    <a:pt x="244" y="5651"/>
                  </a:lnTo>
                  <a:lnTo>
                    <a:pt x="171" y="6016"/>
                  </a:lnTo>
                  <a:lnTo>
                    <a:pt x="98" y="6382"/>
                  </a:lnTo>
                  <a:lnTo>
                    <a:pt x="49" y="6771"/>
                  </a:lnTo>
                  <a:lnTo>
                    <a:pt x="25" y="7137"/>
                  </a:lnTo>
                  <a:lnTo>
                    <a:pt x="0" y="7526"/>
                  </a:lnTo>
                  <a:lnTo>
                    <a:pt x="0" y="7526"/>
                  </a:lnTo>
                  <a:lnTo>
                    <a:pt x="25" y="7916"/>
                  </a:lnTo>
                  <a:lnTo>
                    <a:pt x="49" y="8306"/>
                  </a:lnTo>
                  <a:lnTo>
                    <a:pt x="98" y="8671"/>
                  </a:lnTo>
                  <a:lnTo>
                    <a:pt x="171" y="9061"/>
                  </a:lnTo>
                  <a:lnTo>
                    <a:pt x="244" y="9426"/>
                  </a:lnTo>
                  <a:lnTo>
                    <a:pt x="341" y="9767"/>
                  </a:lnTo>
                  <a:lnTo>
                    <a:pt x="463" y="10132"/>
                  </a:lnTo>
                  <a:lnTo>
                    <a:pt x="609" y="10473"/>
                  </a:lnTo>
                  <a:lnTo>
                    <a:pt x="755" y="10790"/>
                  </a:lnTo>
                  <a:lnTo>
                    <a:pt x="926" y="11131"/>
                  </a:lnTo>
                  <a:lnTo>
                    <a:pt x="1096" y="11448"/>
                  </a:lnTo>
                  <a:lnTo>
                    <a:pt x="1291" y="11740"/>
                  </a:lnTo>
                  <a:lnTo>
                    <a:pt x="1510" y="12032"/>
                  </a:lnTo>
                  <a:lnTo>
                    <a:pt x="1730" y="12324"/>
                  </a:lnTo>
                  <a:lnTo>
                    <a:pt x="1973" y="12592"/>
                  </a:lnTo>
                  <a:lnTo>
                    <a:pt x="2217" y="12860"/>
                  </a:lnTo>
                  <a:lnTo>
                    <a:pt x="2485" y="13104"/>
                  </a:lnTo>
                  <a:lnTo>
                    <a:pt x="2753" y="13347"/>
                  </a:lnTo>
                  <a:lnTo>
                    <a:pt x="3045" y="13567"/>
                  </a:lnTo>
                  <a:lnTo>
                    <a:pt x="3337" y="13786"/>
                  </a:lnTo>
                  <a:lnTo>
                    <a:pt x="3654" y="13981"/>
                  </a:lnTo>
                  <a:lnTo>
                    <a:pt x="3970" y="14151"/>
                  </a:lnTo>
                  <a:lnTo>
                    <a:pt x="4287" y="14322"/>
                  </a:lnTo>
                  <a:lnTo>
                    <a:pt x="4628" y="14468"/>
                  </a:lnTo>
                  <a:lnTo>
                    <a:pt x="4969" y="14614"/>
                  </a:lnTo>
                  <a:lnTo>
                    <a:pt x="5310" y="14736"/>
                  </a:lnTo>
                  <a:lnTo>
                    <a:pt x="5675" y="14833"/>
                  </a:lnTo>
                  <a:lnTo>
                    <a:pt x="6041" y="14906"/>
                  </a:lnTo>
                  <a:lnTo>
                    <a:pt x="6406" y="14979"/>
                  </a:lnTo>
                  <a:lnTo>
                    <a:pt x="6771" y="15028"/>
                  </a:lnTo>
                  <a:lnTo>
                    <a:pt x="7161" y="15052"/>
                  </a:lnTo>
                  <a:lnTo>
                    <a:pt x="7551" y="15077"/>
                  </a:lnTo>
                  <a:lnTo>
                    <a:pt x="7551" y="15077"/>
                  </a:lnTo>
                  <a:lnTo>
                    <a:pt x="7940" y="15052"/>
                  </a:lnTo>
                  <a:lnTo>
                    <a:pt x="8306" y="15028"/>
                  </a:lnTo>
                  <a:lnTo>
                    <a:pt x="8695" y="14979"/>
                  </a:lnTo>
                  <a:lnTo>
                    <a:pt x="9061" y="14906"/>
                  </a:lnTo>
                  <a:lnTo>
                    <a:pt x="9426" y="14833"/>
                  </a:lnTo>
                  <a:lnTo>
                    <a:pt x="9791" y="14736"/>
                  </a:lnTo>
                  <a:lnTo>
                    <a:pt x="10132" y="14614"/>
                  </a:lnTo>
                  <a:lnTo>
                    <a:pt x="10473" y="14468"/>
                  </a:lnTo>
                  <a:lnTo>
                    <a:pt x="10814" y="14322"/>
                  </a:lnTo>
                  <a:lnTo>
                    <a:pt x="11131" y="14151"/>
                  </a:lnTo>
                  <a:lnTo>
                    <a:pt x="11447" y="13981"/>
                  </a:lnTo>
                  <a:lnTo>
                    <a:pt x="11764" y="13786"/>
                  </a:lnTo>
                  <a:lnTo>
                    <a:pt x="12056" y="13567"/>
                  </a:lnTo>
                  <a:lnTo>
                    <a:pt x="12348" y="13347"/>
                  </a:lnTo>
                  <a:lnTo>
                    <a:pt x="12616" y="13104"/>
                  </a:lnTo>
                  <a:lnTo>
                    <a:pt x="12884" y="12860"/>
                  </a:lnTo>
                  <a:lnTo>
                    <a:pt x="13128" y="12592"/>
                  </a:lnTo>
                  <a:lnTo>
                    <a:pt x="13371" y="12324"/>
                  </a:lnTo>
                  <a:lnTo>
                    <a:pt x="13591" y="12032"/>
                  </a:lnTo>
                  <a:lnTo>
                    <a:pt x="13785" y="11740"/>
                  </a:lnTo>
                  <a:lnTo>
                    <a:pt x="13980" y="11448"/>
                  </a:lnTo>
                  <a:lnTo>
                    <a:pt x="14175" y="11131"/>
                  </a:lnTo>
                  <a:lnTo>
                    <a:pt x="14346" y="10790"/>
                  </a:lnTo>
                  <a:lnTo>
                    <a:pt x="14492" y="10473"/>
                  </a:lnTo>
                  <a:lnTo>
                    <a:pt x="14613" y="10132"/>
                  </a:lnTo>
                  <a:lnTo>
                    <a:pt x="14735" y="9767"/>
                  </a:lnTo>
                  <a:lnTo>
                    <a:pt x="14857" y="9426"/>
                  </a:lnTo>
                  <a:lnTo>
                    <a:pt x="14930" y="9061"/>
                  </a:lnTo>
                  <a:lnTo>
                    <a:pt x="15003" y="8671"/>
                  </a:lnTo>
                  <a:lnTo>
                    <a:pt x="15052" y="8306"/>
                  </a:lnTo>
                  <a:lnTo>
                    <a:pt x="15076" y="7916"/>
                  </a:lnTo>
                  <a:lnTo>
                    <a:pt x="15076" y="7526"/>
                  </a:lnTo>
                  <a:lnTo>
                    <a:pt x="15076" y="7526"/>
                  </a:lnTo>
                  <a:lnTo>
                    <a:pt x="15052" y="6918"/>
                  </a:lnTo>
                  <a:lnTo>
                    <a:pt x="14979" y="6309"/>
                  </a:lnTo>
                  <a:lnTo>
                    <a:pt x="14857" y="5724"/>
                  </a:lnTo>
                  <a:lnTo>
                    <a:pt x="14687" y="5164"/>
                  </a:lnTo>
                  <a:lnTo>
                    <a:pt x="14492" y="4604"/>
                  </a:lnTo>
                  <a:lnTo>
                    <a:pt x="14248" y="4068"/>
                  </a:lnTo>
                  <a:lnTo>
                    <a:pt x="13956" y="3581"/>
                  </a:lnTo>
                  <a:lnTo>
                    <a:pt x="13615" y="309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5" name="CustomShape 99"/>
            <p:cNvSpPr/>
            <p:nvPr/>
          </p:nvSpPr>
          <p:spPr>
            <a:xfrm>
              <a:off x="4903920" y="1579680"/>
              <a:ext cx="234720" cy="234720"/>
            </a:xfrm>
            <a:custGeom>
              <a:avLst/>
              <a:gdLst/>
              <a:ahLst/>
              <a:rect l="l" t="t" r="r" b="b"/>
              <a:pathLst>
                <a:path w="11180" h="11180">
                  <a:moveTo>
                    <a:pt x="10181" y="2387"/>
                  </a:moveTo>
                  <a:lnTo>
                    <a:pt x="10181" y="2387"/>
                  </a:lnTo>
                  <a:lnTo>
                    <a:pt x="10400" y="2728"/>
                  </a:lnTo>
                  <a:lnTo>
                    <a:pt x="10595" y="3093"/>
                  </a:lnTo>
                  <a:lnTo>
                    <a:pt x="10766" y="3483"/>
                  </a:lnTo>
                  <a:lnTo>
                    <a:pt x="10912" y="3873"/>
                  </a:lnTo>
                  <a:lnTo>
                    <a:pt x="11034" y="4287"/>
                  </a:lnTo>
                  <a:lnTo>
                    <a:pt x="11107" y="4701"/>
                  </a:lnTo>
                  <a:lnTo>
                    <a:pt x="11180" y="5139"/>
                  </a:lnTo>
                  <a:lnTo>
                    <a:pt x="11180" y="5577"/>
                  </a:lnTo>
                  <a:lnTo>
                    <a:pt x="11180" y="5577"/>
                  </a:lnTo>
                  <a:lnTo>
                    <a:pt x="11155" y="6162"/>
                  </a:lnTo>
                  <a:lnTo>
                    <a:pt x="11082" y="6722"/>
                  </a:lnTo>
                  <a:lnTo>
                    <a:pt x="10936" y="7234"/>
                  </a:lnTo>
                  <a:lnTo>
                    <a:pt x="10741" y="7769"/>
                  </a:lnTo>
                  <a:lnTo>
                    <a:pt x="10522" y="8257"/>
                  </a:lnTo>
                  <a:lnTo>
                    <a:pt x="10230" y="8695"/>
                  </a:lnTo>
                  <a:lnTo>
                    <a:pt x="9913" y="9133"/>
                  </a:lnTo>
                  <a:lnTo>
                    <a:pt x="9548" y="9523"/>
                  </a:lnTo>
                  <a:lnTo>
                    <a:pt x="9158" y="9888"/>
                  </a:lnTo>
                  <a:lnTo>
                    <a:pt x="8720" y="10205"/>
                  </a:lnTo>
                  <a:lnTo>
                    <a:pt x="8257" y="10497"/>
                  </a:lnTo>
                  <a:lnTo>
                    <a:pt x="7770" y="10741"/>
                  </a:lnTo>
                  <a:lnTo>
                    <a:pt x="7259" y="10911"/>
                  </a:lnTo>
                  <a:lnTo>
                    <a:pt x="6723" y="11057"/>
                  </a:lnTo>
                  <a:lnTo>
                    <a:pt x="6163" y="11155"/>
                  </a:lnTo>
                  <a:lnTo>
                    <a:pt x="5603" y="11179"/>
                  </a:lnTo>
                  <a:lnTo>
                    <a:pt x="5603" y="11179"/>
                  </a:lnTo>
                  <a:lnTo>
                    <a:pt x="5018" y="11155"/>
                  </a:lnTo>
                  <a:lnTo>
                    <a:pt x="4482" y="11057"/>
                  </a:lnTo>
                  <a:lnTo>
                    <a:pt x="3946" y="10911"/>
                  </a:lnTo>
                  <a:lnTo>
                    <a:pt x="3435" y="10741"/>
                  </a:lnTo>
                  <a:lnTo>
                    <a:pt x="2948" y="10497"/>
                  </a:lnTo>
                  <a:lnTo>
                    <a:pt x="2485" y="10205"/>
                  </a:lnTo>
                  <a:lnTo>
                    <a:pt x="2047" y="9888"/>
                  </a:lnTo>
                  <a:lnTo>
                    <a:pt x="1657" y="9523"/>
                  </a:lnTo>
                  <a:lnTo>
                    <a:pt x="1292" y="9133"/>
                  </a:lnTo>
                  <a:lnTo>
                    <a:pt x="975" y="8695"/>
                  </a:lnTo>
                  <a:lnTo>
                    <a:pt x="683" y="8257"/>
                  </a:lnTo>
                  <a:lnTo>
                    <a:pt x="464" y="7769"/>
                  </a:lnTo>
                  <a:lnTo>
                    <a:pt x="269" y="7234"/>
                  </a:lnTo>
                  <a:lnTo>
                    <a:pt x="123" y="6722"/>
                  </a:lnTo>
                  <a:lnTo>
                    <a:pt x="50" y="6162"/>
                  </a:lnTo>
                  <a:lnTo>
                    <a:pt x="1" y="5577"/>
                  </a:lnTo>
                  <a:lnTo>
                    <a:pt x="1" y="5577"/>
                  </a:lnTo>
                  <a:lnTo>
                    <a:pt x="50" y="5017"/>
                  </a:lnTo>
                  <a:lnTo>
                    <a:pt x="123" y="4457"/>
                  </a:lnTo>
                  <a:lnTo>
                    <a:pt x="269" y="3921"/>
                  </a:lnTo>
                  <a:lnTo>
                    <a:pt x="464" y="3410"/>
                  </a:lnTo>
                  <a:lnTo>
                    <a:pt x="683" y="2923"/>
                  </a:lnTo>
                  <a:lnTo>
                    <a:pt x="975" y="2460"/>
                  </a:lnTo>
                  <a:lnTo>
                    <a:pt x="1292" y="2046"/>
                  </a:lnTo>
                  <a:lnTo>
                    <a:pt x="1657" y="1632"/>
                  </a:lnTo>
                  <a:lnTo>
                    <a:pt x="2047" y="1267"/>
                  </a:lnTo>
                  <a:lnTo>
                    <a:pt x="2485" y="950"/>
                  </a:lnTo>
                  <a:lnTo>
                    <a:pt x="2948" y="682"/>
                  </a:lnTo>
                  <a:lnTo>
                    <a:pt x="3435" y="439"/>
                  </a:lnTo>
                  <a:lnTo>
                    <a:pt x="3946" y="244"/>
                  </a:lnTo>
                  <a:lnTo>
                    <a:pt x="4482" y="122"/>
                  </a:lnTo>
                  <a:lnTo>
                    <a:pt x="5018" y="25"/>
                  </a:lnTo>
                  <a:lnTo>
                    <a:pt x="5603" y="0"/>
                  </a:lnTo>
                  <a:lnTo>
                    <a:pt x="5603" y="0"/>
                  </a:lnTo>
                  <a:lnTo>
                    <a:pt x="6041" y="25"/>
                  </a:lnTo>
                  <a:lnTo>
                    <a:pt x="6479" y="73"/>
                  </a:lnTo>
                  <a:lnTo>
                    <a:pt x="6893" y="146"/>
                  </a:lnTo>
                  <a:lnTo>
                    <a:pt x="7307" y="268"/>
                  </a:lnTo>
                  <a:lnTo>
                    <a:pt x="7697" y="414"/>
                  </a:lnTo>
                  <a:lnTo>
                    <a:pt x="8087" y="585"/>
                  </a:lnTo>
                  <a:lnTo>
                    <a:pt x="8452" y="780"/>
                  </a:lnTo>
                  <a:lnTo>
                    <a:pt x="8793" y="99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6" name="CustomShape 100"/>
            <p:cNvSpPr/>
            <p:nvPr/>
          </p:nvSpPr>
          <p:spPr>
            <a:xfrm>
              <a:off x="4985640" y="1661400"/>
              <a:ext cx="70920" cy="70920"/>
            </a:xfrm>
            <a:custGeom>
              <a:avLst/>
              <a:gdLst/>
              <a:ahLst/>
              <a:rect l="l" t="t" r="r" b="b"/>
              <a:pathLst>
                <a:path w="3386" h="3386">
                  <a:moveTo>
                    <a:pt x="3362" y="1388"/>
                  </a:moveTo>
                  <a:lnTo>
                    <a:pt x="3362" y="1388"/>
                  </a:lnTo>
                  <a:lnTo>
                    <a:pt x="3386" y="1680"/>
                  </a:lnTo>
                  <a:lnTo>
                    <a:pt x="3386" y="1680"/>
                  </a:lnTo>
                  <a:lnTo>
                    <a:pt x="3386" y="1851"/>
                  </a:lnTo>
                  <a:lnTo>
                    <a:pt x="3362" y="2021"/>
                  </a:lnTo>
                  <a:lnTo>
                    <a:pt x="3313" y="2192"/>
                  </a:lnTo>
                  <a:lnTo>
                    <a:pt x="3264" y="2338"/>
                  </a:lnTo>
                  <a:lnTo>
                    <a:pt x="3191" y="2484"/>
                  </a:lnTo>
                  <a:lnTo>
                    <a:pt x="3118" y="2630"/>
                  </a:lnTo>
                  <a:lnTo>
                    <a:pt x="3021" y="2776"/>
                  </a:lnTo>
                  <a:lnTo>
                    <a:pt x="2899" y="2898"/>
                  </a:lnTo>
                  <a:lnTo>
                    <a:pt x="2777" y="2996"/>
                  </a:lnTo>
                  <a:lnTo>
                    <a:pt x="2655" y="3093"/>
                  </a:lnTo>
                  <a:lnTo>
                    <a:pt x="2509" y="3191"/>
                  </a:lnTo>
                  <a:lnTo>
                    <a:pt x="2363" y="3239"/>
                  </a:lnTo>
                  <a:lnTo>
                    <a:pt x="2217" y="3312"/>
                  </a:lnTo>
                  <a:lnTo>
                    <a:pt x="2046" y="3337"/>
                  </a:lnTo>
                  <a:lnTo>
                    <a:pt x="1876" y="3385"/>
                  </a:lnTo>
                  <a:lnTo>
                    <a:pt x="1706" y="3385"/>
                  </a:lnTo>
                  <a:lnTo>
                    <a:pt x="1706" y="3385"/>
                  </a:lnTo>
                  <a:lnTo>
                    <a:pt x="1535" y="3385"/>
                  </a:lnTo>
                  <a:lnTo>
                    <a:pt x="1365" y="3337"/>
                  </a:lnTo>
                  <a:lnTo>
                    <a:pt x="1194" y="3312"/>
                  </a:lnTo>
                  <a:lnTo>
                    <a:pt x="1048" y="3239"/>
                  </a:lnTo>
                  <a:lnTo>
                    <a:pt x="902" y="3191"/>
                  </a:lnTo>
                  <a:lnTo>
                    <a:pt x="756" y="3093"/>
                  </a:lnTo>
                  <a:lnTo>
                    <a:pt x="634" y="2996"/>
                  </a:lnTo>
                  <a:lnTo>
                    <a:pt x="512" y="2898"/>
                  </a:lnTo>
                  <a:lnTo>
                    <a:pt x="390" y="2776"/>
                  </a:lnTo>
                  <a:lnTo>
                    <a:pt x="293" y="2630"/>
                  </a:lnTo>
                  <a:lnTo>
                    <a:pt x="220" y="2484"/>
                  </a:lnTo>
                  <a:lnTo>
                    <a:pt x="147" y="2338"/>
                  </a:lnTo>
                  <a:lnTo>
                    <a:pt x="74" y="2192"/>
                  </a:lnTo>
                  <a:lnTo>
                    <a:pt x="49" y="2021"/>
                  </a:lnTo>
                  <a:lnTo>
                    <a:pt x="25" y="1851"/>
                  </a:lnTo>
                  <a:lnTo>
                    <a:pt x="1" y="1680"/>
                  </a:lnTo>
                  <a:lnTo>
                    <a:pt x="1" y="1680"/>
                  </a:lnTo>
                  <a:lnTo>
                    <a:pt x="25" y="1510"/>
                  </a:lnTo>
                  <a:lnTo>
                    <a:pt x="49" y="1340"/>
                  </a:lnTo>
                  <a:lnTo>
                    <a:pt x="74" y="1193"/>
                  </a:lnTo>
                  <a:lnTo>
                    <a:pt x="147" y="1023"/>
                  </a:lnTo>
                  <a:lnTo>
                    <a:pt x="220" y="877"/>
                  </a:lnTo>
                  <a:lnTo>
                    <a:pt x="293" y="731"/>
                  </a:lnTo>
                  <a:lnTo>
                    <a:pt x="390" y="609"/>
                  </a:lnTo>
                  <a:lnTo>
                    <a:pt x="512" y="487"/>
                  </a:lnTo>
                  <a:lnTo>
                    <a:pt x="634" y="390"/>
                  </a:lnTo>
                  <a:lnTo>
                    <a:pt x="756" y="292"/>
                  </a:lnTo>
                  <a:lnTo>
                    <a:pt x="902" y="195"/>
                  </a:lnTo>
                  <a:lnTo>
                    <a:pt x="1048" y="122"/>
                  </a:lnTo>
                  <a:lnTo>
                    <a:pt x="1194" y="73"/>
                  </a:lnTo>
                  <a:lnTo>
                    <a:pt x="1365" y="24"/>
                  </a:lnTo>
                  <a:lnTo>
                    <a:pt x="1535" y="0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998" y="2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7" name="CustomShape 101"/>
            <p:cNvSpPr/>
            <p:nvPr/>
          </p:nvSpPr>
          <p:spPr>
            <a:xfrm>
              <a:off x="4944960" y="1620720"/>
              <a:ext cx="152640" cy="152640"/>
            </a:xfrm>
            <a:custGeom>
              <a:avLst/>
              <a:gdLst/>
              <a:ahLst/>
              <a:rect l="l" t="t" r="r" b="b"/>
              <a:pathLst>
                <a:path w="7283" h="7283">
                  <a:moveTo>
                    <a:pt x="5431" y="463"/>
                  </a:moveTo>
                  <a:lnTo>
                    <a:pt x="5431" y="463"/>
                  </a:lnTo>
                  <a:lnTo>
                    <a:pt x="5042" y="269"/>
                  </a:lnTo>
                  <a:lnTo>
                    <a:pt x="4823" y="195"/>
                  </a:lnTo>
                  <a:lnTo>
                    <a:pt x="4603" y="122"/>
                  </a:lnTo>
                  <a:lnTo>
                    <a:pt x="4360" y="74"/>
                  </a:lnTo>
                  <a:lnTo>
                    <a:pt x="4141" y="25"/>
                  </a:lnTo>
                  <a:lnTo>
                    <a:pt x="3897" y="1"/>
                  </a:lnTo>
                  <a:lnTo>
                    <a:pt x="3654" y="1"/>
                  </a:lnTo>
                  <a:lnTo>
                    <a:pt x="3654" y="1"/>
                  </a:lnTo>
                  <a:lnTo>
                    <a:pt x="3288" y="25"/>
                  </a:lnTo>
                  <a:lnTo>
                    <a:pt x="2923" y="74"/>
                  </a:lnTo>
                  <a:lnTo>
                    <a:pt x="2558" y="147"/>
                  </a:lnTo>
                  <a:lnTo>
                    <a:pt x="2241" y="293"/>
                  </a:lnTo>
                  <a:lnTo>
                    <a:pt x="1924" y="439"/>
                  </a:lnTo>
                  <a:lnTo>
                    <a:pt x="1608" y="609"/>
                  </a:lnTo>
                  <a:lnTo>
                    <a:pt x="1340" y="829"/>
                  </a:lnTo>
                  <a:lnTo>
                    <a:pt x="1072" y="1072"/>
                  </a:lnTo>
                  <a:lnTo>
                    <a:pt x="828" y="1316"/>
                  </a:lnTo>
                  <a:lnTo>
                    <a:pt x="633" y="1608"/>
                  </a:lnTo>
                  <a:lnTo>
                    <a:pt x="439" y="1900"/>
                  </a:lnTo>
                  <a:lnTo>
                    <a:pt x="293" y="2217"/>
                  </a:lnTo>
                  <a:lnTo>
                    <a:pt x="171" y="2558"/>
                  </a:lnTo>
                  <a:lnTo>
                    <a:pt x="73" y="2899"/>
                  </a:lnTo>
                  <a:lnTo>
                    <a:pt x="25" y="3264"/>
                  </a:lnTo>
                  <a:lnTo>
                    <a:pt x="0" y="3629"/>
                  </a:lnTo>
                  <a:lnTo>
                    <a:pt x="0" y="3629"/>
                  </a:lnTo>
                  <a:lnTo>
                    <a:pt x="25" y="4019"/>
                  </a:lnTo>
                  <a:lnTo>
                    <a:pt x="73" y="4360"/>
                  </a:lnTo>
                  <a:lnTo>
                    <a:pt x="171" y="4725"/>
                  </a:lnTo>
                  <a:lnTo>
                    <a:pt x="293" y="5066"/>
                  </a:lnTo>
                  <a:lnTo>
                    <a:pt x="439" y="5383"/>
                  </a:lnTo>
                  <a:lnTo>
                    <a:pt x="633" y="5675"/>
                  </a:lnTo>
                  <a:lnTo>
                    <a:pt x="828" y="5943"/>
                  </a:lnTo>
                  <a:lnTo>
                    <a:pt x="1072" y="6211"/>
                  </a:lnTo>
                  <a:lnTo>
                    <a:pt x="1340" y="6455"/>
                  </a:lnTo>
                  <a:lnTo>
                    <a:pt x="1608" y="6650"/>
                  </a:lnTo>
                  <a:lnTo>
                    <a:pt x="1924" y="6844"/>
                  </a:lnTo>
                  <a:lnTo>
                    <a:pt x="2241" y="6990"/>
                  </a:lnTo>
                  <a:lnTo>
                    <a:pt x="2558" y="7112"/>
                  </a:lnTo>
                  <a:lnTo>
                    <a:pt x="2923" y="7210"/>
                  </a:lnTo>
                  <a:lnTo>
                    <a:pt x="3288" y="7258"/>
                  </a:lnTo>
                  <a:lnTo>
                    <a:pt x="3654" y="7283"/>
                  </a:lnTo>
                  <a:lnTo>
                    <a:pt x="3654" y="7283"/>
                  </a:lnTo>
                  <a:lnTo>
                    <a:pt x="4019" y="7258"/>
                  </a:lnTo>
                  <a:lnTo>
                    <a:pt x="4384" y="7210"/>
                  </a:lnTo>
                  <a:lnTo>
                    <a:pt x="4725" y="7112"/>
                  </a:lnTo>
                  <a:lnTo>
                    <a:pt x="5066" y="6990"/>
                  </a:lnTo>
                  <a:lnTo>
                    <a:pt x="5383" y="6844"/>
                  </a:lnTo>
                  <a:lnTo>
                    <a:pt x="5675" y="6650"/>
                  </a:lnTo>
                  <a:lnTo>
                    <a:pt x="5967" y="6455"/>
                  </a:lnTo>
                  <a:lnTo>
                    <a:pt x="6235" y="6211"/>
                  </a:lnTo>
                  <a:lnTo>
                    <a:pt x="6454" y="5943"/>
                  </a:lnTo>
                  <a:lnTo>
                    <a:pt x="6674" y="5675"/>
                  </a:lnTo>
                  <a:lnTo>
                    <a:pt x="6844" y="5383"/>
                  </a:lnTo>
                  <a:lnTo>
                    <a:pt x="7014" y="5066"/>
                  </a:lnTo>
                  <a:lnTo>
                    <a:pt x="7136" y="4725"/>
                  </a:lnTo>
                  <a:lnTo>
                    <a:pt x="7209" y="4360"/>
                  </a:lnTo>
                  <a:lnTo>
                    <a:pt x="7282" y="4019"/>
                  </a:lnTo>
                  <a:lnTo>
                    <a:pt x="7282" y="3629"/>
                  </a:lnTo>
                  <a:lnTo>
                    <a:pt x="7282" y="3629"/>
                  </a:lnTo>
                  <a:lnTo>
                    <a:pt x="7282" y="3386"/>
                  </a:lnTo>
                  <a:lnTo>
                    <a:pt x="7258" y="3167"/>
                  </a:lnTo>
                  <a:lnTo>
                    <a:pt x="7234" y="2923"/>
                  </a:lnTo>
                  <a:lnTo>
                    <a:pt x="7161" y="2704"/>
                  </a:lnTo>
                  <a:lnTo>
                    <a:pt x="7112" y="2485"/>
                  </a:lnTo>
                  <a:lnTo>
                    <a:pt x="7014" y="2266"/>
                  </a:lnTo>
                  <a:lnTo>
                    <a:pt x="6820" y="185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8" name="CustomShape 102"/>
            <p:cNvSpPr/>
            <p:nvPr/>
          </p:nvSpPr>
          <p:spPr>
            <a:xfrm>
              <a:off x="4871520" y="1810080"/>
              <a:ext cx="62640" cy="59040"/>
            </a:xfrm>
            <a:custGeom>
              <a:avLst/>
              <a:gdLst/>
              <a:ahLst/>
              <a:rect l="l" t="t" r="r" b="b"/>
              <a:pathLst>
                <a:path w="2997" h="2827">
                  <a:moveTo>
                    <a:pt x="1462" y="1"/>
                  </a:moveTo>
                  <a:lnTo>
                    <a:pt x="293" y="1170"/>
                  </a:lnTo>
                  <a:lnTo>
                    <a:pt x="293" y="1170"/>
                  </a:lnTo>
                  <a:lnTo>
                    <a:pt x="171" y="1316"/>
                  </a:lnTo>
                  <a:lnTo>
                    <a:pt x="74" y="1487"/>
                  </a:lnTo>
                  <a:lnTo>
                    <a:pt x="25" y="1657"/>
                  </a:lnTo>
                  <a:lnTo>
                    <a:pt x="1" y="1852"/>
                  </a:lnTo>
                  <a:lnTo>
                    <a:pt x="25" y="2047"/>
                  </a:lnTo>
                  <a:lnTo>
                    <a:pt x="74" y="2217"/>
                  </a:lnTo>
                  <a:lnTo>
                    <a:pt x="171" y="2388"/>
                  </a:lnTo>
                  <a:lnTo>
                    <a:pt x="293" y="2534"/>
                  </a:lnTo>
                  <a:lnTo>
                    <a:pt x="293" y="2534"/>
                  </a:lnTo>
                  <a:lnTo>
                    <a:pt x="439" y="2656"/>
                  </a:lnTo>
                  <a:lnTo>
                    <a:pt x="609" y="2753"/>
                  </a:lnTo>
                  <a:lnTo>
                    <a:pt x="804" y="2802"/>
                  </a:lnTo>
                  <a:lnTo>
                    <a:pt x="975" y="2826"/>
                  </a:lnTo>
                  <a:lnTo>
                    <a:pt x="975" y="2826"/>
                  </a:lnTo>
                  <a:lnTo>
                    <a:pt x="1170" y="2802"/>
                  </a:lnTo>
                  <a:lnTo>
                    <a:pt x="1340" y="2753"/>
                  </a:lnTo>
                  <a:lnTo>
                    <a:pt x="1511" y="2656"/>
                  </a:lnTo>
                  <a:lnTo>
                    <a:pt x="1681" y="2534"/>
                  </a:lnTo>
                  <a:lnTo>
                    <a:pt x="2850" y="1365"/>
                  </a:lnTo>
                  <a:lnTo>
                    <a:pt x="2850" y="1365"/>
                  </a:lnTo>
                  <a:lnTo>
                    <a:pt x="2996" y="119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9" name="CustomShape 103"/>
            <p:cNvSpPr/>
            <p:nvPr/>
          </p:nvSpPr>
          <p:spPr>
            <a:xfrm>
              <a:off x="5108760" y="1810080"/>
              <a:ext cx="62280" cy="59040"/>
            </a:xfrm>
            <a:custGeom>
              <a:avLst/>
              <a:gdLst/>
              <a:ahLst/>
              <a:rect l="l" t="t" r="r" b="b"/>
              <a:pathLst>
                <a:path w="2973" h="2827">
                  <a:moveTo>
                    <a:pt x="1" y="1194"/>
                  </a:moveTo>
                  <a:lnTo>
                    <a:pt x="1" y="1194"/>
                  </a:lnTo>
                  <a:lnTo>
                    <a:pt x="123" y="1365"/>
                  </a:lnTo>
                  <a:lnTo>
                    <a:pt x="1316" y="2534"/>
                  </a:lnTo>
                  <a:lnTo>
                    <a:pt x="1316" y="2534"/>
                  </a:lnTo>
                  <a:lnTo>
                    <a:pt x="1462" y="2656"/>
                  </a:lnTo>
                  <a:lnTo>
                    <a:pt x="1633" y="2753"/>
                  </a:lnTo>
                  <a:lnTo>
                    <a:pt x="1827" y="2802"/>
                  </a:lnTo>
                  <a:lnTo>
                    <a:pt x="1998" y="2826"/>
                  </a:lnTo>
                  <a:lnTo>
                    <a:pt x="1998" y="2826"/>
                  </a:lnTo>
                  <a:lnTo>
                    <a:pt x="2193" y="2802"/>
                  </a:lnTo>
                  <a:lnTo>
                    <a:pt x="2363" y="2753"/>
                  </a:lnTo>
                  <a:lnTo>
                    <a:pt x="2534" y="2656"/>
                  </a:lnTo>
                  <a:lnTo>
                    <a:pt x="2704" y="2534"/>
                  </a:lnTo>
                  <a:lnTo>
                    <a:pt x="2704" y="2534"/>
                  </a:lnTo>
                  <a:lnTo>
                    <a:pt x="2826" y="2388"/>
                  </a:lnTo>
                  <a:lnTo>
                    <a:pt x="2923" y="2217"/>
                  </a:lnTo>
                  <a:lnTo>
                    <a:pt x="2972" y="2047"/>
                  </a:lnTo>
                  <a:lnTo>
                    <a:pt x="2972" y="1852"/>
                  </a:lnTo>
                  <a:lnTo>
                    <a:pt x="2972" y="1657"/>
                  </a:lnTo>
                  <a:lnTo>
                    <a:pt x="2923" y="1487"/>
                  </a:lnTo>
                  <a:lnTo>
                    <a:pt x="2826" y="1316"/>
                  </a:lnTo>
                  <a:lnTo>
                    <a:pt x="2704" y="1170"/>
                  </a:lnTo>
                  <a:lnTo>
                    <a:pt x="153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0" name="CustomShape 104"/>
            <p:cNvSpPr/>
            <p:nvPr/>
          </p:nvSpPr>
          <p:spPr>
            <a:xfrm>
              <a:off x="5011200" y="1492560"/>
              <a:ext cx="210600" cy="214200"/>
            </a:xfrm>
            <a:custGeom>
              <a:avLst/>
              <a:gdLst/>
              <a:ahLst/>
              <a:rect l="l" t="t" r="r" b="b"/>
              <a:pathLst>
                <a:path w="10035" h="10206">
                  <a:moveTo>
                    <a:pt x="9718" y="2412"/>
                  </a:moveTo>
                  <a:lnTo>
                    <a:pt x="8671" y="2217"/>
                  </a:lnTo>
                  <a:lnTo>
                    <a:pt x="9694" y="1194"/>
                  </a:lnTo>
                  <a:lnTo>
                    <a:pt x="9694" y="1194"/>
                  </a:lnTo>
                  <a:lnTo>
                    <a:pt x="9767" y="1121"/>
                  </a:lnTo>
                  <a:lnTo>
                    <a:pt x="9815" y="1024"/>
                  </a:lnTo>
                  <a:lnTo>
                    <a:pt x="9840" y="951"/>
                  </a:lnTo>
                  <a:lnTo>
                    <a:pt x="9840" y="853"/>
                  </a:lnTo>
                  <a:lnTo>
                    <a:pt x="9840" y="756"/>
                  </a:lnTo>
                  <a:lnTo>
                    <a:pt x="9815" y="658"/>
                  </a:lnTo>
                  <a:lnTo>
                    <a:pt x="9767" y="585"/>
                  </a:lnTo>
                  <a:lnTo>
                    <a:pt x="9694" y="512"/>
                  </a:lnTo>
                  <a:lnTo>
                    <a:pt x="9694" y="512"/>
                  </a:lnTo>
                  <a:lnTo>
                    <a:pt x="9621" y="439"/>
                  </a:lnTo>
                  <a:lnTo>
                    <a:pt x="9548" y="391"/>
                  </a:lnTo>
                  <a:lnTo>
                    <a:pt x="9450" y="366"/>
                  </a:lnTo>
                  <a:lnTo>
                    <a:pt x="9353" y="366"/>
                  </a:lnTo>
                  <a:lnTo>
                    <a:pt x="9255" y="366"/>
                  </a:lnTo>
                  <a:lnTo>
                    <a:pt x="9182" y="391"/>
                  </a:lnTo>
                  <a:lnTo>
                    <a:pt x="9085" y="439"/>
                  </a:lnTo>
                  <a:lnTo>
                    <a:pt x="9012" y="512"/>
                  </a:lnTo>
                  <a:lnTo>
                    <a:pt x="7867" y="1657"/>
                  </a:lnTo>
                  <a:lnTo>
                    <a:pt x="7867" y="1657"/>
                  </a:lnTo>
                  <a:lnTo>
                    <a:pt x="7818" y="1487"/>
                  </a:lnTo>
                  <a:lnTo>
                    <a:pt x="7599" y="317"/>
                  </a:lnTo>
                  <a:lnTo>
                    <a:pt x="7599" y="317"/>
                  </a:lnTo>
                  <a:lnTo>
                    <a:pt x="7575" y="196"/>
                  </a:lnTo>
                  <a:lnTo>
                    <a:pt x="7526" y="98"/>
                  </a:lnTo>
                  <a:lnTo>
                    <a:pt x="7477" y="50"/>
                  </a:lnTo>
                  <a:lnTo>
                    <a:pt x="7404" y="1"/>
                  </a:lnTo>
                  <a:lnTo>
                    <a:pt x="7331" y="1"/>
                  </a:lnTo>
                  <a:lnTo>
                    <a:pt x="7234" y="25"/>
                  </a:lnTo>
                  <a:lnTo>
                    <a:pt x="7161" y="74"/>
                  </a:lnTo>
                  <a:lnTo>
                    <a:pt x="7063" y="147"/>
                  </a:lnTo>
                  <a:lnTo>
                    <a:pt x="5432" y="1754"/>
                  </a:lnTo>
                  <a:lnTo>
                    <a:pt x="5432" y="1754"/>
                  </a:lnTo>
                  <a:lnTo>
                    <a:pt x="5358" y="1852"/>
                  </a:lnTo>
                  <a:lnTo>
                    <a:pt x="5285" y="1974"/>
                  </a:lnTo>
                  <a:lnTo>
                    <a:pt x="5212" y="2120"/>
                  </a:lnTo>
                  <a:lnTo>
                    <a:pt x="5164" y="2242"/>
                  </a:lnTo>
                  <a:lnTo>
                    <a:pt x="5139" y="2388"/>
                  </a:lnTo>
                  <a:lnTo>
                    <a:pt x="5115" y="2534"/>
                  </a:lnTo>
                  <a:lnTo>
                    <a:pt x="5115" y="2680"/>
                  </a:lnTo>
                  <a:lnTo>
                    <a:pt x="5115" y="2802"/>
                  </a:lnTo>
                  <a:lnTo>
                    <a:pt x="5334" y="3971"/>
                  </a:lnTo>
                  <a:lnTo>
                    <a:pt x="5334" y="3971"/>
                  </a:lnTo>
                  <a:lnTo>
                    <a:pt x="5383" y="4141"/>
                  </a:lnTo>
                  <a:lnTo>
                    <a:pt x="147" y="9378"/>
                  </a:lnTo>
                  <a:lnTo>
                    <a:pt x="147" y="9378"/>
                  </a:lnTo>
                  <a:lnTo>
                    <a:pt x="73" y="9451"/>
                  </a:lnTo>
                  <a:lnTo>
                    <a:pt x="25" y="9548"/>
                  </a:lnTo>
                  <a:lnTo>
                    <a:pt x="0" y="9645"/>
                  </a:lnTo>
                  <a:lnTo>
                    <a:pt x="0" y="9718"/>
                  </a:lnTo>
                  <a:lnTo>
                    <a:pt x="0" y="9816"/>
                  </a:lnTo>
                  <a:lnTo>
                    <a:pt x="25" y="9913"/>
                  </a:lnTo>
                  <a:lnTo>
                    <a:pt x="73" y="9986"/>
                  </a:lnTo>
                  <a:lnTo>
                    <a:pt x="147" y="10059"/>
                  </a:lnTo>
                  <a:lnTo>
                    <a:pt x="147" y="10059"/>
                  </a:lnTo>
                  <a:lnTo>
                    <a:pt x="220" y="10133"/>
                  </a:lnTo>
                  <a:lnTo>
                    <a:pt x="293" y="10181"/>
                  </a:lnTo>
                  <a:lnTo>
                    <a:pt x="390" y="10206"/>
                  </a:lnTo>
                  <a:lnTo>
                    <a:pt x="488" y="10206"/>
                  </a:lnTo>
                  <a:lnTo>
                    <a:pt x="488" y="10206"/>
                  </a:lnTo>
                  <a:lnTo>
                    <a:pt x="585" y="10206"/>
                  </a:lnTo>
                  <a:lnTo>
                    <a:pt x="658" y="10181"/>
                  </a:lnTo>
                  <a:lnTo>
                    <a:pt x="755" y="10133"/>
                  </a:lnTo>
                  <a:lnTo>
                    <a:pt x="828" y="10059"/>
                  </a:lnTo>
                  <a:lnTo>
                    <a:pt x="6187" y="4726"/>
                  </a:lnTo>
                  <a:lnTo>
                    <a:pt x="7234" y="4896"/>
                  </a:lnTo>
                  <a:lnTo>
                    <a:pt x="7234" y="4896"/>
                  </a:lnTo>
                  <a:lnTo>
                    <a:pt x="7356" y="4921"/>
                  </a:lnTo>
                  <a:lnTo>
                    <a:pt x="7502" y="4921"/>
                  </a:lnTo>
                  <a:lnTo>
                    <a:pt x="7624" y="4896"/>
                  </a:lnTo>
                  <a:lnTo>
                    <a:pt x="7770" y="4848"/>
                  </a:lnTo>
                  <a:lnTo>
                    <a:pt x="7916" y="4799"/>
                  </a:lnTo>
                  <a:lnTo>
                    <a:pt x="8038" y="4750"/>
                  </a:lnTo>
                  <a:lnTo>
                    <a:pt x="8159" y="4677"/>
                  </a:lnTo>
                  <a:lnTo>
                    <a:pt x="8257" y="4580"/>
                  </a:lnTo>
                  <a:lnTo>
                    <a:pt x="9889" y="2948"/>
                  </a:lnTo>
                  <a:lnTo>
                    <a:pt x="9889" y="2948"/>
                  </a:lnTo>
                  <a:lnTo>
                    <a:pt x="9962" y="2875"/>
                  </a:lnTo>
                  <a:lnTo>
                    <a:pt x="10010" y="2777"/>
                  </a:lnTo>
                  <a:lnTo>
                    <a:pt x="10035" y="2704"/>
                  </a:lnTo>
                  <a:lnTo>
                    <a:pt x="10010" y="2607"/>
                  </a:lnTo>
                  <a:lnTo>
                    <a:pt x="9986" y="2558"/>
                  </a:lnTo>
                  <a:lnTo>
                    <a:pt x="9913" y="2485"/>
                  </a:lnTo>
                  <a:lnTo>
                    <a:pt x="9815" y="2436"/>
                  </a:lnTo>
                  <a:lnTo>
                    <a:pt x="9718" y="2412"/>
                  </a:lnTo>
                  <a:lnTo>
                    <a:pt x="9718" y="241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71" name="Group 105"/>
          <p:cNvGrpSpPr/>
          <p:nvPr/>
        </p:nvGrpSpPr>
        <p:grpSpPr>
          <a:xfrm>
            <a:off x="5415480" y="1502280"/>
            <a:ext cx="383400" cy="362880"/>
            <a:chOff x="5415480" y="1502280"/>
            <a:chExt cx="383400" cy="362880"/>
          </a:xfrm>
        </p:grpSpPr>
        <p:sp>
          <p:nvSpPr>
            <p:cNvPr id="1272" name="CustomShape 106"/>
            <p:cNvSpPr/>
            <p:nvPr/>
          </p:nvSpPr>
          <p:spPr>
            <a:xfrm>
              <a:off x="5453640" y="1728000"/>
              <a:ext cx="98280" cy="137160"/>
            </a:xfrm>
            <a:custGeom>
              <a:avLst/>
              <a:gdLst/>
              <a:ahLst/>
              <a:rect l="l" t="t" r="r" b="b"/>
              <a:pathLst>
                <a:path w="4701" h="6552">
                  <a:moveTo>
                    <a:pt x="0" y="0"/>
                  </a:moveTo>
                  <a:lnTo>
                    <a:pt x="512" y="6016"/>
                  </a:lnTo>
                  <a:lnTo>
                    <a:pt x="512" y="6016"/>
                  </a:lnTo>
                  <a:lnTo>
                    <a:pt x="536" y="6138"/>
                  </a:lnTo>
                  <a:lnTo>
                    <a:pt x="585" y="6235"/>
                  </a:lnTo>
                  <a:lnTo>
                    <a:pt x="633" y="6332"/>
                  </a:lnTo>
                  <a:lnTo>
                    <a:pt x="706" y="6406"/>
                  </a:lnTo>
                  <a:lnTo>
                    <a:pt x="804" y="6454"/>
                  </a:lnTo>
                  <a:lnTo>
                    <a:pt x="877" y="6503"/>
                  </a:lnTo>
                  <a:lnTo>
                    <a:pt x="999" y="6552"/>
                  </a:lnTo>
                  <a:lnTo>
                    <a:pt x="1096" y="6552"/>
                  </a:lnTo>
                  <a:lnTo>
                    <a:pt x="4116" y="6552"/>
                  </a:lnTo>
                  <a:lnTo>
                    <a:pt x="4116" y="6552"/>
                  </a:lnTo>
                  <a:lnTo>
                    <a:pt x="4238" y="6527"/>
                  </a:lnTo>
                  <a:lnTo>
                    <a:pt x="4360" y="6503"/>
                  </a:lnTo>
                  <a:lnTo>
                    <a:pt x="4457" y="6430"/>
                  </a:lnTo>
                  <a:lnTo>
                    <a:pt x="4554" y="6332"/>
                  </a:lnTo>
                  <a:lnTo>
                    <a:pt x="4554" y="6332"/>
                  </a:lnTo>
                  <a:lnTo>
                    <a:pt x="4628" y="6235"/>
                  </a:lnTo>
                  <a:lnTo>
                    <a:pt x="4676" y="6113"/>
                  </a:lnTo>
                  <a:lnTo>
                    <a:pt x="4701" y="5991"/>
                  </a:lnTo>
                  <a:lnTo>
                    <a:pt x="4676" y="5845"/>
                  </a:lnTo>
                  <a:lnTo>
                    <a:pt x="3678" y="9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3" name="CustomShape 107"/>
            <p:cNvSpPr/>
            <p:nvPr/>
          </p:nvSpPr>
          <p:spPr>
            <a:xfrm>
              <a:off x="5774760" y="1620000"/>
              <a:ext cx="24120" cy="83160"/>
            </a:xfrm>
            <a:custGeom>
              <a:avLst/>
              <a:gdLst/>
              <a:ahLst/>
              <a:rect l="l" t="t" r="r" b="b"/>
              <a:pathLst>
                <a:path w="1170" h="3971">
                  <a:moveTo>
                    <a:pt x="1" y="3970"/>
                  </a:moveTo>
                  <a:lnTo>
                    <a:pt x="1" y="3970"/>
                  </a:lnTo>
                  <a:lnTo>
                    <a:pt x="245" y="3824"/>
                  </a:lnTo>
                  <a:lnTo>
                    <a:pt x="488" y="3629"/>
                  </a:lnTo>
                  <a:lnTo>
                    <a:pt x="683" y="3410"/>
                  </a:lnTo>
                  <a:lnTo>
                    <a:pt x="853" y="3166"/>
                  </a:lnTo>
                  <a:lnTo>
                    <a:pt x="1000" y="2898"/>
                  </a:lnTo>
                  <a:lnTo>
                    <a:pt x="1097" y="2606"/>
                  </a:lnTo>
                  <a:lnTo>
                    <a:pt x="1170" y="2314"/>
                  </a:lnTo>
                  <a:lnTo>
                    <a:pt x="1170" y="1997"/>
                  </a:lnTo>
                  <a:lnTo>
                    <a:pt x="1170" y="1997"/>
                  </a:lnTo>
                  <a:lnTo>
                    <a:pt x="1170" y="1681"/>
                  </a:lnTo>
                  <a:lnTo>
                    <a:pt x="1097" y="1364"/>
                  </a:lnTo>
                  <a:lnTo>
                    <a:pt x="1000" y="1096"/>
                  </a:lnTo>
                  <a:lnTo>
                    <a:pt x="853" y="828"/>
                  </a:lnTo>
                  <a:lnTo>
                    <a:pt x="683" y="585"/>
                  </a:lnTo>
                  <a:lnTo>
                    <a:pt x="488" y="366"/>
                  </a:lnTo>
                  <a:lnTo>
                    <a:pt x="245" y="171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4" name="CustomShape 108"/>
            <p:cNvSpPr/>
            <p:nvPr/>
          </p:nvSpPr>
          <p:spPr>
            <a:xfrm>
              <a:off x="5415480" y="1600200"/>
              <a:ext cx="81000" cy="123120"/>
            </a:xfrm>
            <a:custGeom>
              <a:avLst/>
              <a:gdLst/>
              <a:ahLst/>
              <a:rect l="l" t="t" r="r" b="b"/>
              <a:pathLst>
                <a:path w="3874" h="5870">
                  <a:moveTo>
                    <a:pt x="3873" y="0"/>
                  </a:moveTo>
                  <a:lnTo>
                    <a:pt x="3873" y="0"/>
                  </a:lnTo>
                  <a:lnTo>
                    <a:pt x="2704" y="0"/>
                  </a:lnTo>
                  <a:lnTo>
                    <a:pt x="1730" y="0"/>
                  </a:lnTo>
                  <a:lnTo>
                    <a:pt x="1730" y="0"/>
                  </a:lnTo>
                  <a:lnTo>
                    <a:pt x="1560" y="25"/>
                  </a:lnTo>
                  <a:lnTo>
                    <a:pt x="1413" y="49"/>
                  </a:lnTo>
                  <a:lnTo>
                    <a:pt x="1243" y="98"/>
                  </a:lnTo>
                  <a:lnTo>
                    <a:pt x="1097" y="147"/>
                  </a:lnTo>
                  <a:lnTo>
                    <a:pt x="926" y="244"/>
                  </a:lnTo>
                  <a:lnTo>
                    <a:pt x="780" y="317"/>
                  </a:lnTo>
                  <a:lnTo>
                    <a:pt x="658" y="439"/>
                  </a:lnTo>
                  <a:lnTo>
                    <a:pt x="537" y="536"/>
                  </a:lnTo>
                  <a:lnTo>
                    <a:pt x="415" y="682"/>
                  </a:lnTo>
                  <a:lnTo>
                    <a:pt x="293" y="804"/>
                  </a:lnTo>
                  <a:lnTo>
                    <a:pt x="220" y="950"/>
                  </a:lnTo>
                  <a:lnTo>
                    <a:pt x="147" y="1096"/>
                  </a:lnTo>
                  <a:lnTo>
                    <a:pt x="74" y="1267"/>
                  </a:lnTo>
                  <a:lnTo>
                    <a:pt x="25" y="1437"/>
                  </a:lnTo>
                  <a:lnTo>
                    <a:pt x="1" y="1583"/>
                  </a:lnTo>
                  <a:lnTo>
                    <a:pt x="1" y="1754"/>
                  </a:lnTo>
                  <a:lnTo>
                    <a:pt x="1" y="4092"/>
                  </a:lnTo>
                  <a:lnTo>
                    <a:pt x="1" y="4092"/>
                  </a:lnTo>
                  <a:lnTo>
                    <a:pt x="1" y="4263"/>
                  </a:lnTo>
                  <a:lnTo>
                    <a:pt x="25" y="4433"/>
                  </a:lnTo>
                  <a:lnTo>
                    <a:pt x="74" y="4579"/>
                  </a:lnTo>
                  <a:lnTo>
                    <a:pt x="147" y="4750"/>
                  </a:lnTo>
                  <a:lnTo>
                    <a:pt x="220" y="4896"/>
                  </a:lnTo>
                  <a:lnTo>
                    <a:pt x="293" y="5042"/>
                  </a:lnTo>
                  <a:lnTo>
                    <a:pt x="415" y="5188"/>
                  </a:lnTo>
                  <a:lnTo>
                    <a:pt x="537" y="5310"/>
                  </a:lnTo>
                  <a:lnTo>
                    <a:pt x="658" y="5407"/>
                  </a:lnTo>
                  <a:lnTo>
                    <a:pt x="780" y="5529"/>
                  </a:lnTo>
                  <a:lnTo>
                    <a:pt x="926" y="5626"/>
                  </a:lnTo>
                  <a:lnTo>
                    <a:pt x="1097" y="5699"/>
                  </a:lnTo>
                  <a:lnTo>
                    <a:pt x="1243" y="5748"/>
                  </a:lnTo>
                  <a:lnTo>
                    <a:pt x="1413" y="5797"/>
                  </a:lnTo>
                  <a:lnTo>
                    <a:pt x="1560" y="5821"/>
                  </a:lnTo>
                  <a:lnTo>
                    <a:pt x="1730" y="5846"/>
                  </a:lnTo>
                  <a:lnTo>
                    <a:pt x="1730" y="5846"/>
                  </a:lnTo>
                  <a:lnTo>
                    <a:pt x="2704" y="5846"/>
                  </a:lnTo>
                  <a:lnTo>
                    <a:pt x="3873" y="587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5" name="CustomShape 109"/>
            <p:cNvSpPr/>
            <p:nvPr/>
          </p:nvSpPr>
          <p:spPr>
            <a:xfrm>
              <a:off x="5502240" y="1523520"/>
              <a:ext cx="234000" cy="276480"/>
            </a:xfrm>
            <a:custGeom>
              <a:avLst/>
              <a:gdLst/>
              <a:ahLst/>
              <a:rect l="l" t="t" r="r" b="b"/>
              <a:pathLst>
                <a:path w="11156" h="13177">
                  <a:moveTo>
                    <a:pt x="11155" y="0"/>
                  </a:moveTo>
                  <a:lnTo>
                    <a:pt x="11155" y="0"/>
                  </a:lnTo>
                  <a:lnTo>
                    <a:pt x="10766" y="317"/>
                  </a:lnTo>
                  <a:lnTo>
                    <a:pt x="10352" y="609"/>
                  </a:lnTo>
                  <a:lnTo>
                    <a:pt x="9938" y="901"/>
                  </a:lnTo>
                  <a:lnTo>
                    <a:pt x="9524" y="1169"/>
                  </a:lnTo>
                  <a:lnTo>
                    <a:pt x="9085" y="1413"/>
                  </a:lnTo>
                  <a:lnTo>
                    <a:pt x="8671" y="1632"/>
                  </a:lnTo>
                  <a:lnTo>
                    <a:pt x="7843" y="2046"/>
                  </a:lnTo>
                  <a:lnTo>
                    <a:pt x="7015" y="2387"/>
                  </a:lnTo>
                  <a:lnTo>
                    <a:pt x="6211" y="2679"/>
                  </a:lnTo>
                  <a:lnTo>
                    <a:pt x="5456" y="2898"/>
                  </a:lnTo>
                  <a:lnTo>
                    <a:pt x="4774" y="3093"/>
                  </a:lnTo>
                  <a:lnTo>
                    <a:pt x="4774" y="3093"/>
                  </a:lnTo>
                  <a:lnTo>
                    <a:pt x="4239" y="3215"/>
                  </a:lnTo>
                  <a:lnTo>
                    <a:pt x="3678" y="3312"/>
                  </a:lnTo>
                  <a:lnTo>
                    <a:pt x="3070" y="3410"/>
                  </a:lnTo>
                  <a:lnTo>
                    <a:pt x="2461" y="3459"/>
                  </a:lnTo>
                  <a:lnTo>
                    <a:pt x="1219" y="3580"/>
                  </a:lnTo>
                  <a:lnTo>
                    <a:pt x="1" y="3629"/>
                  </a:lnTo>
                  <a:lnTo>
                    <a:pt x="1" y="9523"/>
                  </a:lnTo>
                  <a:lnTo>
                    <a:pt x="1" y="9523"/>
                  </a:lnTo>
                  <a:lnTo>
                    <a:pt x="1219" y="9596"/>
                  </a:lnTo>
                  <a:lnTo>
                    <a:pt x="2461" y="9693"/>
                  </a:lnTo>
                  <a:lnTo>
                    <a:pt x="3070" y="9767"/>
                  </a:lnTo>
                  <a:lnTo>
                    <a:pt x="3678" y="9840"/>
                  </a:lnTo>
                  <a:lnTo>
                    <a:pt x="4239" y="9937"/>
                  </a:lnTo>
                  <a:lnTo>
                    <a:pt x="4774" y="10059"/>
                  </a:lnTo>
                  <a:lnTo>
                    <a:pt x="4774" y="10059"/>
                  </a:lnTo>
                  <a:lnTo>
                    <a:pt x="5456" y="10254"/>
                  </a:lnTo>
                  <a:lnTo>
                    <a:pt x="6211" y="10497"/>
                  </a:lnTo>
                  <a:lnTo>
                    <a:pt x="7015" y="10765"/>
                  </a:lnTo>
                  <a:lnTo>
                    <a:pt x="7843" y="11130"/>
                  </a:lnTo>
                  <a:lnTo>
                    <a:pt x="8671" y="11520"/>
                  </a:lnTo>
                  <a:lnTo>
                    <a:pt x="9085" y="11764"/>
                  </a:lnTo>
                  <a:lnTo>
                    <a:pt x="9524" y="12007"/>
                  </a:lnTo>
                  <a:lnTo>
                    <a:pt x="9938" y="12251"/>
                  </a:lnTo>
                  <a:lnTo>
                    <a:pt x="10352" y="12543"/>
                  </a:lnTo>
                  <a:lnTo>
                    <a:pt x="10766" y="12835"/>
                  </a:lnTo>
                  <a:lnTo>
                    <a:pt x="11155" y="1317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6" name="CustomShape 110"/>
            <p:cNvSpPr/>
            <p:nvPr/>
          </p:nvSpPr>
          <p:spPr>
            <a:xfrm>
              <a:off x="5741640" y="1502280"/>
              <a:ext cx="28800" cy="317880"/>
            </a:xfrm>
            <a:custGeom>
              <a:avLst/>
              <a:gdLst/>
              <a:ahLst/>
              <a:rect l="l" t="t" r="r" b="b"/>
              <a:pathLst>
                <a:path w="1390" h="15150">
                  <a:moveTo>
                    <a:pt x="1024" y="49"/>
                  </a:moveTo>
                  <a:lnTo>
                    <a:pt x="1024" y="49"/>
                  </a:lnTo>
                  <a:lnTo>
                    <a:pt x="902" y="1"/>
                  </a:lnTo>
                  <a:lnTo>
                    <a:pt x="805" y="1"/>
                  </a:lnTo>
                  <a:lnTo>
                    <a:pt x="805" y="1"/>
                  </a:lnTo>
                  <a:lnTo>
                    <a:pt x="683" y="1"/>
                  </a:lnTo>
                  <a:lnTo>
                    <a:pt x="585" y="49"/>
                  </a:lnTo>
                  <a:lnTo>
                    <a:pt x="464" y="98"/>
                  </a:lnTo>
                  <a:lnTo>
                    <a:pt x="391" y="171"/>
                  </a:lnTo>
                  <a:lnTo>
                    <a:pt x="391" y="171"/>
                  </a:lnTo>
                  <a:lnTo>
                    <a:pt x="1" y="536"/>
                  </a:lnTo>
                  <a:lnTo>
                    <a:pt x="1" y="14638"/>
                  </a:lnTo>
                  <a:lnTo>
                    <a:pt x="1" y="14638"/>
                  </a:lnTo>
                  <a:lnTo>
                    <a:pt x="391" y="14979"/>
                  </a:lnTo>
                  <a:lnTo>
                    <a:pt x="391" y="14979"/>
                  </a:lnTo>
                  <a:lnTo>
                    <a:pt x="464" y="15052"/>
                  </a:lnTo>
                  <a:lnTo>
                    <a:pt x="585" y="15101"/>
                  </a:lnTo>
                  <a:lnTo>
                    <a:pt x="683" y="15149"/>
                  </a:lnTo>
                  <a:lnTo>
                    <a:pt x="805" y="15149"/>
                  </a:lnTo>
                  <a:lnTo>
                    <a:pt x="805" y="15149"/>
                  </a:lnTo>
                  <a:lnTo>
                    <a:pt x="902" y="15149"/>
                  </a:lnTo>
                  <a:lnTo>
                    <a:pt x="1024" y="15101"/>
                  </a:lnTo>
                  <a:lnTo>
                    <a:pt x="1024" y="15101"/>
                  </a:lnTo>
                  <a:lnTo>
                    <a:pt x="1170" y="15028"/>
                  </a:lnTo>
                  <a:lnTo>
                    <a:pt x="1292" y="14906"/>
                  </a:lnTo>
                  <a:lnTo>
                    <a:pt x="1365" y="14735"/>
                  </a:lnTo>
                  <a:lnTo>
                    <a:pt x="1389" y="14565"/>
                  </a:lnTo>
                  <a:lnTo>
                    <a:pt x="1389" y="585"/>
                  </a:lnTo>
                  <a:lnTo>
                    <a:pt x="1389" y="585"/>
                  </a:lnTo>
                  <a:lnTo>
                    <a:pt x="1365" y="415"/>
                  </a:lnTo>
                  <a:lnTo>
                    <a:pt x="1292" y="269"/>
                  </a:lnTo>
                  <a:lnTo>
                    <a:pt x="1170" y="122"/>
                  </a:lnTo>
                  <a:lnTo>
                    <a:pt x="1024" y="49"/>
                  </a:lnTo>
                  <a:lnTo>
                    <a:pt x="1024" y="4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77" name="Group 111"/>
          <p:cNvGrpSpPr/>
          <p:nvPr/>
        </p:nvGrpSpPr>
        <p:grpSpPr>
          <a:xfrm>
            <a:off x="370800" y="2085840"/>
            <a:ext cx="303480" cy="326160"/>
            <a:chOff x="370800" y="2085840"/>
            <a:chExt cx="303480" cy="326160"/>
          </a:xfrm>
        </p:grpSpPr>
        <p:sp>
          <p:nvSpPr>
            <p:cNvPr id="1278" name="CustomShape 112"/>
            <p:cNvSpPr/>
            <p:nvPr/>
          </p:nvSpPr>
          <p:spPr>
            <a:xfrm>
              <a:off x="370800" y="2085840"/>
              <a:ext cx="303480" cy="326160"/>
            </a:xfrm>
            <a:custGeom>
              <a:avLst/>
              <a:gdLst/>
              <a:ahLst/>
              <a:rect l="l" t="t" r="r" b="b"/>
              <a:pathLst>
                <a:path w="14468" h="15539">
                  <a:moveTo>
                    <a:pt x="14273" y="13030"/>
                  </a:moveTo>
                  <a:lnTo>
                    <a:pt x="9621" y="6479"/>
                  </a:lnTo>
                  <a:lnTo>
                    <a:pt x="9621" y="2338"/>
                  </a:lnTo>
                  <a:lnTo>
                    <a:pt x="10303" y="1656"/>
                  </a:lnTo>
                  <a:lnTo>
                    <a:pt x="10303" y="1656"/>
                  </a:lnTo>
                  <a:lnTo>
                    <a:pt x="10400" y="1559"/>
                  </a:lnTo>
                  <a:lnTo>
                    <a:pt x="10474" y="1437"/>
                  </a:lnTo>
                  <a:lnTo>
                    <a:pt x="10522" y="1291"/>
                  </a:lnTo>
                  <a:lnTo>
                    <a:pt x="10571" y="1169"/>
                  </a:lnTo>
                  <a:lnTo>
                    <a:pt x="10571" y="1023"/>
                  </a:lnTo>
                  <a:lnTo>
                    <a:pt x="10571" y="877"/>
                  </a:lnTo>
                  <a:lnTo>
                    <a:pt x="10547" y="731"/>
                  </a:lnTo>
                  <a:lnTo>
                    <a:pt x="10498" y="609"/>
                  </a:lnTo>
                  <a:lnTo>
                    <a:pt x="10498" y="609"/>
                  </a:lnTo>
                  <a:lnTo>
                    <a:pt x="10449" y="463"/>
                  </a:lnTo>
                  <a:lnTo>
                    <a:pt x="10352" y="366"/>
                  </a:lnTo>
                  <a:lnTo>
                    <a:pt x="10254" y="244"/>
                  </a:lnTo>
                  <a:lnTo>
                    <a:pt x="10157" y="171"/>
                  </a:lnTo>
                  <a:lnTo>
                    <a:pt x="10035" y="98"/>
                  </a:lnTo>
                  <a:lnTo>
                    <a:pt x="9889" y="49"/>
                  </a:lnTo>
                  <a:lnTo>
                    <a:pt x="9767" y="25"/>
                  </a:lnTo>
                  <a:lnTo>
                    <a:pt x="9621" y="0"/>
                  </a:lnTo>
                  <a:lnTo>
                    <a:pt x="4848" y="0"/>
                  </a:lnTo>
                  <a:lnTo>
                    <a:pt x="4848" y="0"/>
                  </a:lnTo>
                  <a:lnTo>
                    <a:pt x="4701" y="25"/>
                  </a:lnTo>
                  <a:lnTo>
                    <a:pt x="4580" y="49"/>
                  </a:lnTo>
                  <a:lnTo>
                    <a:pt x="4433" y="98"/>
                  </a:lnTo>
                  <a:lnTo>
                    <a:pt x="4312" y="171"/>
                  </a:lnTo>
                  <a:lnTo>
                    <a:pt x="4214" y="244"/>
                  </a:lnTo>
                  <a:lnTo>
                    <a:pt x="4117" y="366"/>
                  </a:lnTo>
                  <a:lnTo>
                    <a:pt x="4019" y="463"/>
                  </a:lnTo>
                  <a:lnTo>
                    <a:pt x="3971" y="609"/>
                  </a:lnTo>
                  <a:lnTo>
                    <a:pt x="3971" y="609"/>
                  </a:lnTo>
                  <a:lnTo>
                    <a:pt x="3922" y="731"/>
                  </a:lnTo>
                  <a:lnTo>
                    <a:pt x="3898" y="877"/>
                  </a:lnTo>
                  <a:lnTo>
                    <a:pt x="3898" y="1023"/>
                  </a:lnTo>
                  <a:lnTo>
                    <a:pt x="3898" y="1169"/>
                  </a:lnTo>
                  <a:lnTo>
                    <a:pt x="3946" y="1291"/>
                  </a:lnTo>
                  <a:lnTo>
                    <a:pt x="3995" y="1437"/>
                  </a:lnTo>
                  <a:lnTo>
                    <a:pt x="4068" y="1559"/>
                  </a:lnTo>
                  <a:lnTo>
                    <a:pt x="4166" y="1656"/>
                  </a:lnTo>
                  <a:lnTo>
                    <a:pt x="4848" y="2338"/>
                  </a:lnTo>
                  <a:lnTo>
                    <a:pt x="4848" y="6479"/>
                  </a:lnTo>
                  <a:lnTo>
                    <a:pt x="196" y="13030"/>
                  </a:lnTo>
                  <a:lnTo>
                    <a:pt x="196" y="13030"/>
                  </a:lnTo>
                  <a:lnTo>
                    <a:pt x="123" y="13152"/>
                  </a:lnTo>
                  <a:lnTo>
                    <a:pt x="50" y="13274"/>
                  </a:lnTo>
                  <a:lnTo>
                    <a:pt x="25" y="13395"/>
                  </a:lnTo>
                  <a:lnTo>
                    <a:pt x="1" y="13517"/>
                  </a:lnTo>
                  <a:lnTo>
                    <a:pt x="1" y="13639"/>
                  </a:lnTo>
                  <a:lnTo>
                    <a:pt x="25" y="13785"/>
                  </a:lnTo>
                  <a:lnTo>
                    <a:pt x="50" y="13907"/>
                  </a:lnTo>
                  <a:lnTo>
                    <a:pt x="98" y="14029"/>
                  </a:lnTo>
                  <a:lnTo>
                    <a:pt x="585" y="15003"/>
                  </a:lnTo>
                  <a:lnTo>
                    <a:pt x="585" y="15003"/>
                  </a:lnTo>
                  <a:lnTo>
                    <a:pt x="658" y="15125"/>
                  </a:lnTo>
                  <a:lnTo>
                    <a:pt x="756" y="15222"/>
                  </a:lnTo>
                  <a:lnTo>
                    <a:pt x="829" y="15320"/>
                  </a:lnTo>
                  <a:lnTo>
                    <a:pt x="951" y="15393"/>
                  </a:lnTo>
                  <a:lnTo>
                    <a:pt x="1073" y="15441"/>
                  </a:lnTo>
                  <a:lnTo>
                    <a:pt x="1194" y="15490"/>
                  </a:lnTo>
                  <a:lnTo>
                    <a:pt x="1316" y="15539"/>
                  </a:lnTo>
                  <a:lnTo>
                    <a:pt x="1462" y="15539"/>
                  </a:lnTo>
                  <a:lnTo>
                    <a:pt x="13006" y="15539"/>
                  </a:lnTo>
                  <a:lnTo>
                    <a:pt x="13006" y="15539"/>
                  </a:lnTo>
                  <a:lnTo>
                    <a:pt x="13153" y="15539"/>
                  </a:lnTo>
                  <a:lnTo>
                    <a:pt x="13274" y="15490"/>
                  </a:lnTo>
                  <a:lnTo>
                    <a:pt x="13396" y="15441"/>
                  </a:lnTo>
                  <a:lnTo>
                    <a:pt x="13518" y="15393"/>
                  </a:lnTo>
                  <a:lnTo>
                    <a:pt x="13640" y="15320"/>
                  </a:lnTo>
                  <a:lnTo>
                    <a:pt x="13713" y="15222"/>
                  </a:lnTo>
                  <a:lnTo>
                    <a:pt x="13810" y="15125"/>
                  </a:lnTo>
                  <a:lnTo>
                    <a:pt x="13883" y="15003"/>
                  </a:lnTo>
                  <a:lnTo>
                    <a:pt x="14370" y="14029"/>
                  </a:lnTo>
                  <a:lnTo>
                    <a:pt x="14370" y="14029"/>
                  </a:lnTo>
                  <a:lnTo>
                    <a:pt x="14419" y="13907"/>
                  </a:lnTo>
                  <a:lnTo>
                    <a:pt x="14443" y="13785"/>
                  </a:lnTo>
                  <a:lnTo>
                    <a:pt x="14468" y="13639"/>
                  </a:lnTo>
                  <a:lnTo>
                    <a:pt x="14468" y="13517"/>
                  </a:lnTo>
                  <a:lnTo>
                    <a:pt x="14443" y="13395"/>
                  </a:lnTo>
                  <a:lnTo>
                    <a:pt x="14419" y="13274"/>
                  </a:lnTo>
                  <a:lnTo>
                    <a:pt x="14346" y="13152"/>
                  </a:lnTo>
                  <a:lnTo>
                    <a:pt x="14273" y="13030"/>
                  </a:lnTo>
                  <a:lnTo>
                    <a:pt x="14273" y="1303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9" name="CustomShape 113"/>
            <p:cNvSpPr/>
            <p:nvPr/>
          </p:nvSpPr>
          <p:spPr>
            <a:xfrm>
              <a:off x="444960" y="2267640"/>
              <a:ext cx="155160" cy="360"/>
            </a:xfrm>
            <a:custGeom>
              <a:avLst/>
              <a:gdLst/>
              <a:ahLst/>
              <a:rect l="l" t="t" r="r" b="b"/>
              <a:pathLst>
                <a:path w="7405" h="1">
                  <a:moveTo>
                    <a:pt x="7404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0" name="CustomShape 114"/>
            <p:cNvSpPr/>
            <p:nvPr/>
          </p:nvSpPr>
          <p:spPr>
            <a:xfrm>
              <a:off x="534960" y="2334960"/>
              <a:ext cx="25920" cy="25920"/>
            </a:xfrm>
            <a:custGeom>
              <a:avLst/>
              <a:gdLst/>
              <a:ahLst/>
              <a:rect l="l" t="t" r="r" b="b"/>
              <a:pathLst>
                <a:path w="1243" h="1243">
                  <a:moveTo>
                    <a:pt x="1" y="633"/>
                  </a:moveTo>
                  <a:lnTo>
                    <a:pt x="1" y="633"/>
                  </a:lnTo>
                  <a:lnTo>
                    <a:pt x="25" y="487"/>
                  </a:lnTo>
                  <a:lnTo>
                    <a:pt x="50" y="390"/>
                  </a:lnTo>
                  <a:lnTo>
                    <a:pt x="98" y="268"/>
                  </a:lnTo>
                  <a:lnTo>
                    <a:pt x="171" y="171"/>
                  </a:lnTo>
                  <a:lnTo>
                    <a:pt x="269" y="98"/>
                  </a:lnTo>
                  <a:lnTo>
                    <a:pt x="390" y="49"/>
                  </a:lnTo>
                  <a:lnTo>
                    <a:pt x="488" y="24"/>
                  </a:lnTo>
                  <a:lnTo>
                    <a:pt x="634" y="0"/>
                  </a:lnTo>
                  <a:lnTo>
                    <a:pt x="634" y="0"/>
                  </a:lnTo>
                  <a:lnTo>
                    <a:pt x="756" y="24"/>
                  </a:lnTo>
                  <a:lnTo>
                    <a:pt x="853" y="49"/>
                  </a:lnTo>
                  <a:lnTo>
                    <a:pt x="975" y="98"/>
                  </a:lnTo>
                  <a:lnTo>
                    <a:pt x="1072" y="171"/>
                  </a:lnTo>
                  <a:lnTo>
                    <a:pt x="1146" y="268"/>
                  </a:lnTo>
                  <a:lnTo>
                    <a:pt x="1194" y="390"/>
                  </a:lnTo>
                  <a:lnTo>
                    <a:pt x="1243" y="487"/>
                  </a:lnTo>
                  <a:lnTo>
                    <a:pt x="1243" y="633"/>
                  </a:lnTo>
                  <a:lnTo>
                    <a:pt x="1243" y="633"/>
                  </a:lnTo>
                  <a:lnTo>
                    <a:pt x="1243" y="755"/>
                  </a:lnTo>
                  <a:lnTo>
                    <a:pt x="1194" y="853"/>
                  </a:lnTo>
                  <a:lnTo>
                    <a:pt x="1146" y="974"/>
                  </a:lnTo>
                  <a:lnTo>
                    <a:pt x="1072" y="1072"/>
                  </a:lnTo>
                  <a:lnTo>
                    <a:pt x="975" y="1145"/>
                  </a:lnTo>
                  <a:lnTo>
                    <a:pt x="853" y="1194"/>
                  </a:lnTo>
                  <a:lnTo>
                    <a:pt x="756" y="1242"/>
                  </a:lnTo>
                  <a:lnTo>
                    <a:pt x="634" y="1242"/>
                  </a:lnTo>
                  <a:lnTo>
                    <a:pt x="634" y="1242"/>
                  </a:lnTo>
                  <a:lnTo>
                    <a:pt x="488" y="1242"/>
                  </a:lnTo>
                  <a:lnTo>
                    <a:pt x="390" y="1194"/>
                  </a:lnTo>
                  <a:lnTo>
                    <a:pt x="269" y="1145"/>
                  </a:lnTo>
                  <a:lnTo>
                    <a:pt x="171" y="1072"/>
                  </a:lnTo>
                  <a:lnTo>
                    <a:pt x="98" y="974"/>
                  </a:lnTo>
                  <a:lnTo>
                    <a:pt x="50" y="853"/>
                  </a:lnTo>
                  <a:lnTo>
                    <a:pt x="25" y="755"/>
                  </a:lnTo>
                  <a:lnTo>
                    <a:pt x="1" y="633"/>
                  </a:lnTo>
                  <a:lnTo>
                    <a:pt x="1" y="63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1" name="CustomShape 115"/>
            <p:cNvSpPr/>
            <p:nvPr/>
          </p:nvSpPr>
          <p:spPr>
            <a:xfrm>
              <a:off x="483840" y="2286360"/>
              <a:ext cx="45360" cy="44640"/>
            </a:xfrm>
            <a:custGeom>
              <a:avLst/>
              <a:gdLst/>
              <a:ahLst/>
              <a:rect l="l" t="t" r="r" b="b"/>
              <a:pathLst>
                <a:path w="2168" h="2144">
                  <a:moveTo>
                    <a:pt x="1096" y="2144"/>
                  </a:moveTo>
                  <a:lnTo>
                    <a:pt x="1096" y="2144"/>
                  </a:lnTo>
                  <a:lnTo>
                    <a:pt x="877" y="2119"/>
                  </a:lnTo>
                  <a:lnTo>
                    <a:pt x="658" y="2071"/>
                  </a:lnTo>
                  <a:lnTo>
                    <a:pt x="487" y="1973"/>
                  </a:lnTo>
                  <a:lnTo>
                    <a:pt x="317" y="1827"/>
                  </a:lnTo>
                  <a:lnTo>
                    <a:pt x="195" y="1681"/>
                  </a:lnTo>
                  <a:lnTo>
                    <a:pt x="98" y="1486"/>
                  </a:lnTo>
                  <a:lnTo>
                    <a:pt x="25" y="1291"/>
                  </a:lnTo>
                  <a:lnTo>
                    <a:pt x="0" y="1072"/>
                  </a:lnTo>
                  <a:lnTo>
                    <a:pt x="0" y="1072"/>
                  </a:lnTo>
                  <a:lnTo>
                    <a:pt x="25" y="853"/>
                  </a:lnTo>
                  <a:lnTo>
                    <a:pt x="98" y="658"/>
                  </a:lnTo>
                  <a:lnTo>
                    <a:pt x="195" y="463"/>
                  </a:lnTo>
                  <a:lnTo>
                    <a:pt x="317" y="317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77" y="0"/>
                  </a:lnTo>
                  <a:lnTo>
                    <a:pt x="1096" y="0"/>
                  </a:lnTo>
                  <a:lnTo>
                    <a:pt x="1096" y="0"/>
                  </a:lnTo>
                  <a:lnTo>
                    <a:pt x="1315" y="0"/>
                  </a:lnTo>
                  <a:lnTo>
                    <a:pt x="1510" y="73"/>
                  </a:lnTo>
                  <a:lnTo>
                    <a:pt x="1681" y="171"/>
                  </a:lnTo>
                  <a:lnTo>
                    <a:pt x="1851" y="317"/>
                  </a:lnTo>
                  <a:lnTo>
                    <a:pt x="1973" y="463"/>
                  </a:lnTo>
                  <a:lnTo>
                    <a:pt x="2070" y="658"/>
                  </a:lnTo>
                  <a:lnTo>
                    <a:pt x="2144" y="853"/>
                  </a:lnTo>
                  <a:lnTo>
                    <a:pt x="2168" y="1072"/>
                  </a:lnTo>
                  <a:lnTo>
                    <a:pt x="2168" y="1072"/>
                  </a:lnTo>
                  <a:lnTo>
                    <a:pt x="2144" y="1291"/>
                  </a:lnTo>
                  <a:lnTo>
                    <a:pt x="2070" y="1486"/>
                  </a:lnTo>
                  <a:lnTo>
                    <a:pt x="1973" y="1681"/>
                  </a:lnTo>
                  <a:lnTo>
                    <a:pt x="1851" y="1827"/>
                  </a:lnTo>
                  <a:lnTo>
                    <a:pt x="1681" y="1973"/>
                  </a:lnTo>
                  <a:lnTo>
                    <a:pt x="1510" y="2071"/>
                  </a:lnTo>
                  <a:lnTo>
                    <a:pt x="1315" y="2119"/>
                  </a:lnTo>
                  <a:lnTo>
                    <a:pt x="1096" y="2144"/>
                  </a:lnTo>
                  <a:lnTo>
                    <a:pt x="1096" y="214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2" name="CustomShape 116"/>
            <p:cNvSpPr/>
            <p:nvPr/>
          </p:nvSpPr>
          <p:spPr>
            <a:xfrm>
              <a:off x="499680" y="2365560"/>
              <a:ext cx="19800" cy="19800"/>
            </a:xfrm>
            <a:custGeom>
              <a:avLst/>
              <a:gdLst/>
              <a:ahLst/>
              <a:rect l="l" t="t" r="r" b="b"/>
              <a:pathLst>
                <a:path w="951" h="951">
                  <a:moveTo>
                    <a:pt x="0" y="463"/>
                  </a:moveTo>
                  <a:lnTo>
                    <a:pt x="0" y="463"/>
                  </a:lnTo>
                  <a:lnTo>
                    <a:pt x="0" y="366"/>
                  </a:lnTo>
                  <a:lnTo>
                    <a:pt x="25" y="293"/>
                  </a:lnTo>
                  <a:lnTo>
                    <a:pt x="73" y="195"/>
                  </a:lnTo>
                  <a:lnTo>
                    <a:pt x="146" y="122"/>
                  </a:lnTo>
                  <a:lnTo>
                    <a:pt x="220" y="73"/>
                  </a:lnTo>
                  <a:lnTo>
                    <a:pt x="293" y="25"/>
                  </a:lnTo>
                  <a:lnTo>
                    <a:pt x="390" y="0"/>
                  </a:lnTo>
                  <a:lnTo>
                    <a:pt x="487" y="0"/>
                  </a:lnTo>
                  <a:lnTo>
                    <a:pt x="487" y="0"/>
                  </a:lnTo>
                  <a:lnTo>
                    <a:pt x="585" y="0"/>
                  </a:lnTo>
                  <a:lnTo>
                    <a:pt x="658" y="25"/>
                  </a:lnTo>
                  <a:lnTo>
                    <a:pt x="755" y="73"/>
                  </a:lnTo>
                  <a:lnTo>
                    <a:pt x="828" y="122"/>
                  </a:lnTo>
                  <a:lnTo>
                    <a:pt x="877" y="195"/>
                  </a:lnTo>
                  <a:lnTo>
                    <a:pt x="926" y="293"/>
                  </a:lnTo>
                  <a:lnTo>
                    <a:pt x="950" y="366"/>
                  </a:lnTo>
                  <a:lnTo>
                    <a:pt x="950" y="463"/>
                  </a:lnTo>
                  <a:lnTo>
                    <a:pt x="950" y="463"/>
                  </a:lnTo>
                  <a:lnTo>
                    <a:pt x="950" y="561"/>
                  </a:lnTo>
                  <a:lnTo>
                    <a:pt x="926" y="658"/>
                  </a:lnTo>
                  <a:lnTo>
                    <a:pt x="877" y="755"/>
                  </a:lnTo>
                  <a:lnTo>
                    <a:pt x="828" y="804"/>
                  </a:lnTo>
                  <a:lnTo>
                    <a:pt x="755" y="877"/>
                  </a:lnTo>
                  <a:lnTo>
                    <a:pt x="658" y="926"/>
                  </a:lnTo>
                  <a:lnTo>
                    <a:pt x="585" y="950"/>
                  </a:lnTo>
                  <a:lnTo>
                    <a:pt x="487" y="950"/>
                  </a:lnTo>
                  <a:lnTo>
                    <a:pt x="487" y="950"/>
                  </a:lnTo>
                  <a:lnTo>
                    <a:pt x="390" y="950"/>
                  </a:lnTo>
                  <a:lnTo>
                    <a:pt x="293" y="926"/>
                  </a:lnTo>
                  <a:lnTo>
                    <a:pt x="220" y="877"/>
                  </a:lnTo>
                  <a:lnTo>
                    <a:pt x="146" y="804"/>
                  </a:lnTo>
                  <a:lnTo>
                    <a:pt x="73" y="755"/>
                  </a:lnTo>
                  <a:lnTo>
                    <a:pt x="25" y="658"/>
                  </a:lnTo>
                  <a:lnTo>
                    <a:pt x="0" y="561"/>
                  </a:lnTo>
                  <a:lnTo>
                    <a:pt x="0" y="463"/>
                  </a:lnTo>
                  <a:lnTo>
                    <a:pt x="0" y="4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3" name="CustomShape 117"/>
            <p:cNvSpPr/>
            <p:nvPr/>
          </p:nvSpPr>
          <p:spPr>
            <a:xfrm>
              <a:off x="524880" y="2231640"/>
              <a:ext cx="20160" cy="19800"/>
            </a:xfrm>
            <a:custGeom>
              <a:avLst/>
              <a:gdLst/>
              <a:ahLst/>
              <a:rect l="l" t="t" r="r" b="b"/>
              <a:pathLst>
                <a:path w="975" h="951">
                  <a:moveTo>
                    <a:pt x="1" y="463"/>
                  </a:moveTo>
                  <a:lnTo>
                    <a:pt x="1" y="463"/>
                  </a:lnTo>
                  <a:lnTo>
                    <a:pt x="25" y="366"/>
                  </a:lnTo>
                  <a:lnTo>
                    <a:pt x="49" y="293"/>
                  </a:lnTo>
                  <a:lnTo>
                    <a:pt x="98" y="195"/>
                  </a:lnTo>
                  <a:lnTo>
                    <a:pt x="147" y="122"/>
                  </a:lnTo>
                  <a:lnTo>
                    <a:pt x="220" y="73"/>
                  </a:lnTo>
                  <a:lnTo>
                    <a:pt x="293" y="25"/>
                  </a:lnTo>
                  <a:lnTo>
                    <a:pt x="390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585" y="0"/>
                  </a:lnTo>
                  <a:lnTo>
                    <a:pt x="683" y="25"/>
                  </a:lnTo>
                  <a:lnTo>
                    <a:pt x="756" y="73"/>
                  </a:lnTo>
                  <a:lnTo>
                    <a:pt x="829" y="122"/>
                  </a:lnTo>
                  <a:lnTo>
                    <a:pt x="877" y="195"/>
                  </a:lnTo>
                  <a:lnTo>
                    <a:pt x="926" y="293"/>
                  </a:lnTo>
                  <a:lnTo>
                    <a:pt x="951" y="366"/>
                  </a:lnTo>
                  <a:lnTo>
                    <a:pt x="975" y="463"/>
                  </a:lnTo>
                  <a:lnTo>
                    <a:pt x="975" y="463"/>
                  </a:lnTo>
                  <a:lnTo>
                    <a:pt x="951" y="561"/>
                  </a:lnTo>
                  <a:lnTo>
                    <a:pt x="926" y="658"/>
                  </a:lnTo>
                  <a:lnTo>
                    <a:pt x="877" y="731"/>
                  </a:lnTo>
                  <a:lnTo>
                    <a:pt x="829" y="804"/>
                  </a:lnTo>
                  <a:lnTo>
                    <a:pt x="756" y="877"/>
                  </a:lnTo>
                  <a:lnTo>
                    <a:pt x="683" y="902"/>
                  </a:lnTo>
                  <a:lnTo>
                    <a:pt x="585" y="950"/>
                  </a:lnTo>
                  <a:lnTo>
                    <a:pt x="488" y="950"/>
                  </a:lnTo>
                  <a:lnTo>
                    <a:pt x="488" y="950"/>
                  </a:lnTo>
                  <a:lnTo>
                    <a:pt x="390" y="950"/>
                  </a:lnTo>
                  <a:lnTo>
                    <a:pt x="293" y="902"/>
                  </a:lnTo>
                  <a:lnTo>
                    <a:pt x="220" y="877"/>
                  </a:lnTo>
                  <a:lnTo>
                    <a:pt x="147" y="804"/>
                  </a:lnTo>
                  <a:lnTo>
                    <a:pt x="98" y="731"/>
                  </a:lnTo>
                  <a:lnTo>
                    <a:pt x="49" y="658"/>
                  </a:lnTo>
                  <a:lnTo>
                    <a:pt x="25" y="561"/>
                  </a:lnTo>
                  <a:lnTo>
                    <a:pt x="1" y="463"/>
                  </a:lnTo>
                  <a:lnTo>
                    <a:pt x="1" y="46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4" name="CustomShape 118"/>
            <p:cNvSpPr/>
            <p:nvPr/>
          </p:nvSpPr>
          <p:spPr>
            <a:xfrm>
              <a:off x="497160" y="2134800"/>
              <a:ext cx="50760" cy="360"/>
            </a:xfrm>
            <a:custGeom>
              <a:avLst/>
              <a:gdLst/>
              <a:ahLst/>
              <a:rect l="l" t="t" r="r" b="b"/>
              <a:pathLst>
                <a:path w="2437" h="1">
                  <a:moveTo>
                    <a:pt x="2436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5" name="CustomShape 119"/>
            <p:cNvSpPr/>
            <p:nvPr/>
          </p:nvSpPr>
          <p:spPr>
            <a:xfrm>
              <a:off x="499680" y="2192400"/>
              <a:ext cx="25920" cy="25920"/>
            </a:xfrm>
            <a:custGeom>
              <a:avLst/>
              <a:gdLst/>
              <a:ahLst/>
              <a:rect l="l" t="t" r="r" b="b"/>
              <a:pathLst>
                <a:path w="1243" h="1243">
                  <a:moveTo>
                    <a:pt x="0" y="633"/>
                  </a:moveTo>
                  <a:lnTo>
                    <a:pt x="0" y="633"/>
                  </a:lnTo>
                  <a:lnTo>
                    <a:pt x="0" y="512"/>
                  </a:lnTo>
                  <a:lnTo>
                    <a:pt x="49" y="390"/>
                  </a:lnTo>
                  <a:lnTo>
                    <a:pt x="98" y="268"/>
                  </a:lnTo>
                  <a:lnTo>
                    <a:pt x="171" y="195"/>
                  </a:lnTo>
                  <a:lnTo>
                    <a:pt x="268" y="122"/>
                  </a:lnTo>
                  <a:lnTo>
                    <a:pt x="366" y="49"/>
                  </a:lnTo>
                  <a:lnTo>
                    <a:pt x="487" y="24"/>
                  </a:lnTo>
                  <a:lnTo>
                    <a:pt x="609" y="0"/>
                  </a:lnTo>
                  <a:lnTo>
                    <a:pt x="609" y="0"/>
                  </a:lnTo>
                  <a:lnTo>
                    <a:pt x="731" y="24"/>
                  </a:lnTo>
                  <a:lnTo>
                    <a:pt x="853" y="49"/>
                  </a:lnTo>
                  <a:lnTo>
                    <a:pt x="975" y="122"/>
                  </a:lnTo>
                  <a:lnTo>
                    <a:pt x="1048" y="195"/>
                  </a:lnTo>
                  <a:lnTo>
                    <a:pt x="1145" y="268"/>
                  </a:lnTo>
                  <a:lnTo>
                    <a:pt x="1194" y="390"/>
                  </a:lnTo>
                  <a:lnTo>
                    <a:pt x="1218" y="512"/>
                  </a:lnTo>
                  <a:lnTo>
                    <a:pt x="1242" y="633"/>
                  </a:lnTo>
                  <a:lnTo>
                    <a:pt x="1242" y="633"/>
                  </a:lnTo>
                  <a:lnTo>
                    <a:pt x="1218" y="755"/>
                  </a:lnTo>
                  <a:lnTo>
                    <a:pt x="1194" y="877"/>
                  </a:lnTo>
                  <a:lnTo>
                    <a:pt x="1145" y="974"/>
                  </a:lnTo>
                  <a:lnTo>
                    <a:pt x="1048" y="1072"/>
                  </a:lnTo>
                  <a:lnTo>
                    <a:pt x="975" y="1145"/>
                  </a:lnTo>
                  <a:lnTo>
                    <a:pt x="853" y="1193"/>
                  </a:lnTo>
                  <a:lnTo>
                    <a:pt x="731" y="1242"/>
                  </a:lnTo>
                  <a:lnTo>
                    <a:pt x="609" y="1242"/>
                  </a:lnTo>
                  <a:lnTo>
                    <a:pt x="609" y="1242"/>
                  </a:lnTo>
                  <a:lnTo>
                    <a:pt x="487" y="1242"/>
                  </a:lnTo>
                  <a:lnTo>
                    <a:pt x="366" y="1193"/>
                  </a:lnTo>
                  <a:lnTo>
                    <a:pt x="268" y="1145"/>
                  </a:lnTo>
                  <a:lnTo>
                    <a:pt x="171" y="1072"/>
                  </a:lnTo>
                  <a:lnTo>
                    <a:pt x="98" y="974"/>
                  </a:lnTo>
                  <a:lnTo>
                    <a:pt x="49" y="877"/>
                  </a:lnTo>
                  <a:lnTo>
                    <a:pt x="0" y="755"/>
                  </a:lnTo>
                  <a:lnTo>
                    <a:pt x="0" y="633"/>
                  </a:lnTo>
                  <a:lnTo>
                    <a:pt x="0" y="63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86" name="Group 120"/>
          <p:cNvGrpSpPr/>
          <p:nvPr/>
        </p:nvGrpSpPr>
        <p:grpSpPr>
          <a:xfrm>
            <a:off x="927720" y="2088720"/>
            <a:ext cx="320040" cy="320040"/>
            <a:chOff x="927720" y="2088720"/>
            <a:chExt cx="320040" cy="320040"/>
          </a:xfrm>
        </p:grpSpPr>
        <p:sp>
          <p:nvSpPr>
            <p:cNvPr id="1287" name="CustomShape 121"/>
            <p:cNvSpPr/>
            <p:nvPr/>
          </p:nvSpPr>
          <p:spPr>
            <a:xfrm>
              <a:off x="927720" y="2088720"/>
              <a:ext cx="320040" cy="320040"/>
            </a:xfrm>
            <a:custGeom>
              <a:avLst/>
              <a:gdLst/>
              <a:ahLst/>
              <a:rect l="l" t="t" r="r" b="b"/>
              <a:pathLst>
                <a:path w="15247" h="15247">
                  <a:moveTo>
                    <a:pt x="7623" y="0"/>
                  </a:moveTo>
                  <a:lnTo>
                    <a:pt x="7623" y="0"/>
                  </a:lnTo>
                  <a:lnTo>
                    <a:pt x="7233" y="0"/>
                  </a:lnTo>
                  <a:lnTo>
                    <a:pt x="6844" y="49"/>
                  </a:lnTo>
                  <a:lnTo>
                    <a:pt x="6454" y="98"/>
                  </a:lnTo>
                  <a:lnTo>
                    <a:pt x="6089" y="147"/>
                  </a:lnTo>
                  <a:lnTo>
                    <a:pt x="5723" y="244"/>
                  </a:lnTo>
                  <a:lnTo>
                    <a:pt x="5358" y="341"/>
                  </a:lnTo>
                  <a:lnTo>
                    <a:pt x="4993" y="463"/>
                  </a:lnTo>
                  <a:lnTo>
                    <a:pt x="4652" y="609"/>
                  </a:lnTo>
                  <a:lnTo>
                    <a:pt x="4311" y="755"/>
                  </a:lnTo>
                  <a:lnTo>
                    <a:pt x="3994" y="926"/>
                  </a:lnTo>
                  <a:lnTo>
                    <a:pt x="3678" y="1096"/>
                  </a:lnTo>
                  <a:lnTo>
                    <a:pt x="3361" y="1291"/>
                  </a:lnTo>
                  <a:lnTo>
                    <a:pt x="3069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1" y="2241"/>
                  </a:lnTo>
                  <a:lnTo>
                    <a:pt x="1973" y="2509"/>
                  </a:lnTo>
                  <a:lnTo>
                    <a:pt x="1729" y="2777"/>
                  </a:lnTo>
                  <a:lnTo>
                    <a:pt x="1510" y="3069"/>
                  </a:lnTo>
                  <a:lnTo>
                    <a:pt x="1291" y="3361"/>
                  </a:lnTo>
                  <a:lnTo>
                    <a:pt x="1096" y="3678"/>
                  </a:lnTo>
                  <a:lnTo>
                    <a:pt x="926" y="3995"/>
                  </a:lnTo>
                  <a:lnTo>
                    <a:pt x="755" y="4311"/>
                  </a:lnTo>
                  <a:lnTo>
                    <a:pt x="609" y="4652"/>
                  </a:lnTo>
                  <a:lnTo>
                    <a:pt x="463" y="4993"/>
                  </a:lnTo>
                  <a:lnTo>
                    <a:pt x="341" y="5358"/>
                  </a:lnTo>
                  <a:lnTo>
                    <a:pt x="244" y="5724"/>
                  </a:lnTo>
                  <a:lnTo>
                    <a:pt x="146" y="6089"/>
                  </a:lnTo>
                  <a:lnTo>
                    <a:pt x="97" y="6454"/>
                  </a:lnTo>
                  <a:lnTo>
                    <a:pt x="49" y="6844"/>
                  </a:lnTo>
                  <a:lnTo>
                    <a:pt x="0" y="7234"/>
                  </a:lnTo>
                  <a:lnTo>
                    <a:pt x="0" y="7623"/>
                  </a:lnTo>
                  <a:lnTo>
                    <a:pt x="0" y="7623"/>
                  </a:lnTo>
                  <a:lnTo>
                    <a:pt x="0" y="8013"/>
                  </a:lnTo>
                  <a:lnTo>
                    <a:pt x="49" y="8403"/>
                  </a:lnTo>
                  <a:lnTo>
                    <a:pt x="97" y="8793"/>
                  </a:lnTo>
                  <a:lnTo>
                    <a:pt x="146" y="9158"/>
                  </a:lnTo>
                  <a:lnTo>
                    <a:pt x="244" y="9523"/>
                  </a:lnTo>
                  <a:lnTo>
                    <a:pt x="341" y="9889"/>
                  </a:lnTo>
                  <a:lnTo>
                    <a:pt x="463" y="10254"/>
                  </a:lnTo>
                  <a:lnTo>
                    <a:pt x="609" y="10595"/>
                  </a:lnTo>
                  <a:lnTo>
                    <a:pt x="755" y="10936"/>
                  </a:lnTo>
                  <a:lnTo>
                    <a:pt x="926" y="11252"/>
                  </a:lnTo>
                  <a:lnTo>
                    <a:pt x="1096" y="11569"/>
                  </a:lnTo>
                  <a:lnTo>
                    <a:pt x="1291" y="11886"/>
                  </a:lnTo>
                  <a:lnTo>
                    <a:pt x="1510" y="12178"/>
                  </a:lnTo>
                  <a:lnTo>
                    <a:pt x="1729" y="12470"/>
                  </a:lnTo>
                  <a:lnTo>
                    <a:pt x="1973" y="12738"/>
                  </a:lnTo>
                  <a:lnTo>
                    <a:pt x="2241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69" y="13737"/>
                  </a:lnTo>
                  <a:lnTo>
                    <a:pt x="3361" y="13956"/>
                  </a:lnTo>
                  <a:lnTo>
                    <a:pt x="3678" y="14151"/>
                  </a:lnTo>
                  <a:lnTo>
                    <a:pt x="3994" y="14321"/>
                  </a:lnTo>
                  <a:lnTo>
                    <a:pt x="4311" y="14492"/>
                  </a:lnTo>
                  <a:lnTo>
                    <a:pt x="4652" y="14638"/>
                  </a:lnTo>
                  <a:lnTo>
                    <a:pt x="4993" y="14784"/>
                  </a:lnTo>
                  <a:lnTo>
                    <a:pt x="5358" y="14906"/>
                  </a:lnTo>
                  <a:lnTo>
                    <a:pt x="5723" y="15003"/>
                  </a:lnTo>
                  <a:lnTo>
                    <a:pt x="6089" y="15100"/>
                  </a:lnTo>
                  <a:lnTo>
                    <a:pt x="6454" y="15149"/>
                  </a:lnTo>
                  <a:lnTo>
                    <a:pt x="6844" y="15198"/>
                  </a:lnTo>
                  <a:lnTo>
                    <a:pt x="7233" y="15247"/>
                  </a:lnTo>
                  <a:lnTo>
                    <a:pt x="7623" y="15247"/>
                  </a:lnTo>
                  <a:lnTo>
                    <a:pt x="7623" y="15247"/>
                  </a:lnTo>
                  <a:lnTo>
                    <a:pt x="8013" y="15247"/>
                  </a:lnTo>
                  <a:lnTo>
                    <a:pt x="8403" y="15198"/>
                  </a:lnTo>
                  <a:lnTo>
                    <a:pt x="8792" y="15149"/>
                  </a:lnTo>
                  <a:lnTo>
                    <a:pt x="9158" y="15100"/>
                  </a:lnTo>
                  <a:lnTo>
                    <a:pt x="9523" y="15003"/>
                  </a:lnTo>
                  <a:lnTo>
                    <a:pt x="9888" y="14906"/>
                  </a:lnTo>
                  <a:lnTo>
                    <a:pt x="10253" y="14784"/>
                  </a:lnTo>
                  <a:lnTo>
                    <a:pt x="10594" y="14638"/>
                  </a:lnTo>
                  <a:lnTo>
                    <a:pt x="10935" y="14492"/>
                  </a:lnTo>
                  <a:lnTo>
                    <a:pt x="11252" y="14321"/>
                  </a:lnTo>
                  <a:lnTo>
                    <a:pt x="11569" y="14151"/>
                  </a:lnTo>
                  <a:lnTo>
                    <a:pt x="11885" y="13956"/>
                  </a:lnTo>
                  <a:lnTo>
                    <a:pt x="12178" y="13737"/>
                  </a:lnTo>
                  <a:lnTo>
                    <a:pt x="12470" y="13517"/>
                  </a:lnTo>
                  <a:lnTo>
                    <a:pt x="12738" y="13274"/>
                  </a:lnTo>
                  <a:lnTo>
                    <a:pt x="13006" y="13006"/>
                  </a:lnTo>
                  <a:lnTo>
                    <a:pt x="13273" y="12738"/>
                  </a:lnTo>
                  <a:lnTo>
                    <a:pt x="13517" y="12470"/>
                  </a:lnTo>
                  <a:lnTo>
                    <a:pt x="13736" y="12178"/>
                  </a:lnTo>
                  <a:lnTo>
                    <a:pt x="13955" y="11886"/>
                  </a:lnTo>
                  <a:lnTo>
                    <a:pt x="14150" y="11569"/>
                  </a:lnTo>
                  <a:lnTo>
                    <a:pt x="14321" y="11252"/>
                  </a:lnTo>
                  <a:lnTo>
                    <a:pt x="14491" y="10936"/>
                  </a:lnTo>
                  <a:lnTo>
                    <a:pt x="14637" y="10595"/>
                  </a:lnTo>
                  <a:lnTo>
                    <a:pt x="14783" y="10254"/>
                  </a:lnTo>
                  <a:lnTo>
                    <a:pt x="14905" y="9889"/>
                  </a:lnTo>
                  <a:lnTo>
                    <a:pt x="15003" y="9523"/>
                  </a:lnTo>
                  <a:lnTo>
                    <a:pt x="15100" y="9158"/>
                  </a:lnTo>
                  <a:lnTo>
                    <a:pt x="15149" y="8793"/>
                  </a:lnTo>
                  <a:lnTo>
                    <a:pt x="15198" y="8403"/>
                  </a:lnTo>
                  <a:lnTo>
                    <a:pt x="15246" y="8013"/>
                  </a:lnTo>
                  <a:lnTo>
                    <a:pt x="15246" y="7623"/>
                  </a:lnTo>
                  <a:lnTo>
                    <a:pt x="15246" y="7623"/>
                  </a:lnTo>
                  <a:lnTo>
                    <a:pt x="15246" y="7234"/>
                  </a:lnTo>
                  <a:lnTo>
                    <a:pt x="15198" y="6844"/>
                  </a:lnTo>
                  <a:lnTo>
                    <a:pt x="15149" y="6454"/>
                  </a:lnTo>
                  <a:lnTo>
                    <a:pt x="15100" y="6089"/>
                  </a:lnTo>
                  <a:lnTo>
                    <a:pt x="15003" y="5724"/>
                  </a:lnTo>
                  <a:lnTo>
                    <a:pt x="14905" y="5358"/>
                  </a:lnTo>
                  <a:lnTo>
                    <a:pt x="14783" y="4993"/>
                  </a:lnTo>
                  <a:lnTo>
                    <a:pt x="14637" y="4652"/>
                  </a:lnTo>
                  <a:lnTo>
                    <a:pt x="14491" y="4311"/>
                  </a:lnTo>
                  <a:lnTo>
                    <a:pt x="14321" y="3995"/>
                  </a:lnTo>
                  <a:lnTo>
                    <a:pt x="14150" y="3678"/>
                  </a:lnTo>
                  <a:lnTo>
                    <a:pt x="13955" y="3361"/>
                  </a:lnTo>
                  <a:lnTo>
                    <a:pt x="13736" y="3069"/>
                  </a:lnTo>
                  <a:lnTo>
                    <a:pt x="13517" y="2777"/>
                  </a:lnTo>
                  <a:lnTo>
                    <a:pt x="13273" y="2509"/>
                  </a:lnTo>
                  <a:lnTo>
                    <a:pt x="13006" y="2241"/>
                  </a:lnTo>
                  <a:lnTo>
                    <a:pt x="12738" y="1973"/>
                  </a:lnTo>
                  <a:lnTo>
                    <a:pt x="12470" y="1730"/>
                  </a:lnTo>
                  <a:lnTo>
                    <a:pt x="12178" y="1510"/>
                  </a:lnTo>
                  <a:lnTo>
                    <a:pt x="11885" y="1291"/>
                  </a:lnTo>
                  <a:lnTo>
                    <a:pt x="11569" y="1096"/>
                  </a:lnTo>
                  <a:lnTo>
                    <a:pt x="11252" y="926"/>
                  </a:lnTo>
                  <a:lnTo>
                    <a:pt x="10935" y="755"/>
                  </a:lnTo>
                  <a:lnTo>
                    <a:pt x="10594" y="609"/>
                  </a:lnTo>
                  <a:lnTo>
                    <a:pt x="10253" y="463"/>
                  </a:lnTo>
                  <a:lnTo>
                    <a:pt x="9888" y="341"/>
                  </a:lnTo>
                  <a:lnTo>
                    <a:pt x="9523" y="244"/>
                  </a:lnTo>
                  <a:lnTo>
                    <a:pt x="9158" y="147"/>
                  </a:lnTo>
                  <a:lnTo>
                    <a:pt x="8792" y="98"/>
                  </a:lnTo>
                  <a:lnTo>
                    <a:pt x="8403" y="49"/>
                  </a:lnTo>
                  <a:lnTo>
                    <a:pt x="8013" y="0"/>
                  </a:lnTo>
                  <a:lnTo>
                    <a:pt x="7623" y="0"/>
                  </a:lnTo>
                  <a:lnTo>
                    <a:pt x="7623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8" name="CustomShape 122"/>
            <p:cNvSpPr/>
            <p:nvPr/>
          </p:nvSpPr>
          <p:spPr>
            <a:xfrm>
              <a:off x="1134720" y="2231640"/>
              <a:ext cx="36360" cy="39600"/>
            </a:xfrm>
            <a:custGeom>
              <a:avLst/>
              <a:gdLst/>
              <a:ahLst/>
              <a:rect l="l" t="t" r="r" b="b"/>
              <a:pathLst>
                <a:path w="1755" h="1901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9" name="CustomShape 123"/>
            <p:cNvSpPr/>
            <p:nvPr/>
          </p:nvSpPr>
          <p:spPr>
            <a:xfrm>
              <a:off x="1003680" y="2231640"/>
              <a:ext cx="36360" cy="39600"/>
            </a:xfrm>
            <a:custGeom>
              <a:avLst/>
              <a:gdLst/>
              <a:ahLst/>
              <a:rect l="l" t="t" r="r" b="b"/>
              <a:pathLst>
                <a:path w="1755" h="1901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1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1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0" name="CustomShape 124"/>
            <p:cNvSpPr/>
            <p:nvPr/>
          </p:nvSpPr>
          <p:spPr>
            <a:xfrm>
              <a:off x="1003680" y="2316600"/>
              <a:ext cx="167400" cy="33840"/>
            </a:xfrm>
            <a:custGeom>
              <a:avLst/>
              <a:gdLst/>
              <a:ahLst/>
              <a:rect l="l" t="t" r="r" b="b"/>
              <a:pathLst>
                <a:path w="7990" h="1633">
                  <a:moveTo>
                    <a:pt x="7989" y="0"/>
                  </a:moveTo>
                  <a:lnTo>
                    <a:pt x="7989" y="0"/>
                  </a:lnTo>
                  <a:lnTo>
                    <a:pt x="7575" y="366"/>
                  </a:lnTo>
                  <a:lnTo>
                    <a:pt x="7137" y="707"/>
                  </a:lnTo>
                  <a:lnTo>
                    <a:pt x="6650" y="975"/>
                  </a:lnTo>
                  <a:lnTo>
                    <a:pt x="6163" y="1218"/>
                  </a:lnTo>
                  <a:lnTo>
                    <a:pt x="5627" y="1389"/>
                  </a:lnTo>
                  <a:lnTo>
                    <a:pt x="5115" y="1535"/>
                  </a:lnTo>
                  <a:lnTo>
                    <a:pt x="4555" y="1608"/>
                  </a:lnTo>
                  <a:lnTo>
                    <a:pt x="3995" y="1632"/>
                  </a:lnTo>
                  <a:lnTo>
                    <a:pt x="3995" y="1632"/>
                  </a:lnTo>
                  <a:lnTo>
                    <a:pt x="3435" y="1608"/>
                  </a:lnTo>
                  <a:lnTo>
                    <a:pt x="2875" y="1535"/>
                  </a:lnTo>
                  <a:lnTo>
                    <a:pt x="2363" y="1389"/>
                  </a:lnTo>
                  <a:lnTo>
                    <a:pt x="1828" y="1218"/>
                  </a:lnTo>
                  <a:lnTo>
                    <a:pt x="1340" y="975"/>
                  </a:lnTo>
                  <a:lnTo>
                    <a:pt x="853" y="707"/>
                  </a:lnTo>
                  <a:lnTo>
                    <a:pt x="415" y="366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91" name="Group 125"/>
          <p:cNvGrpSpPr/>
          <p:nvPr/>
        </p:nvGrpSpPr>
        <p:grpSpPr>
          <a:xfrm>
            <a:off x="1492560" y="2088720"/>
            <a:ext cx="320040" cy="320040"/>
            <a:chOff x="1492560" y="2088720"/>
            <a:chExt cx="320040" cy="320040"/>
          </a:xfrm>
        </p:grpSpPr>
        <p:sp>
          <p:nvSpPr>
            <p:cNvPr id="1292" name="CustomShape 126"/>
            <p:cNvSpPr/>
            <p:nvPr/>
          </p:nvSpPr>
          <p:spPr>
            <a:xfrm>
              <a:off x="1492560" y="2088720"/>
              <a:ext cx="320040" cy="320040"/>
            </a:xfrm>
            <a:custGeom>
              <a:avLst/>
              <a:gdLst/>
              <a:ahLst/>
              <a:rect l="l" t="t" r="r" b="b"/>
              <a:pathLst>
                <a:path w="15248" h="15247">
                  <a:moveTo>
                    <a:pt x="7624" y="0"/>
                  </a:moveTo>
                  <a:lnTo>
                    <a:pt x="7624" y="0"/>
                  </a:lnTo>
                  <a:lnTo>
                    <a:pt x="7234" y="0"/>
                  </a:lnTo>
                  <a:lnTo>
                    <a:pt x="6845" y="49"/>
                  </a:lnTo>
                  <a:lnTo>
                    <a:pt x="6455" y="98"/>
                  </a:lnTo>
                  <a:lnTo>
                    <a:pt x="6090" y="147"/>
                  </a:lnTo>
                  <a:lnTo>
                    <a:pt x="5724" y="244"/>
                  </a:lnTo>
                  <a:lnTo>
                    <a:pt x="5359" y="341"/>
                  </a:lnTo>
                  <a:lnTo>
                    <a:pt x="4994" y="463"/>
                  </a:lnTo>
                  <a:lnTo>
                    <a:pt x="4653" y="609"/>
                  </a:lnTo>
                  <a:lnTo>
                    <a:pt x="4312" y="755"/>
                  </a:lnTo>
                  <a:lnTo>
                    <a:pt x="3995" y="926"/>
                  </a:lnTo>
                  <a:lnTo>
                    <a:pt x="3678" y="1096"/>
                  </a:lnTo>
                  <a:lnTo>
                    <a:pt x="3362" y="1291"/>
                  </a:lnTo>
                  <a:lnTo>
                    <a:pt x="3070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2" y="2241"/>
                  </a:lnTo>
                  <a:lnTo>
                    <a:pt x="1974" y="2509"/>
                  </a:lnTo>
                  <a:lnTo>
                    <a:pt x="1730" y="2777"/>
                  </a:lnTo>
                  <a:lnTo>
                    <a:pt x="1511" y="3069"/>
                  </a:lnTo>
                  <a:lnTo>
                    <a:pt x="1292" y="3361"/>
                  </a:lnTo>
                  <a:lnTo>
                    <a:pt x="1097" y="3678"/>
                  </a:lnTo>
                  <a:lnTo>
                    <a:pt x="926" y="3995"/>
                  </a:lnTo>
                  <a:lnTo>
                    <a:pt x="756" y="4311"/>
                  </a:lnTo>
                  <a:lnTo>
                    <a:pt x="610" y="4652"/>
                  </a:lnTo>
                  <a:lnTo>
                    <a:pt x="464" y="4993"/>
                  </a:lnTo>
                  <a:lnTo>
                    <a:pt x="342" y="5358"/>
                  </a:lnTo>
                  <a:lnTo>
                    <a:pt x="244" y="5724"/>
                  </a:lnTo>
                  <a:lnTo>
                    <a:pt x="147" y="6089"/>
                  </a:lnTo>
                  <a:lnTo>
                    <a:pt x="98" y="6454"/>
                  </a:lnTo>
                  <a:lnTo>
                    <a:pt x="50" y="6844"/>
                  </a:lnTo>
                  <a:lnTo>
                    <a:pt x="1" y="7234"/>
                  </a:lnTo>
                  <a:lnTo>
                    <a:pt x="1" y="7623"/>
                  </a:lnTo>
                  <a:lnTo>
                    <a:pt x="1" y="7623"/>
                  </a:lnTo>
                  <a:lnTo>
                    <a:pt x="1" y="8013"/>
                  </a:lnTo>
                  <a:lnTo>
                    <a:pt x="50" y="8403"/>
                  </a:lnTo>
                  <a:lnTo>
                    <a:pt x="98" y="8793"/>
                  </a:lnTo>
                  <a:lnTo>
                    <a:pt x="147" y="9158"/>
                  </a:lnTo>
                  <a:lnTo>
                    <a:pt x="244" y="9523"/>
                  </a:lnTo>
                  <a:lnTo>
                    <a:pt x="342" y="9889"/>
                  </a:lnTo>
                  <a:lnTo>
                    <a:pt x="464" y="10254"/>
                  </a:lnTo>
                  <a:lnTo>
                    <a:pt x="610" y="10595"/>
                  </a:lnTo>
                  <a:lnTo>
                    <a:pt x="756" y="10936"/>
                  </a:lnTo>
                  <a:lnTo>
                    <a:pt x="926" y="11252"/>
                  </a:lnTo>
                  <a:lnTo>
                    <a:pt x="1097" y="11569"/>
                  </a:lnTo>
                  <a:lnTo>
                    <a:pt x="1292" y="11886"/>
                  </a:lnTo>
                  <a:lnTo>
                    <a:pt x="1511" y="12178"/>
                  </a:lnTo>
                  <a:lnTo>
                    <a:pt x="1730" y="12470"/>
                  </a:lnTo>
                  <a:lnTo>
                    <a:pt x="1974" y="12738"/>
                  </a:lnTo>
                  <a:lnTo>
                    <a:pt x="2242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70" y="13737"/>
                  </a:lnTo>
                  <a:lnTo>
                    <a:pt x="3362" y="13956"/>
                  </a:lnTo>
                  <a:lnTo>
                    <a:pt x="3678" y="14151"/>
                  </a:lnTo>
                  <a:lnTo>
                    <a:pt x="3995" y="14321"/>
                  </a:lnTo>
                  <a:lnTo>
                    <a:pt x="4312" y="14492"/>
                  </a:lnTo>
                  <a:lnTo>
                    <a:pt x="4653" y="14638"/>
                  </a:lnTo>
                  <a:lnTo>
                    <a:pt x="4994" y="14784"/>
                  </a:lnTo>
                  <a:lnTo>
                    <a:pt x="5359" y="14906"/>
                  </a:lnTo>
                  <a:lnTo>
                    <a:pt x="5724" y="15003"/>
                  </a:lnTo>
                  <a:lnTo>
                    <a:pt x="6090" y="15100"/>
                  </a:lnTo>
                  <a:lnTo>
                    <a:pt x="6455" y="15149"/>
                  </a:lnTo>
                  <a:lnTo>
                    <a:pt x="6845" y="15198"/>
                  </a:lnTo>
                  <a:lnTo>
                    <a:pt x="7234" y="15247"/>
                  </a:lnTo>
                  <a:lnTo>
                    <a:pt x="7624" y="15247"/>
                  </a:lnTo>
                  <a:lnTo>
                    <a:pt x="7624" y="15247"/>
                  </a:lnTo>
                  <a:lnTo>
                    <a:pt x="8014" y="15247"/>
                  </a:lnTo>
                  <a:lnTo>
                    <a:pt x="8403" y="15198"/>
                  </a:lnTo>
                  <a:lnTo>
                    <a:pt x="8793" y="15149"/>
                  </a:lnTo>
                  <a:lnTo>
                    <a:pt x="9158" y="15100"/>
                  </a:lnTo>
                  <a:lnTo>
                    <a:pt x="9524" y="15003"/>
                  </a:lnTo>
                  <a:lnTo>
                    <a:pt x="9889" y="14906"/>
                  </a:lnTo>
                  <a:lnTo>
                    <a:pt x="10254" y="14784"/>
                  </a:lnTo>
                  <a:lnTo>
                    <a:pt x="10595" y="14638"/>
                  </a:lnTo>
                  <a:lnTo>
                    <a:pt x="10936" y="14492"/>
                  </a:lnTo>
                  <a:lnTo>
                    <a:pt x="11253" y="14321"/>
                  </a:lnTo>
                  <a:lnTo>
                    <a:pt x="11569" y="14151"/>
                  </a:lnTo>
                  <a:lnTo>
                    <a:pt x="11886" y="13956"/>
                  </a:lnTo>
                  <a:lnTo>
                    <a:pt x="12178" y="13737"/>
                  </a:lnTo>
                  <a:lnTo>
                    <a:pt x="12471" y="13517"/>
                  </a:lnTo>
                  <a:lnTo>
                    <a:pt x="12739" y="13274"/>
                  </a:lnTo>
                  <a:lnTo>
                    <a:pt x="13006" y="13006"/>
                  </a:lnTo>
                  <a:lnTo>
                    <a:pt x="13274" y="12738"/>
                  </a:lnTo>
                  <a:lnTo>
                    <a:pt x="13518" y="12470"/>
                  </a:lnTo>
                  <a:lnTo>
                    <a:pt x="13737" y="12178"/>
                  </a:lnTo>
                  <a:lnTo>
                    <a:pt x="13956" y="11886"/>
                  </a:lnTo>
                  <a:lnTo>
                    <a:pt x="14151" y="11569"/>
                  </a:lnTo>
                  <a:lnTo>
                    <a:pt x="14322" y="11252"/>
                  </a:lnTo>
                  <a:lnTo>
                    <a:pt x="14492" y="10936"/>
                  </a:lnTo>
                  <a:lnTo>
                    <a:pt x="14638" y="10595"/>
                  </a:lnTo>
                  <a:lnTo>
                    <a:pt x="14784" y="10254"/>
                  </a:lnTo>
                  <a:lnTo>
                    <a:pt x="14906" y="9889"/>
                  </a:lnTo>
                  <a:lnTo>
                    <a:pt x="15004" y="9523"/>
                  </a:lnTo>
                  <a:lnTo>
                    <a:pt x="15101" y="9158"/>
                  </a:lnTo>
                  <a:lnTo>
                    <a:pt x="15150" y="8793"/>
                  </a:lnTo>
                  <a:lnTo>
                    <a:pt x="15198" y="8403"/>
                  </a:lnTo>
                  <a:lnTo>
                    <a:pt x="15247" y="8013"/>
                  </a:lnTo>
                  <a:lnTo>
                    <a:pt x="15247" y="7623"/>
                  </a:lnTo>
                  <a:lnTo>
                    <a:pt x="15247" y="7623"/>
                  </a:lnTo>
                  <a:lnTo>
                    <a:pt x="15247" y="7234"/>
                  </a:lnTo>
                  <a:lnTo>
                    <a:pt x="15198" y="6844"/>
                  </a:lnTo>
                  <a:lnTo>
                    <a:pt x="15150" y="6454"/>
                  </a:lnTo>
                  <a:lnTo>
                    <a:pt x="15101" y="6089"/>
                  </a:lnTo>
                  <a:lnTo>
                    <a:pt x="15004" y="5724"/>
                  </a:lnTo>
                  <a:lnTo>
                    <a:pt x="14906" y="5358"/>
                  </a:lnTo>
                  <a:lnTo>
                    <a:pt x="14784" y="4993"/>
                  </a:lnTo>
                  <a:lnTo>
                    <a:pt x="14638" y="4652"/>
                  </a:lnTo>
                  <a:lnTo>
                    <a:pt x="14492" y="4311"/>
                  </a:lnTo>
                  <a:lnTo>
                    <a:pt x="14322" y="3995"/>
                  </a:lnTo>
                  <a:lnTo>
                    <a:pt x="14151" y="3678"/>
                  </a:lnTo>
                  <a:lnTo>
                    <a:pt x="13956" y="3361"/>
                  </a:lnTo>
                  <a:lnTo>
                    <a:pt x="13737" y="3069"/>
                  </a:lnTo>
                  <a:lnTo>
                    <a:pt x="13518" y="2777"/>
                  </a:lnTo>
                  <a:lnTo>
                    <a:pt x="13274" y="2509"/>
                  </a:lnTo>
                  <a:lnTo>
                    <a:pt x="13006" y="2241"/>
                  </a:lnTo>
                  <a:lnTo>
                    <a:pt x="12739" y="1973"/>
                  </a:lnTo>
                  <a:lnTo>
                    <a:pt x="12471" y="1730"/>
                  </a:lnTo>
                  <a:lnTo>
                    <a:pt x="12178" y="1510"/>
                  </a:lnTo>
                  <a:lnTo>
                    <a:pt x="11886" y="1291"/>
                  </a:lnTo>
                  <a:lnTo>
                    <a:pt x="11569" y="1096"/>
                  </a:lnTo>
                  <a:lnTo>
                    <a:pt x="11253" y="926"/>
                  </a:lnTo>
                  <a:lnTo>
                    <a:pt x="10936" y="755"/>
                  </a:lnTo>
                  <a:lnTo>
                    <a:pt x="10595" y="609"/>
                  </a:lnTo>
                  <a:lnTo>
                    <a:pt x="10254" y="463"/>
                  </a:lnTo>
                  <a:lnTo>
                    <a:pt x="9889" y="341"/>
                  </a:lnTo>
                  <a:lnTo>
                    <a:pt x="9524" y="244"/>
                  </a:lnTo>
                  <a:lnTo>
                    <a:pt x="9158" y="147"/>
                  </a:lnTo>
                  <a:lnTo>
                    <a:pt x="8793" y="98"/>
                  </a:lnTo>
                  <a:lnTo>
                    <a:pt x="8403" y="49"/>
                  </a:lnTo>
                  <a:lnTo>
                    <a:pt x="8014" y="0"/>
                  </a:lnTo>
                  <a:lnTo>
                    <a:pt x="7624" y="0"/>
                  </a:lnTo>
                  <a:lnTo>
                    <a:pt x="762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3" name="CustomShape 127"/>
            <p:cNvSpPr/>
            <p:nvPr/>
          </p:nvSpPr>
          <p:spPr>
            <a:xfrm>
              <a:off x="1699920" y="2231640"/>
              <a:ext cx="36360" cy="39600"/>
            </a:xfrm>
            <a:custGeom>
              <a:avLst/>
              <a:gdLst/>
              <a:ahLst/>
              <a:rect l="l" t="t" r="r" b="b"/>
              <a:pathLst>
                <a:path w="1755" h="1901">
                  <a:moveTo>
                    <a:pt x="877" y="0"/>
                  </a:move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4" name="CustomShape 128"/>
            <p:cNvSpPr/>
            <p:nvPr/>
          </p:nvSpPr>
          <p:spPr>
            <a:xfrm>
              <a:off x="1568880" y="2231640"/>
              <a:ext cx="36360" cy="39600"/>
            </a:xfrm>
            <a:custGeom>
              <a:avLst/>
              <a:gdLst/>
              <a:ahLst/>
              <a:rect l="l" t="t" r="r" b="b"/>
              <a:pathLst>
                <a:path w="1755" h="1901">
                  <a:moveTo>
                    <a:pt x="878" y="0"/>
                  </a:moveTo>
                  <a:lnTo>
                    <a:pt x="878" y="0"/>
                  </a:lnTo>
                  <a:lnTo>
                    <a:pt x="1048" y="25"/>
                  </a:lnTo>
                  <a:lnTo>
                    <a:pt x="1219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9" y="1827"/>
                  </a:lnTo>
                  <a:lnTo>
                    <a:pt x="1048" y="1876"/>
                  </a:lnTo>
                  <a:lnTo>
                    <a:pt x="878" y="1900"/>
                  </a:lnTo>
                  <a:lnTo>
                    <a:pt x="878" y="1900"/>
                  </a:lnTo>
                  <a:lnTo>
                    <a:pt x="707" y="1876"/>
                  </a:lnTo>
                  <a:lnTo>
                    <a:pt x="537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7" y="73"/>
                  </a:lnTo>
                  <a:lnTo>
                    <a:pt x="707" y="25"/>
                  </a:lnTo>
                  <a:lnTo>
                    <a:pt x="878" y="0"/>
                  </a:lnTo>
                  <a:lnTo>
                    <a:pt x="87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5" name="CustomShape 129"/>
            <p:cNvSpPr/>
            <p:nvPr/>
          </p:nvSpPr>
          <p:spPr>
            <a:xfrm>
              <a:off x="1568880" y="2299680"/>
              <a:ext cx="167400" cy="34560"/>
            </a:xfrm>
            <a:custGeom>
              <a:avLst/>
              <a:gdLst/>
              <a:ahLst/>
              <a:rect l="l" t="t" r="r" b="b"/>
              <a:pathLst>
                <a:path w="7990" h="1657">
                  <a:moveTo>
                    <a:pt x="1" y="1657"/>
                  </a:moveTo>
                  <a:lnTo>
                    <a:pt x="1" y="1657"/>
                  </a:lnTo>
                  <a:lnTo>
                    <a:pt x="415" y="1291"/>
                  </a:lnTo>
                  <a:lnTo>
                    <a:pt x="853" y="950"/>
                  </a:lnTo>
                  <a:lnTo>
                    <a:pt x="1340" y="683"/>
                  </a:lnTo>
                  <a:lnTo>
                    <a:pt x="1827" y="439"/>
                  </a:lnTo>
                  <a:lnTo>
                    <a:pt x="2363" y="244"/>
                  </a:lnTo>
                  <a:lnTo>
                    <a:pt x="2875" y="122"/>
                  </a:lnTo>
                  <a:lnTo>
                    <a:pt x="3435" y="49"/>
                  </a:lnTo>
                  <a:lnTo>
                    <a:pt x="3995" y="1"/>
                  </a:lnTo>
                  <a:lnTo>
                    <a:pt x="3995" y="1"/>
                  </a:lnTo>
                  <a:lnTo>
                    <a:pt x="4555" y="49"/>
                  </a:lnTo>
                  <a:lnTo>
                    <a:pt x="5115" y="122"/>
                  </a:lnTo>
                  <a:lnTo>
                    <a:pt x="5627" y="244"/>
                  </a:lnTo>
                  <a:lnTo>
                    <a:pt x="6163" y="439"/>
                  </a:lnTo>
                  <a:lnTo>
                    <a:pt x="6650" y="683"/>
                  </a:lnTo>
                  <a:lnTo>
                    <a:pt x="7137" y="950"/>
                  </a:lnTo>
                  <a:lnTo>
                    <a:pt x="7575" y="1291"/>
                  </a:lnTo>
                  <a:lnTo>
                    <a:pt x="7989" y="165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96" name="Group 130"/>
          <p:cNvGrpSpPr/>
          <p:nvPr/>
        </p:nvGrpSpPr>
        <p:grpSpPr>
          <a:xfrm>
            <a:off x="2057400" y="2088720"/>
            <a:ext cx="320040" cy="320040"/>
            <a:chOff x="2057400" y="2088720"/>
            <a:chExt cx="320040" cy="320040"/>
          </a:xfrm>
        </p:grpSpPr>
        <p:sp>
          <p:nvSpPr>
            <p:cNvPr id="1297" name="CustomShape 131"/>
            <p:cNvSpPr/>
            <p:nvPr/>
          </p:nvSpPr>
          <p:spPr>
            <a:xfrm>
              <a:off x="2057400" y="2088720"/>
              <a:ext cx="320040" cy="320040"/>
            </a:xfrm>
            <a:custGeom>
              <a:avLst/>
              <a:gdLst/>
              <a:ahLst/>
              <a:rect l="l" t="t" r="r" b="b"/>
              <a:pathLst>
                <a:path w="15247" h="15247">
                  <a:moveTo>
                    <a:pt x="7624" y="0"/>
                  </a:moveTo>
                  <a:lnTo>
                    <a:pt x="7624" y="0"/>
                  </a:lnTo>
                  <a:lnTo>
                    <a:pt x="7234" y="0"/>
                  </a:lnTo>
                  <a:lnTo>
                    <a:pt x="6844" y="49"/>
                  </a:lnTo>
                  <a:lnTo>
                    <a:pt x="6455" y="98"/>
                  </a:lnTo>
                  <a:lnTo>
                    <a:pt x="6089" y="147"/>
                  </a:lnTo>
                  <a:lnTo>
                    <a:pt x="5724" y="244"/>
                  </a:lnTo>
                  <a:lnTo>
                    <a:pt x="5359" y="341"/>
                  </a:lnTo>
                  <a:lnTo>
                    <a:pt x="4994" y="463"/>
                  </a:lnTo>
                  <a:lnTo>
                    <a:pt x="4653" y="609"/>
                  </a:lnTo>
                  <a:lnTo>
                    <a:pt x="4312" y="755"/>
                  </a:lnTo>
                  <a:lnTo>
                    <a:pt x="3995" y="926"/>
                  </a:lnTo>
                  <a:lnTo>
                    <a:pt x="3678" y="1096"/>
                  </a:lnTo>
                  <a:lnTo>
                    <a:pt x="3362" y="1291"/>
                  </a:lnTo>
                  <a:lnTo>
                    <a:pt x="3069" y="1510"/>
                  </a:lnTo>
                  <a:lnTo>
                    <a:pt x="2777" y="1730"/>
                  </a:lnTo>
                  <a:lnTo>
                    <a:pt x="2509" y="1973"/>
                  </a:lnTo>
                  <a:lnTo>
                    <a:pt x="2241" y="2241"/>
                  </a:lnTo>
                  <a:lnTo>
                    <a:pt x="1973" y="2509"/>
                  </a:lnTo>
                  <a:lnTo>
                    <a:pt x="1730" y="2777"/>
                  </a:lnTo>
                  <a:lnTo>
                    <a:pt x="1511" y="3069"/>
                  </a:lnTo>
                  <a:lnTo>
                    <a:pt x="1292" y="3361"/>
                  </a:lnTo>
                  <a:lnTo>
                    <a:pt x="1097" y="3678"/>
                  </a:lnTo>
                  <a:lnTo>
                    <a:pt x="926" y="3995"/>
                  </a:lnTo>
                  <a:lnTo>
                    <a:pt x="756" y="4311"/>
                  </a:lnTo>
                  <a:lnTo>
                    <a:pt x="610" y="4652"/>
                  </a:lnTo>
                  <a:lnTo>
                    <a:pt x="463" y="4993"/>
                  </a:lnTo>
                  <a:lnTo>
                    <a:pt x="342" y="5358"/>
                  </a:lnTo>
                  <a:lnTo>
                    <a:pt x="244" y="5724"/>
                  </a:lnTo>
                  <a:lnTo>
                    <a:pt x="147" y="6089"/>
                  </a:lnTo>
                  <a:lnTo>
                    <a:pt x="98" y="6454"/>
                  </a:lnTo>
                  <a:lnTo>
                    <a:pt x="49" y="6844"/>
                  </a:lnTo>
                  <a:lnTo>
                    <a:pt x="1" y="7234"/>
                  </a:lnTo>
                  <a:lnTo>
                    <a:pt x="1" y="7623"/>
                  </a:lnTo>
                  <a:lnTo>
                    <a:pt x="1" y="7623"/>
                  </a:lnTo>
                  <a:lnTo>
                    <a:pt x="1" y="8013"/>
                  </a:lnTo>
                  <a:lnTo>
                    <a:pt x="49" y="8403"/>
                  </a:lnTo>
                  <a:lnTo>
                    <a:pt x="98" y="8793"/>
                  </a:lnTo>
                  <a:lnTo>
                    <a:pt x="147" y="9158"/>
                  </a:lnTo>
                  <a:lnTo>
                    <a:pt x="244" y="9523"/>
                  </a:lnTo>
                  <a:lnTo>
                    <a:pt x="342" y="9889"/>
                  </a:lnTo>
                  <a:lnTo>
                    <a:pt x="463" y="10254"/>
                  </a:lnTo>
                  <a:lnTo>
                    <a:pt x="610" y="10595"/>
                  </a:lnTo>
                  <a:lnTo>
                    <a:pt x="756" y="10936"/>
                  </a:lnTo>
                  <a:lnTo>
                    <a:pt x="926" y="11252"/>
                  </a:lnTo>
                  <a:lnTo>
                    <a:pt x="1097" y="11569"/>
                  </a:lnTo>
                  <a:lnTo>
                    <a:pt x="1292" y="11886"/>
                  </a:lnTo>
                  <a:lnTo>
                    <a:pt x="1511" y="12178"/>
                  </a:lnTo>
                  <a:lnTo>
                    <a:pt x="1730" y="12470"/>
                  </a:lnTo>
                  <a:lnTo>
                    <a:pt x="1973" y="12738"/>
                  </a:lnTo>
                  <a:lnTo>
                    <a:pt x="2241" y="13006"/>
                  </a:lnTo>
                  <a:lnTo>
                    <a:pt x="2509" y="13274"/>
                  </a:lnTo>
                  <a:lnTo>
                    <a:pt x="2777" y="13517"/>
                  </a:lnTo>
                  <a:lnTo>
                    <a:pt x="3069" y="13737"/>
                  </a:lnTo>
                  <a:lnTo>
                    <a:pt x="3362" y="13956"/>
                  </a:lnTo>
                  <a:lnTo>
                    <a:pt x="3678" y="14151"/>
                  </a:lnTo>
                  <a:lnTo>
                    <a:pt x="3995" y="14321"/>
                  </a:lnTo>
                  <a:lnTo>
                    <a:pt x="4312" y="14492"/>
                  </a:lnTo>
                  <a:lnTo>
                    <a:pt x="4653" y="14638"/>
                  </a:lnTo>
                  <a:lnTo>
                    <a:pt x="4994" y="14784"/>
                  </a:lnTo>
                  <a:lnTo>
                    <a:pt x="5359" y="14906"/>
                  </a:lnTo>
                  <a:lnTo>
                    <a:pt x="5724" y="15003"/>
                  </a:lnTo>
                  <a:lnTo>
                    <a:pt x="6089" y="15100"/>
                  </a:lnTo>
                  <a:lnTo>
                    <a:pt x="6455" y="15149"/>
                  </a:lnTo>
                  <a:lnTo>
                    <a:pt x="6844" y="15198"/>
                  </a:lnTo>
                  <a:lnTo>
                    <a:pt x="7234" y="15247"/>
                  </a:lnTo>
                  <a:lnTo>
                    <a:pt x="7624" y="15247"/>
                  </a:lnTo>
                  <a:lnTo>
                    <a:pt x="7624" y="15247"/>
                  </a:lnTo>
                  <a:lnTo>
                    <a:pt x="8014" y="15247"/>
                  </a:lnTo>
                  <a:lnTo>
                    <a:pt x="8403" y="15198"/>
                  </a:lnTo>
                  <a:lnTo>
                    <a:pt x="8793" y="15149"/>
                  </a:lnTo>
                  <a:lnTo>
                    <a:pt x="9158" y="15100"/>
                  </a:lnTo>
                  <a:lnTo>
                    <a:pt x="9524" y="15003"/>
                  </a:lnTo>
                  <a:lnTo>
                    <a:pt x="9889" y="14906"/>
                  </a:lnTo>
                  <a:lnTo>
                    <a:pt x="10254" y="14784"/>
                  </a:lnTo>
                  <a:lnTo>
                    <a:pt x="10595" y="14638"/>
                  </a:lnTo>
                  <a:lnTo>
                    <a:pt x="10936" y="14492"/>
                  </a:lnTo>
                  <a:lnTo>
                    <a:pt x="11253" y="14321"/>
                  </a:lnTo>
                  <a:lnTo>
                    <a:pt x="11569" y="14151"/>
                  </a:lnTo>
                  <a:lnTo>
                    <a:pt x="11886" y="13956"/>
                  </a:lnTo>
                  <a:lnTo>
                    <a:pt x="12178" y="13737"/>
                  </a:lnTo>
                  <a:lnTo>
                    <a:pt x="12470" y="13517"/>
                  </a:lnTo>
                  <a:lnTo>
                    <a:pt x="12738" y="13274"/>
                  </a:lnTo>
                  <a:lnTo>
                    <a:pt x="13006" y="13006"/>
                  </a:lnTo>
                  <a:lnTo>
                    <a:pt x="13274" y="12738"/>
                  </a:lnTo>
                  <a:lnTo>
                    <a:pt x="13518" y="12470"/>
                  </a:lnTo>
                  <a:lnTo>
                    <a:pt x="13737" y="12178"/>
                  </a:lnTo>
                  <a:lnTo>
                    <a:pt x="13956" y="11886"/>
                  </a:lnTo>
                  <a:lnTo>
                    <a:pt x="14151" y="11569"/>
                  </a:lnTo>
                  <a:lnTo>
                    <a:pt x="14321" y="11252"/>
                  </a:lnTo>
                  <a:lnTo>
                    <a:pt x="14492" y="10936"/>
                  </a:lnTo>
                  <a:lnTo>
                    <a:pt x="14638" y="10595"/>
                  </a:lnTo>
                  <a:lnTo>
                    <a:pt x="14784" y="10254"/>
                  </a:lnTo>
                  <a:lnTo>
                    <a:pt x="14906" y="9889"/>
                  </a:lnTo>
                  <a:lnTo>
                    <a:pt x="15003" y="9523"/>
                  </a:lnTo>
                  <a:lnTo>
                    <a:pt x="15101" y="9158"/>
                  </a:lnTo>
                  <a:lnTo>
                    <a:pt x="15150" y="8793"/>
                  </a:lnTo>
                  <a:lnTo>
                    <a:pt x="15198" y="8403"/>
                  </a:lnTo>
                  <a:lnTo>
                    <a:pt x="15247" y="8013"/>
                  </a:lnTo>
                  <a:lnTo>
                    <a:pt x="15247" y="7623"/>
                  </a:lnTo>
                  <a:lnTo>
                    <a:pt x="15247" y="7623"/>
                  </a:lnTo>
                  <a:lnTo>
                    <a:pt x="15247" y="7234"/>
                  </a:lnTo>
                  <a:lnTo>
                    <a:pt x="15198" y="6844"/>
                  </a:lnTo>
                  <a:lnTo>
                    <a:pt x="15150" y="6454"/>
                  </a:lnTo>
                  <a:lnTo>
                    <a:pt x="15101" y="6089"/>
                  </a:lnTo>
                  <a:lnTo>
                    <a:pt x="15003" y="5724"/>
                  </a:lnTo>
                  <a:lnTo>
                    <a:pt x="14906" y="5358"/>
                  </a:lnTo>
                  <a:lnTo>
                    <a:pt x="14784" y="4993"/>
                  </a:lnTo>
                  <a:lnTo>
                    <a:pt x="14638" y="4652"/>
                  </a:lnTo>
                  <a:lnTo>
                    <a:pt x="14492" y="4311"/>
                  </a:lnTo>
                  <a:lnTo>
                    <a:pt x="14321" y="3995"/>
                  </a:lnTo>
                  <a:lnTo>
                    <a:pt x="14151" y="3678"/>
                  </a:lnTo>
                  <a:lnTo>
                    <a:pt x="13956" y="3361"/>
                  </a:lnTo>
                  <a:lnTo>
                    <a:pt x="13737" y="3069"/>
                  </a:lnTo>
                  <a:lnTo>
                    <a:pt x="13518" y="2777"/>
                  </a:lnTo>
                  <a:lnTo>
                    <a:pt x="13274" y="2509"/>
                  </a:lnTo>
                  <a:lnTo>
                    <a:pt x="13006" y="2241"/>
                  </a:lnTo>
                  <a:lnTo>
                    <a:pt x="12738" y="1973"/>
                  </a:lnTo>
                  <a:lnTo>
                    <a:pt x="12470" y="1730"/>
                  </a:lnTo>
                  <a:lnTo>
                    <a:pt x="12178" y="1510"/>
                  </a:lnTo>
                  <a:lnTo>
                    <a:pt x="11886" y="1291"/>
                  </a:lnTo>
                  <a:lnTo>
                    <a:pt x="11569" y="1096"/>
                  </a:lnTo>
                  <a:lnTo>
                    <a:pt x="11253" y="926"/>
                  </a:lnTo>
                  <a:lnTo>
                    <a:pt x="10936" y="755"/>
                  </a:lnTo>
                  <a:lnTo>
                    <a:pt x="10595" y="609"/>
                  </a:lnTo>
                  <a:lnTo>
                    <a:pt x="10254" y="463"/>
                  </a:lnTo>
                  <a:lnTo>
                    <a:pt x="9889" y="341"/>
                  </a:lnTo>
                  <a:lnTo>
                    <a:pt x="9524" y="244"/>
                  </a:lnTo>
                  <a:lnTo>
                    <a:pt x="9158" y="147"/>
                  </a:lnTo>
                  <a:lnTo>
                    <a:pt x="8793" y="98"/>
                  </a:lnTo>
                  <a:lnTo>
                    <a:pt x="8403" y="49"/>
                  </a:lnTo>
                  <a:lnTo>
                    <a:pt x="8014" y="0"/>
                  </a:lnTo>
                  <a:lnTo>
                    <a:pt x="7624" y="0"/>
                  </a:lnTo>
                  <a:lnTo>
                    <a:pt x="762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8" name="CustomShape 132"/>
            <p:cNvSpPr/>
            <p:nvPr/>
          </p:nvSpPr>
          <p:spPr>
            <a:xfrm>
              <a:off x="2264760" y="2231640"/>
              <a:ext cx="36360" cy="39600"/>
            </a:xfrm>
            <a:custGeom>
              <a:avLst/>
              <a:gdLst/>
              <a:ahLst/>
              <a:rect l="l" t="t" r="r" b="b"/>
              <a:pathLst>
                <a:path w="1755" h="1901">
                  <a:moveTo>
                    <a:pt x="877" y="0"/>
                  </a:move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4" y="171"/>
                  </a:lnTo>
                  <a:lnTo>
                    <a:pt x="1510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0" y="1632"/>
                  </a:lnTo>
                  <a:lnTo>
                    <a:pt x="1364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0" y="950"/>
                  </a:lnTo>
                  <a:lnTo>
                    <a:pt x="0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9" name="CustomShape 133"/>
            <p:cNvSpPr/>
            <p:nvPr/>
          </p:nvSpPr>
          <p:spPr>
            <a:xfrm>
              <a:off x="2133720" y="2231640"/>
              <a:ext cx="36360" cy="39600"/>
            </a:xfrm>
            <a:custGeom>
              <a:avLst/>
              <a:gdLst/>
              <a:ahLst/>
              <a:rect l="l" t="t" r="r" b="b"/>
              <a:pathLst>
                <a:path w="1755" h="1901">
                  <a:moveTo>
                    <a:pt x="877" y="1900"/>
                  </a:moveTo>
                  <a:lnTo>
                    <a:pt x="877" y="1900"/>
                  </a:lnTo>
                  <a:lnTo>
                    <a:pt x="707" y="1876"/>
                  </a:lnTo>
                  <a:lnTo>
                    <a:pt x="536" y="1827"/>
                  </a:lnTo>
                  <a:lnTo>
                    <a:pt x="390" y="1730"/>
                  </a:lnTo>
                  <a:lnTo>
                    <a:pt x="244" y="1632"/>
                  </a:lnTo>
                  <a:lnTo>
                    <a:pt x="147" y="1486"/>
                  </a:lnTo>
                  <a:lnTo>
                    <a:pt x="74" y="1316"/>
                  </a:lnTo>
                  <a:lnTo>
                    <a:pt x="25" y="1145"/>
                  </a:lnTo>
                  <a:lnTo>
                    <a:pt x="1" y="950"/>
                  </a:lnTo>
                  <a:lnTo>
                    <a:pt x="1" y="950"/>
                  </a:lnTo>
                  <a:lnTo>
                    <a:pt x="25" y="755"/>
                  </a:lnTo>
                  <a:lnTo>
                    <a:pt x="74" y="585"/>
                  </a:lnTo>
                  <a:lnTo>
                    <a:pt x="147" y="414"/>
                  </a:lnTo>
                  <a:lnTo>
                    <a:pt x="244" y="268"/>
                  </a:lnTo>
                  <a:lnTo>
                    <a:pt x="390" y="171"/>
                  </a:lnTo>
                  <a:lnTo>
                    <a:pt x="536" y="73"/>
                  </a:lnTo>
                  <a:lnTo>
                    <a:pt x="707" y="25"/>
                  </a:lnTo>
                  <a:lnTo>
                    <a:pt x="877" y="0"/>
                  </a:lnTo>
                  <a:lnTo>
                    <a:pt x="877" y="0"/>
                  </a:lnTo>
                  <a:lnTo>
                    <a:pt x="1048" y="25"/>
                  </a:lnTo>
                  <a:lnTo>
                    <a:pt x="1218" y="73"/>
                  </a:lnTo>
                  <a:lnTo>
                    <a:pt x="1365" y="171"/>
                  </a:lnTo>
                  <a:lnTo>
                    <a:pt x="1511" y="268"/>
                  </a:lnTo>
                  <a:lnTo>
                    <a:pt x="1608" y="414"/>
                  </a:lnTo>
                  <a:lnTo>
                    <a:pt x="1681" y="585"/>
                  </a:lnTo>
                  <a:lnTo>
                    <a:pt x="1730" y="755"/>
                  </a:lnTo>
                  <a:lnTo>
                    <a:pt x="1754" y="950"/>
                  </a:lnTo>
                  <a:lnTo>
                    <a:pt x="1754" y="950"/>
                  </a:lnTo>
                  <a:lnTo>
                    <a:pt x="1730" y="1145"/>
                  </a:lnTo>
                  <a:lnTo>
                    <a:pt x="1681" y="1316"/>
                  </a:lnTo>
                  <a:lnTo>
                    <a:pt x="1608" y="1486"/>
                  </a:lnTo>
                  <a:lnTo>
                    <a:pt x="1511" y="1632"/>
                  </a:lnTo>
                  <a:lnTo>
                    <a:pt x="1365" y="1730"/>
                  </a:lnTo>
                  <a:lnTo>
                    <a:pt x="1218" y="1827"/>
                  </a:lnTo>
                  <a:lnTo>
                    <a:pt x="1048" y="1876"/>
                  </a:lnTo>
                  <a:lnTo>
                    <a:pt x="877" y="1900"/>
                  </a:lnTo>
                  <a:lnTo>
                    <a:pt x="877" y="190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00" name="CustomShape 134"/>
            <p:cNvSpPr/>
            <p:nvPr/>
          </p:nvSpPr>
          <p:spPr>
            <a:xfrm>
              <a:off x="2214720" y="2309400"/>
              <a:ext cx="83520" cy="25920"/>
            </a:xfrm>
            <a:custGeom>
              <a:avLst/>
              <a:gdLst/>
              <a:ahLst/>
              <a:rect l="l" t="t" r="r" b="b"/>
              <a:pathLst>
                <a:path w="3995" h="1243">
                  <a:moveTo>
                    <a:pt x="1" y="1242"/>
                  </a:moveTo>
                  <a:lnTo>
                    <a:pt x="399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01" name="Group 135"/>
          <p:cNvGrpSpPr/>
          <p:nvPr/>
        </p:nvGrpSpPr>
        <p:grpSpPr>
          <a:xfrm>
            <a:off x="2697120" y="2033640"/>
            <a:ext cx="170640" cy="426240"/>
            <a:chOff x="2697120" y="2033640"/>
            <a:chExt cx="170640" cy="426240"/>
          </a:xfrm>
        </p:grpSpPr>
        <p:sp>
          <p:nvSpPr>
            <p:cNvPr id="1302" name="CustomShape 136"/>
            <p:cNvSpPr/>
            <p:nvPr/>
          </p:nvSpPr>
          <p:spPr>
            <a:xfrm>
              <a:off x="2697120" y="2122560"/>
              <a:ext cx="170640" cy="337320"/>
            </a:xfrm>
            <a:custGeom>
              <a:avLst/>
              <a:gdLst/>
              <a:ahLst/>
              <a:rect l="l" t="t" r="r" b="b"/>
              <a:pathLst>
                <a:path w="8135" h="16076">
                  <a:moveTo>
                    <a:pt x="4896" y="1"/>
                  </a:moveTo>
                  <a:lnTo>
                    <a:pt x="4896" y="1"/>
                  </a:lnTo>
                  <a:lnTo>
                    <a:pt x="4701" y="74"/>
                  </a:lnTo>
                  <a:lnTo>
                    <a:pt x="4506" y="147"/>
                  </a:lnTo>
                  <a:lnTo>
                    <a:pt x="4287" y="196"/>
                  </a:lnTo>
                  <a:lnTo>
                    <a:pt x="4068" y="196"/>
                  </a:lnTo>
                  <a:lnTo>
                    <a:pt x="4068" y="196"/>
                  </a:lnTo>
                  <a:lnTo>
                    <a:pt x="3848" y="196"/>
                  </a:lnTo>
                  <a:lnTo>
                    <a:pt x="3654" y="147"/>
                  </a:lnTo>
                  <a:lnTo>
                    <a:pt x="3434" y="98"/>
                  </a:lnTo>
                  <a:lnTo>
                    <a:pt x="3240" y="1"/>
                  </a:lnTo>
                  <a:lnTo>
                    <a:pt x="3240" y="1"/>
                  </a:lnTo>
                  <a:lnTo>
                    <a:pt x="2996" y="50"/>
                  </a:lnTo>
                  <a:lnTo>
                    <a:pt x="2777" y="98"/>
                  </a:lnTo>
                  <a:lnTo>
                    <a:pt x="2558" y="171"/>
                  </a:lnTo>
                  <a:lnTo>
                    <a:pt x="2363" y="269"/>
                  </a:lnTo>
                  <a:lnTo>
                    <a:pt x="2168" y="366"/>
                  </a:lnTo>
                  <a:lnTo>
                    <a:pt x="1973" y="464"/>
                  </a:lnTo>
                  <a:lnTo>
                    <a:pt x="1803" y="585"/>
                  </a:lnTo>
                  <a:lnTo>
                    <a:pt x="1632" y="731"/>
                  </a:lnTo>
                  <a:lnTo>
                    <a:pt x="1486" y="878"/>
                  </a:lnTo>
                  <a:lnTo>
                    <a:pt x="1340" y="1024"/>
                  </a:lnTo>
                  <a:lnTo>
                    <a:pt x="1072" y="1365"/>
                  </a:lnTo>
                  <a:lnTo>
                    <a:pt x="853" y="1779"/>
                  </a:lnTo>
                  <a:lnTo>
                    <a:pt x="658" y="2193"/>
                  </a:lnTo>
                  <a:lnTo>
                    <a:pt x="488" y="2680"/>
                  </a:lnTo>
                  <a:lnTo>
                    <a:pt x="341" y="3167"/>
                  </a:lnTo>
                  <a:lnTo>
                    <a:pt x="244" y="3727"/>
                  </a:lnTo>
                  <a:lnTo>
                    <a:pt x="147" y="4287"/>
                  </a:lnTo>
                  <a:lnTo>
                    <a:pt x="73" y="4896"/>
                  </a:lnTo>
                  <a:lnTo>
                    <a:pt x="49" y="5529"/>
                  </a:lnTo>
                  <a:lnTo>
                    <a:pt x="25" y="6187"/>
                  </a:lnTo>
                  <a:lnTo>
                    <a:pt x="0" y="6869"/>
                  </a:lnTo>
                  <a:lnTo>
                    <a:pt x="0" y="6869"/>
                  </a:lnTo>
                  <a:lnTo>
                    <a:pt x="25" y="7015"/>
                  </a:lnTo>
                  <a:lnTo>
                    <a:pt x="49" y="7161"/>
                  </a:lnTo>
                  <a:lnTo>
                    <a:pt x="98" y="7307"/>
                  </a:lnTo>
                  <a:lnTo>
                    <a:pt x="171" y="7405"/>
                  </a:lnTo>
                  <a:lnTo>
                    <a:pt x="268" y="7502"/>
                  </a:lnTo>
                  <a:lnTo>
                    <a:pt x="390" y="7575"/>
                  </a:lnTo>
                  <a:lnTo>
                    <a:pt x="512" y="7624"/>
                  </a:lnTo>
                  <a:lnTo>
                    <a:pt x="658" y="7648"/>
                  </a:lnTo>
                  <a:lnTo>
                    <a:pt x="658" y="7648"/>
                  </a:lnTo>
                  <a:lnTo>
                    <a:pt x="804" y="7624"/>
                  </a:lnTo>
                  <a:lnTo>
                    <a:pt x="926" y="7575"/>
                  </a:lnTo>
                  <a:lnTo>
                    <a:pt x="1048" y="7502"/>
                  </a:lnTo>
                  <a:lnTo>
                    <a:pt x="1145" y="7405"/>
                  </a:lnTo>
                  <a:lnTo>
                    <a:pt x="1218" y="7307"/>
                  </a:lnTo>
                  <a:lnTo>
                    <a:pt x="1267" y="7161"/>
                  </a:lnTo>
                  <a:lnTo>
                    <a:pt x="1291" y="7015"/>
                  </a:lnTo>
                  <a:lnTo>
                    <a:pt x="1316" y="6869"/>
                  </a:lnTo>
                  <a:lnTo>
                    <a:pt x="1316" y="6869"/>
                  </a:lnTo>
                  <a:lnTo>
                    <a:pt x="1340" y="6260"/>
                  </a:lnTo>
                  <a:lnTo>
                    <a:pt x="1413" y="5554"/>
                  </a:lnTo>
                  <a:lnTo>
                    <a:pt x="1510" y="4847"/>
                  </a:lnTo>
                  <a:lnTo>
                    <a:pt x="1632" y="4141"/>
                  </a:lnTo>
                  <a:lnTo>
                    <a:pt x="1754" y="3532"/>
                  </a:lnTo>
                  <a:lnTo>
                    <a:pt x="1876" y="3021"/>
                  </a:lnTo>
                  <a:lnTo>
                    <a:pt x="1998" y="2680"/>
                  </a:lnTo>
                  <a:lnTo>
                    <a:pt x="2046" y="2607"/>
                  </a:lnTo>
                  <a:lnTo>
                    <a:pt x="2095" y="2582"/>
                  </a:lnTo>
                  <a:lnTo>
                    <a:pt x="2095" y="2582"/>
                  </a:lnTo>
                  <a:lnTo>
                    <a:pt x="2095" y="2631"/>
                  </a:lnTo>
                  <a:lnTo>
                    <a:pt x="2119" y="2729"/>
                  </a:lnTo>
                  <a:lnTo>
                    <a:pt x="2119" y="3143"/>
                  </a:lnTo>
                  <a:lnTo>
                    <a:pt x="2071" y="4555"/>
                  </a:lnTo>
                  <a:lnTo>
                    <a:pt x="1949" y="6577"/>
                  </a:lnTo>
                  <a:lnTo>
                    <a:pt x="1827" y="8842"/>
                  </a:lnTo>
                  <a:lnTo>
                    <a:pt x="1535" y="13128"/>
                  </a:lnTo>
                  <a:lnTo>
                    <a:pt x="1389" y="15077"/>
                  </a:lnTo>
                  <a:lnTo>
                    <a:pt x="1389" y="15077"/>
                  </a:lnTo>
                  <a:lnTo>
                    <a:pt x="1389" y="15247"/>
                  </a:lnTo>
                  <a:lnTo>
                    <a:pt x="1413" y="15418"/>
                  </a:lnTo>
                  <a:lnTo>
                    <a:pt x="1462" y="15564"/>
                  </a:lnTo>
                  <a:lnTo>
                    <a:pt x="1559" y="15710"/>
                  </a:lnTo>
                  <a:lnTo>
                    <a:pt x="1657" y="15856"/>
                  </a:lnTo>
                  <a:lnTo>
                    <a:pt x="1778" y="15953"/>
                  </a:lnTo>
                  <a:lnTo>
                    <a:pt x="1924" y="16026"/>
                  </a:lnTo>
                  <a:lnTo>
                    <a:pt x="2095" y="16075"/>
                  </a:lnTo>
                  <a:lnTo>
                    <a:pt x="2095" y="16075"/>
                  </a:lnTo>
                  <a:lnTo>
                    <a:pt x="2217" y="16075"/>
                  </a:lnTo>
                  <a:lnTo>
                    <a:pt x="2217" y="16075"/>
                  </a:lnTo>
                  <a:lnTo>
                    <a:pt x="2387" y="16075"/>
                  </a:lnTo>
                  <a:lnTo>
                    <a:pt x="2509" y="16026"/>
                  </a:lnTo>
                  <a:lnTo>
                    <a:pt x="2655" y="15953"/>
                  </a:lnTo>
                  <a:lnTo>
                    <a:pt x="2777" y="15880"/>
                  </a:lnTo>
                  <a:lnTo>
                    <a:pt x="2874" y="15758"/>
                  </a:lnTo>
                  <a:lnTo>
                    <a:pt x="2947" y="15637"/>
                  </a:lnTo>
                  <a:lnTo>
                    <a:pt x="3020" y="15491"/>
                  </a:lnTo>
                  <a:lnTo>
                    <a:pt x="3045" y="15344"/>
                  </a:lnTo>
                  <a:lnTo>
                    <a:pt x="3702" y="8525"/>
                  </a:lnTo>
                  <a:lnTo>
                    <a:pt x="3702" y="8525"/>
                  </a:lnTo>
                  <a:lnTo>
                    <a:pt x="3727" y="8452"/>
                  </a:lnTo>
                  <a:lnTo>
                    <a:pt x="3775" y="8330"/>
                  </a:lnTo>
                  <a:lnTo>
                    <a:pt x="3824" y="8282"/>
                  </a:lnTo>
                  <a:lnTo>
                    <a:pt x="3873" y="8208"/>
                  </a:lnTo>
                  <a:lnTo>
                    <a:pt x="3970" y="8184"/>
                  </a:lnTo>
                  <a:lnTo>
                    <a:pt x="4068" y="8160"/>
                  </a:lnTo>
                  <a:lnTo>
                    <a:pt x="4068" y="8160"/>
                  </a:lnTo>
                  <a:lnTo>
                    <a:pt x="4165" y="8184"/>
                  </a:lnTo>
                  <a:lnTo>
                    <a:pt x="4263" y="8208"/>
                  </a:lnTo>
                  <a:lnTo>
                    <a:pt x="4311" y="8282"/>
                  </a:lnTo>
                  <a:lnTo>
                    <a:pt x="4360" y="8330"/>
                  </a:lnTo>
                  <a:lnTo>
                    <a:pt x="4409" y="8452"/>
                  </a:lnTo>
                  <a:lnTo>
                    <a:pt x="4433" y="8525"/>
                  </a:lnTo>
                  <a:lnTo>
                    <a:pt x="5091" y="15344"/>
                  </a:lnTo>
                  <a:lnTo>
                    <a:pt x="5091" y="15344"/>
                  </a:lnTo>
                  <a:lnTo>
                    <a:pt x="5115" y="15491"/>
                  </a:lnTo>
                  <a:lnTo>
                    <a:pt x="5188" y="15637"/>
                  </a:lnTo>
                  <a:lnTo>
                    <a:pt x="5261" y="15758"/>
                  </a:lnTo>
                  <a:lnTo>
                    <a:pt x="5358" y="15880"/>
                  </a:lnTo>
                  <a:lnTo>
                    <a:pt x="5480" y="15953"/>
                  </a:lnTo>
                  <a:lnTo>
                    <a:pt x="5626" y="16026"/>
                  </a:lnTo>
                  <a:lnTo>
                    <a:pt x="5748" y="16075"/>
                  </a:lnTo>
                  <a:lnTo>
                    <a:pt x="5919" y="16075"/>
                  </a:lnTo>
                  <a:lnTo>
                    <a:pt x="5919" y="16075"/>
                  </a:lnTo>
                  <a:lnTo>
                    <a:pt x="6040" y="16075"/>
                  </a:lnTo>
                  <a:lnTo>
                    <a:pt x="6040" y="16075"/>
                  </a:lnTo>
                  <a:lnTo>
                    <a:pt x="6211" y="16026"/>
                  </a:lnTo>
                  <a:lnTo>
                    <a:pt x="6357" y="15953"/>
                  </a:lnTo>
                  <a:lnTo>
                    <a:pt x="6479" y="15856"/>
                  </a:lnTo>
                  <a:lnTo>
                    <a:pt x="6576" y="15710"/>
                  </a:lnTo>
                  <a:lnTo>
                    <a:pt x="6674" y="15564"/>
                  </a:lnTo>
                  <a:lnTo>
                    <a:pt x="6722" y="15418"/>
                  </a:lnTo>
                  <a:lnTo>
                    <a:pt x="6747" y="15247"/>
                  </a:lnTo>
                  <a:lnTo>
                    <a:pt x="6747" y="15077"/>
                  </a:lnTo>
                  <a:lnTo>
                    <a:pt x="6747" y="15077"/>
                  </a:lnTo>
                  <a:lnTo>
                    <a:pt x="6601" y="13128"/>
                  </a:lnTo>
                  <a:lnTo>
                    <a:pt x="6333" y="8890"/>
                  </a:lnTo>
                  <a:lnTo>
                    <a:pt x="6187" y="6601"/>
                  </a:lnTo>
                  <a:lnTo>
                    <a:pt x="6089" y="4604"/>
                  </a:lnTo>
                  <a:lnTo>
                    <a:pt x="6040" y="3167"/>
                  </a:lnTo>
                  <a:lnTo>
                    <a:pt x="6040" y="2753"/>
                  </a:lnTo>
                  <a:lnTo>
                    <a:pt x="6040" y="2582"/>
                  </a:lnTo>
                  <a:lnTo>
                    <a:pt x="6040" y="2582"/>
                  </a:lnTo>
                  <a:lnTo>
                    <a:pt x="6065" y="2582"/>
                  </a:lnTo>
                  <a:lnTo>
                    <a:pt x="6089" y="2582"/>
                  </a:lnTo>
                  <a:lnTo>
                    <a:pt x="6138" y="2680"/>
                  </a:lnTo>
                  <a:lnTo>
                    <a:pt x="6235" y="2996"/>
                  </a:lnTo>
                  <a:lnTo>
                    <a:pt x="6381" y="3484"/>
                  </a:lnTo>
                  <a:lnTo>
                    <a:pt x="6503" y="4117"/>
                  </a:lnTo>
                  <a:lnTo>
                    <a:pt x="6625" y="4823"/>
                  </a:lnTo>
                  <a:lnTo>
                    <a:pt x="6722" y="5554"/>
                  </a:lnTo>
                  <a:lnTo>
                    <a:pt x="6795" y="6260"/>
                  </a:lnTo>
                  <a:lnTo>
                    <a:pt x="6820" y="6869"/>
                  </a:lnTo>
                  <a:lnTo>
                    <a:pt x="6820" y="6869"/>
                  </a:lnTo>
                  <a:lnTo>
                    <a:pt x="6844" y="7015"/>
                  </a:lnTo>
                  <a:lnTo>
                    <a:pt x="6869" y="7161"/>
                  </a:lnTo>
                  <a:lnTo>
                    <a:pt x="6917" y="7307"/>
                  </a:lnTo>
                  <a:lnTo>
                    <a:pt x="6990" y="7405"/>
                  </a:lnTo>
                  <a:lnTo>
                    <a:pt x="7088" y="7502"/>
                  </a:lnTo>
                  <a:lnTo>
                    <a:pt x="7209" y="7575"/>
                  </a:lnTo>
                  <a:lnTo>
                    <a:pt x="7331" y="7624"/>
                  </a:lnTo>
                  <a:lnTo>
                    <a:pt x="7477" y="7648"/>
                  </a:lnTo>
                  <a:lnTo>
                    <a:pt x="7477" y="7648"/>
                  </a:lnTo>
                  <a:lnTo>
                    <a:pt x="7624" y="7624"/>
                  </a:lnTo>
                  <a:lnTo>
                    <a:pt x="7745" y="7575"/>
                  </a:lnTo>
                  <a:lnTo>
                    <a:pt x="7867" y="7502"/>
                  </a:lnTo>
                  <a:lnTo>
                    <a:pt x="7964" y="7405"/>
                  </a:lnTo>
                  <a:lnTo>
                    <a:pt x="8038" y="7307"/>
                  </a:lnTo>
                  <a:lnTo>
                    <a:pt x="8086" y="7161"/>
                  </a:lnTo>
                  <a:lnTo>
                    <a:pt x="8111" y="7015"/>
                  </a:lnTo>
                  <a:lnTo>
                    <a:pt x="8135" y="6869"/>
                  </a:lnTo>
                  <a:lnTo>
                    <a:pt x="8135" y="6869"/>
                  </a:lnTo>
                  <a:lnTo>
                    <a:pt x="8111" y="5505"/>
                  </a:lnTo>
                  <a:lnTo>
                    <a:pt x="8086" y="4872"/>
                  </a:lnTo>
                  <a:lnTo>
                    <a:pt x="8038" y="4287"/>
                  </a:lnTo>
                  <a:lnTo>
                    <a:pt x="7964" y="3703"/>
                  </a:lnTo>
                  <a:lnTo>
                    <a:pt x="7867" y="3167"/>
                  </a:lnTo>
                  <a:lnTo>
                    <a:pt x="7745" y="2656"/>
                  </a:lnTo>
                  <a:lnTo>
                    <a:pt x="7599" y="2168"/>
                  </a:lnTo>
                  <a:lnTo>
                    <a:pt x="7404" y="1754"/>
                  </a:lnTo>
                  <a:lnTo>
                    <a:pt x="7185" y="1365"/>
                  </a:lnTo>
                  <a:lnTo>
                    <a:pt x="7063" y="1170"/>
                  </a:lnTo>
                  <a:lnTo>
                    <a:pt x="6917" y="999"/>
                  </a:lnTo>
                  <a:lnTo>
                    <a:pt x="6771" y="853"/>
                  </a:lnTo>
                  <a:lnTo>
                    <a:pt x="6625" y="707"/>
                  </a:lnTo>
                  <a:lnTo>
                    <a:pt x="6454" y="561"/>
                  </a:lnTo>
                  <a:lnTo>
                    <a:pt x="6260" y="439"/>
                  </a:lnTo>
                  <a:lnTo>
                    <a:pt x="6065" y="342"/>
                  </a:lnTo>
                  <a:lnTo>
                    <a:pt x="5870" y="244"/>
                  </a:lnTo>
                  <a:lnTo>
                    <a:pt x="5651" y="171"/>
                  </a:lnTo>
                  <a:lnTo>
                    <a:pt x="5407" y="98"/>
                  </a:lnTo>
                  <a:lnTo>
                    <a:pt x="5164" y="50"/>
                  </a:lnTo>
                  <a:lnTo>
                    <a:pt x="4896" y="1"/>
                  </a:lnTo>
                  <a:lnTo>
                    <a:pt x="4896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03" name="CustomShape 137"/>
            <p:cNvSpPr/>
            <p:nvPr/>
          </p:nvSpPr>
          <p:spPr>
            <a:xfrm>
              <a:off x="2746800" y="2033640"/>
              <a:ext cx="71280" cy="78480"/>
            </a:xfrm>
            <a:custGeom>
              <a:avLst/>
              <a:gdLst/>
              <a:ahLst/>
              <a:rect l="l" t="t" r="r" b="b"/>
              <a:pathLst>
                <a:path w="3411" h="3751">
                  <a:moveTo>
                    <a:pt x="1" y="1705"/>
                  </a:moveTo>
                  <a:lnTo>
                    <a:pt x="1" y="1705"/>
                  </a:lnTo>
                  <a:lnTo>
                    <a:pt x="1" y="1510"/>
                  </a:lnTo>
                  <a:lnTo>
                    <a:pt x="25" y="1315"/>
                  </a:lnTo>
                  <a:lnTo>
                    <a:pt x="74" y="1145"/>
                  </a:lnTo>
                  <a:lnTo>
                    <a:pt x="123" y="999"/>
                  </a:lnTo>
                  <a:lnTo>
                    <a:pt x="196" y="852"/>
                  </a:lnTo>
                  <a:lnTo>
                    <a:pt x="293" y="706"/>
                  </a:lnTo>
                  <a:lnTo>
                    <a:pt x="391" y="585"/>
                  </a:lnTo>
                  <a:lnTo>
                    <a:pt x="488" y="463"/>
                  </a:lnTo>
                  <a:lnTo>
                    <a:pt x="610" y="341"/>
                  </a:lnTo>
                  <a:lnTo>
                    <a:pt x="756" y="268"/>
                  </a:lnTo>
                  <a:lnTo>
                    <a:pt x="902" y="171"/>
                  </a:lnTo>
                  <a:lnTo>
                    <a:pt x="1048" y="122"/>
                  </a:lnTo>
                  <a:lnTo>
                    <a:pt x="1194" y="49"/>
                  </a:lnTo>
                  <a:lnTo>
                    <a:pt x="1365" y="24"/>
                  </a:lnTo>
                  <a:lnTo>
                    <a:pt x="1535" y="0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876" y="0"/>
                  </a:lnTo>
                  <a:lnTo>
                    <a:pt x="2047" y="24"/>
                  </a:lnTo>
                  <a:lnTo>
                    <a:pt x="2217" y="49"/>
                  </a:lnTo>
                  <a:lnTo>
                    <a:pt x="2363" y="122"/>
                  </a:lnTo>
                  <a:lnTo>
                    <a:pt x="2509" y="171"/>
                  </a:lnTo>
                  <a:lnTo>
                    <a:pt x="2656" y="268"/>
                  </a:lnTo>
                  <a:lnTo>
                    <a:pt x="2802" y="341"/>
                  </a:lnTo>
                  <a:lnTo>
                    <a:pt x="2923" y="463"/>
                  </a:lnTo>
                  <a:lnTo>
                    <a:pt x="3021" y="585"/>
                  </a:lnTo>
                  <a:lnTo>
                    <a:pt x="3118" y="706"/>
                  </a:lnTo>
                  <a:lnTo>
                    <a:pt x="3216" y="852"/>
                  </a:lnTo>
                  <a:lnTo>
                    <a:pt x="3289" y="999"/>
                  </a:lnTo>
                  <a:lnTo>
                    <a:pt x="3337" y="1145"/>
                  </a:lnTo>
                  <a:lnTo>
                    <a:pt x="3386" y="1315"/>
                  </a:lnTo>
                  <a:lnTo>
                    <a:pt x="3411" y="1510"/>
                  </a:lnTo>
                  <a:lnTo>
                    <a:pt x="3411" y="1705"/>
                  </a:lnTo>
                  <a:lnTo>
                    <a:pt x="3411" y="1705"/>
                  </a:lnTo>
                  <a:lnTo>
                    <a:pt x="3411" y="1900"/>
                  </a:lnTo>
                  <a:lnTo>
                    <a:pt x="3386" y="2095"/>
                  </a:lnTo>
                  <a:lnTo>
                    <a:pt x="3337" y="2265"/>
                  </a:lnTo>
                  <a:lnTo>
                    <a:pt x="3289" y="2460"/>
                  </a:lnTo>
                  <a:lnTo>
                    <a:pt x="3216" y="2630"/>
                  </a:lnTo>
                  <a:lnTo>
                    <a:pt x="3118" y="2801"/>
                  </a:lnTo>
                  <a:lnTo>
                    <a:pt x="3021" y="2971"/>
                  </a:lnTo>
                  <a:lnTo>
                    <a:pt x="2923" y="3117"/>
                  </a:lnTo>
                  <a:lnTo>
                    <a:pt x="2802" y="3264"/>
                  </a:lnTo>
                  <a:lnTo>
                    <a:pt x="2656" y="3385"/>
                  </a:lnTo>
                  <a:lnTo>
                    <a:pt x="2509" y="3483"/>
                  </a:lnTo>
                  <a:lnTo>
                    <a:pt x="2363" y="3580"/>
                  </a:lnTo>
                  <a:lnTo>
                    <a:pt x="2217" y="3653"/>
                  </a:lnTo>
                  <a:lnTo>
                    <a:pt x="2047" y="3702"/>
                  </a:lnTo>
                  <a:lnTo>
                    <a:pt x="1876" y="3751"/>
                  </a:lnTo>
                  <a:lnTo>
                    <a:pt x="1706" y="3751"/>
                  </a:lnTo>
                  <a:lnTo>
                    <a:pt x="1706" y="3751"/>
                  </a:lnTo>
                  <a:lnTo>
                    <a:pt x="1535" y="3751"/>
                  </a:lnTo>
                  <a:lnTo>
                    <a:pt x="1365" y="3702"/>
                  </a:lnTo>
                  <a:lnTo>
                    <a:pt x="1194" y="3653"/>
                  </a:lnTo>
                  <a:lnTo>
                    <a:pt x="1048" y="3580"/>
                  </a:lnTo>
                  <a:lnTo>
                    <a:pt x="902" y="3483"/>
                  </a:lnTo>
                  <a:lnTo>
                    <a:pt x="756" y="3385"/>
                  </a:lnTo>
                  <a:lnTo>
                    <a:pt x="610" y="3264"/>
                  </a:lnTo>
                  <a:lnTo>
                    <a:pt x="488" y="3117"/>
                  </a:lnTo>
                  <a:lnTo>
                    <a:pt x="391" y="2971"/>
                  </a:lnTo>
                  <a:lnTo>
                    <a:pt x="293" y="2801"/>
                  </a:lnTo>
                  <a:lnTo>
                    <a:pt x="196" y="2630"/>
                  </a:lnTo>
                  <a:lnTo>
                    <a:pt x="123" y="2460"/>
                  </a:lnTo>
                  <a:lnTo>
                    <a:pt x="74" y="2265"/>
                  </a:lnTo>
                  <a:lnTo>
                    <a:pt x="25" y="2095"/>
                  </a:lnTo>
                  <a:lnTo>
                    <a:pt x="1" y="1900"/>
                  </a:lnTo>
                  <a:lnTo>
                    <a:pt x="1" y="1705"/>
                  </a:lnTo>
                  <a:lnTo>
                    <a:pt x="1" y="170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04" name="Group 138"/>
          <p:cNvGrpSpPr/>
          <p:nvPr/>
        </p:nvGrpSpPr>
        <p:grpSpPr>
          <a:xfrm>
            <a:off x="3842640" y="2088000"/>
            <a:ext cx="140040" cy="317520"/>
            <a:chOff x="3842640" y="2088000"/>
            <a:chExt cx="140040" cy="317520"/>
          </a:xfrm>
        </p:grpSpPr>
        <p:sp>
          <p:nvSpPr>
            <p:cNvPr id="1305" name="CustomShape 139"/>
            <p:cNvSpPr/>
            <p:nvPr/>
          </p:nvSpPr>
          <p:spPr>
            <a:xfrm>
              <a:off x="3842640" y="2167560"/>
              <a:ext cx="140040" cy="237960"/>
            </a:xfrm>
            <a:custGeom>
              <a:avLst/>
              <a:gdLst/>
              <a:ahLst/>
              <a:rect l="l" t="t" r="r" b="b"/>
              <a:pathLst>
                <a:path w="6674" h="11350">
                  <a:moveTo>
                    <a:pt x="4019" y="0"/>
                  </a:moveTo>
                  <a:lnTo>
                    <a:pt x="4019" y="0"/>
                  </a:lnTo>
                  <a:lnTo>
                    <a:pt x="3873" y="73"/>
                  </a:lnTo>
                  <a:lnTo>
                    <a:pt x="3703" y="122"/>
                  </a:lnTo>
                  <a:lnTo>
                    <a:pt x="3508" y="171"/>
                  </a:lnTo>
                  <a:lnTo>
                    <a:pt x="3337" y="171"/>
                  </a:lnTo>
                  <a:lnTo>
                    <a:pt x="3337" y="171"/>
                  </a:lnTo>
                  <a:lnTo>
                    <a:pt x="3167" y="171"/>
                  </a:lnTo>
                  <a:lnTo>
                    <a:pt x="2996" y="146"/>
                  </a:lnTo>
                  <a:lnTo>
                    <a:pt x="2826" y="73"/>
                  </a:lnTo>
                  <a:lnTo>
                    <a:pt x="2655" y="24"/>
                  </a:lnTo>
                  <a:lnTo>
                    <a:pt x="2655" y="24"/>
                  </a:lnTo>
                  <a:lnTo>
                    <a:pt x="2412" y="24"/>
                  </a:lnTo>
                  <a:lnTo>
                    <a:pt x="2168" y="97"/>
                  </a:lnTo>
                  <a:lnTo>
                    <a:pt x="1949" y="171"/>
                  </a:lnTo>
                  <a:lnTo>
                    <a:pt x="1706" y="317"/>
                  </a:lnTo>
                  <a:lnTo>
                    <a:pt x="1486" y="487"/>
                  </a:lnTo>
                  <a:lnTo>
                    <a:pt x="1243" y="682"/>
                  </a:lnTo>
                  <a:lnTo>
                    <a:pt x="1048" y="926"/>
                  </a:lnTo>
                  <a:lnTo>
                    <a:pt x="853" y="1193"/>
                  </a:lnTo>
                  <a:lnTo>
                    <a:pt x="658" y="1510"/>
                  </a:lnTo>
                  <a:lnTo>
                    <a:pt x="512" y="1851"/>
                  </a:lnTo>
                  <a:lnTo>
                    <a:pt x="366" y="2216"/>
                  </a:lnTo>
                  <a:lnTo>
                    <a:pt x="244" y="2630"/>
                  </a:lnTo>
                  <a:lnTo>
                    <a:pt x="123" y="3093"/>
                  </a:lnTo>
                  <a:lnTo>
                    <a:pt x="49" y="3580"/>
                  </a:lnTo>
                  <a:lnTo>
                    <a:pt x="1" y="4092"/>
                  </a:lnTo>
                  <a:lnTo>
                    <a:pt x="1" y="4652"/>
                  </a:lnTo>
                  <a:lnTo>
                    <a:pt x="1" y="4652"/>
                  </a:lnTo>
                  <a:lnTo>
                    <a:pt x="1" y="4774"/>
                  </a:lnTo>
                  <a:lnTo>
                    <a:pt x="25" y="4895"/>
                  </a:lnTo>
                  <a:lnTo>
                    <a:pt x="74" y="4993"/>
                  </a:lnTo>
                  <a:lnTo>
                    <a:pt x="147" y="5090"/>
                  </a:lnTo>
                  <a:lnTo>
                    <a:pt x="220" y="5163"/>
                  </a:lnTo>
                  <a:lnTo>
                    <a:pt x="317" y="5236"/>
                  </a:lnTo>
                  <a:lnTo>
                    <a:pt x="415" y="5261"/>
                  </a:lnTo>
                  <a:lnTo>
                    <a:pt x="537" y="5285"/>
                  </a:lnTo>
                  <a:lnTo>
                    <a:pt x="537" y="5285"/>
                  </a:lnTo>
                  <a:lnTo>
                    <a:pt x="658" y="5261"/>
                  </a:lnTo>
                  <a:lnTo>
                    <a:pt x="756" y="5236"/>
                  </a:lnTo>
                  <a:lnTo>
                    <a:pt x="853" y="5163"/>
                  </a:lnTo>
                  <a:lnTo>
                    <a:pt x="926" y="5090"/>
                  </a:lnTo>
                  <a:lnTo>
                    <a:pt x="999" y="4993"/>
                  </a:lnTo>
                  <a:lnTo>
                    <a:pt x="1024" y="4895"/>
                  </a:lnTo>
                  <a:lnTo>
                    <a:pt x="1048" y="4774"/>
                  </a:lnTo>
                  <a:lnTo>
                    <a:pt x="1072" y="4652"/>
                  </a:lnTo>
                  <a:lnTo>
                    <a:pt x="1072" y="4652"/>
                  </a:lnTo>
                  <a:lnTo>
                    <a:pt x="1097" y="4189"/>
                  </a:lnTo>
                  <a:lnTo>
                    <a:pt x="1145" y="3726"/>
                  </a:lnTo>
                  <a:lnTo>
                    <a:pt x="1218" y="3312"/>
                  </a:lnTo>
                  <a:lnTo>
                    <a:pt x="1316" y="2923"/>
                  </a:lnTo>
                  <a:lnTo>
                    <a:pt x="1438" y="2582"/>
                  </a:lnTo>
                  <a:lnTo>
                    <a:pt x="1535" y="2338"/>
                  </a:lnTo>
                  <a:lnTo>
                    <a:pt x="1633" y="2168"/>
                  </a:lnTo>
                  <a:lnTo>
                    <a:pt x="1681" y="2143"/>
                  </a:lnTo>
                  <a:lnTo>
                    <a:pt x="1706" y="2143"/>
                  </a:lnTo>
                  <a:lnTo>
                    <a:pt x="1706" y="2143"/>
                  </a:lnTo>
                  <a:lnTo>
                    <a:pt x="1730" y="2241"/>
                  </a:lnTo>
                  <a:lnTo>
                    <a:pt x="1730" y="2509"/>
                  </a:lnTo>
                  <a:lnTo>
                    <a:pt x="1681" y="3483"/>
                  </a:lnTo>
                  <a:lnTo>
                    <a:pt x="1608" y="4822"/>
                  </a:lnTo>
                  <a:lnTo>
                    <a:pt x="1486" y="6357"/>
                  </a:lnTo>
                  <a:lnTo>
                    <a:pt x="1243" y="9231"/>
                  </a:lnTo>
                  <a:lnTo>
                    <a:pt x="1145" y="10521"/>
                  </a:lnTo>
                  <a:lnTo>
                    <a:pt x="1145" y="10521"/>
                  </a:lnTo>
                  <a:lnTo>
                    <a:pt x="1145" y="10668"/>
                  </a:lnTo>
                  <a:lnTo>
                    <a:pt x="1145" y="10814"/>
                  </a:lnTo>
                  <a:lnTo>
                    <a:pt x="1194" y="10935"/>
                  </a:lnTo>
                  <a:lnTo>
                    <a:pt x="1267" y="11057"/>
                  </a:lnTo>
                  <a:lnTo>
                    <a:pt x="1340" y="11155"/>
                  </a:lnTo>
                  <a:lnTo>
                    <a:pt x="1462" y="11252"/>
                  </a:lnTo>
                  <a:lnTo>
                    <a:pt x="1584" y="11325"/>
                  </a:lnTo>
                  <a:lnTo>
                    <a:pt x="1706" y="11349"/>
                  </a:lnTo>
                  <a:lnTo>
                    <a:pt x="1706" y="11349"/>
                  </a:lnTo>
                  <a:lnTo>
                    <a:pt x="1827" y="11349"/>
                  </a:lnTo>
                  <a:lnTo>
                    <a:pt x="1827" y="11349"/>
                  </a:lnTo>
                  <a:lnTo>
                    <a:pt x="1949" y="11349"/>
                  </a:lnTo>
                  <a:lnTo>
                    <a:pt x="2071" y="11325"/>
                  </a:lnTo>
                  <a:lnTo>
                    <a:pt x="2168" y="11252"/>
                  </a:lnTo>
                  <a:lnTo>
                    <a:pt x="2266" y="11179"/>
                  </a:lnTo>
                  <a:lnTo>
                    <a:pt x="2339" y="11106"/>
                  </a:lnTo>
                  <a:lnTo>
                    <a:pt x="2412" y="11008"/>
                  </a:lnTo>
                  <a:lnTo>
                    <a:pt x="2461" y="10887"/>
                  </a:lnTo>
                  <a:lnTo>
                    <a:pt x="2509" y="10765"/>
                  </a:lnTo>
                  <a:lnTo>
                    <a:pt x="3045" y="7014"/>
                  </a:lnTo>
                  <a:lnTo>
                    <a:pt x="3045" y="7014"/>
                  </a:lnTo>
                  <a:lnTo>
                    <a:pt x="3045" y="6966"/>
                  </a:lnTo>
                  <a:lnTo>
                    <a:pt x="3094" y="6868"/>
                  </a:lnTo>
                  <a:lnTo>
                    <a:pt x="3143" y="6819"/>
                  </a:lnTo>
                  <a:lnTo>
                    <a:pt x="3191" y="6771"/>
                  </a:lnTo>
                  <a:lnTo>
                    <a:pt x="3264" y="6746"/>
                  </a:lnTo>
                  <a:lnTo>
                    <a:pt x="3337" y="6722"/>
                  </a:lnTo>
                  <a:lnTo>
                    <a:pt x="3337" y="6722"/>
                  </a:lnTo>
                  <a:lnTo>
                    <a:pt x="3410" y="6746"/>
                  </a:lnTo>
                  <a:lnTo>
                    <a:pt x="3484" y="6771"/>
                  </a:lnTo>
                  <a:lnTo>
                    <a:pt x="3532" y="6819"/>
                  </a:lnTo>
                  <a:lnTo>
                    <a:pt x="3581" y="6868"/>
                  </a:lnTo>
                  <a:lnTo>
                    <a:pt x="3630" y="6966"/>
                  </a:lnTo>
                  <a:lnTo>
                    <a:pt x="3630" y="7014"/>
                  </a:lnTo>
                  <a:lnTo>
                    <a:pt x="4165" y="10765"/>
                  </a:lnTo>
                  <a:lnTo>
                    <a:pt x="4165" y="10765"/>
                  </a:lnTo>
                  <a:lnTo>
                    <a:pt x="4214" y="10887"/>
                  </a:lnTo>
                  <a:lnTo>
                    <a:pt x="4263" y="11008"/>
                  </a:lnTo>
                  <a:lnTo>
                    <a:pt x="4336" y="11106"/>
                  </a:lnTo>
                  <a:lnTo>
                    <a:pt x="4409" y="11179"/>
                  </a:lnTo>
                  <a:lnTo>
                    <a:pt x="4506" y="11252"/>
                  </a:lnTo>
                  <a:lnTo>
                    <a:pt x="4604" y="11325"/>
                  </a:lnTo>
                  <a:lnTo>
                    <a:pt x="4726" y="11349"/>
                  </a:lnTo>
                  <a:lnTo>
                    <a:pt x="4847" y="11349"/>
                  </a:lnTo>
                  <a:lnTo>
                    <a:pt x="4847" y="11349"/>
                  </a:lnTo>
                  <a:lnTo>
                    <a:pt x="4969" y="11349"/>
                  </a:lnTo>
                  <a:lnTo>
                    <a:pt x="4969" y="11349"/>
                  </a:lnTo>
                  <a:lnTo>
                    <a:pt x="5091" y="11325"/>
                  </a:lnTo>
                  <a:lnTo>
                    <a:pt x="5213" y="11252"/>
                  </a:lnTo>
                  <a:lnTo>
                    <a:pt x="5334" y="11155"/>
                  </a:lnTo>
                  <a:lnTo>
                    <a:pt x="5408" y="11057"/>
                  </a:lnTo>
                  <a:lnTo>
                    <a:pt x="5481" y="10935"/>
                  </a:lnTo>
                  <a:lnTo>
                    <a:pt x="5529" y="10814"/>
                  </a:lnTo>
                  <a:lnTo>
                    <a:pt x="5529" y="10668"/>
                  </a:lnTo>
                  <a:lnTo>
                    <a:pt x="5529" y="10521"/>
                  </a:lnTo>
                  <a:lnTo>
                    <a:pt x="5529" y="10521"/>
                  </a:lnTo>
                  <a:lnTo>
                    <a:pt x="5188" y="6381"/>
                  </a:lnTo>
                  <a:lnTo>
                    <a:pt x="4994" y="3507"/>
                  </a:lnTo>
                  <a:lnTo>
                    <a:pt x="4945" y="2533"/>
                  </a:lnTo>
                  <a:lnTo>
                    <a:pt x="4945" y="2241"/>
                  </a:lnTo>
                  <a:lnTo>
                    <a:pt x="4969" y="2143"/>
                  </a:lnTo>
                  <a:lnTo>
                    <a:pt x="4969" y="2143"/>
                  </a:lnTo>
                  <a:lnTo>
                    <a:pt x="4994" y="2143"/>
                  </a:lnTo>
                  <a:lnTo>
                    <a:pt x="5042" y="2168"/>
                  </a:lnTo>
                  <a:lnTo>
                    <a:pt x="5140" y="2314"/>
                  </a:lnTo>
                  <a:lnTo>
                    <a:pt x="5237" y="2557"/>
                  </a:lnTo>
                  <a:lnTo>
                    <a:pt x="5334" y="2898"/>
                  </a:lnTo>
                  <a:lnTo>
                    <a:pt x="5432" y="3288"/>
                  </a:lnTo>
                  <a:lnTo>
                    <a:pt x="5529" y="3726"/>
                  </a:lnTo>
                  <a:lnTo>
                    <a:pt x="5578" y="4189"/>
                  </a:lnTo>
                  <a:lnTo>
                    <a:pt x="5602" y="4652"/>
                  </a:lnTo>
                  <a:lnTo>
                    <a:pt x="5602" y="4652"/>
                  </a:lnTo>
                  <a:lnTo>
                    <a:pt x="5627" y="4774"/>
                  </a:lnTo>
                  <a:lnTo>
                    <a:pt x="5651" y="4895"/>
                  </a:lnTo>
                  <a:lnTo>
                    <a:pt x="5675" y="4993"/>
                  </a:lnTo>
                  <a:lnTo>
                    <a:pt x="5749" y="5090"/>
                  </a:lnTo>
                  <a:lnTo>
                    <a:pt x="5822" y="5163"/>
                  </a:lnTo>
                  <a:lnTo>
                    <a:pt x="5919" y="5236"/>
                  </a:lnTo>
                  <a:lnTo>
                    <a:pt x="6016" y="5261"/>
                  </a:lnTo>
                  <a:lnTo>
                    <a:pt x="6138" y="5285"/>
                  </a:lnTo>
                  <a:lnTo>
                    <a:pt x="6138" y="5285"/>
                  </a:lnTo>
                  <a:lnTo>
                    <a:pt x="6260" y="5261"/>
                  </a:lnTo>
                  <a:lnTo>
                    <a:pt x="6357" y="5236"/>
                  </a:lnTo>
                  <a:lnTo>
                    <a:pt x="6455" y="5163"/>
                  </a:lnTo>
                  <a:lnTo>
                    <a:pt x="6528" y="5090"/>
                  </a:lnTo>
                  <a:lnTo>
                    <a:pt x="6601" y="4993"/>
                  </a:lnTo>
                  <a:lnTo>
                    <a:pt x="6650" y="4895"/>
                  </a:lnTo>
                  <a:lnTo>
                    <a:pt x="6674" y="4774"/>
                  </a:lnTo>
                  <a:lnTo>
                    <a:pt x="6674" y="4652"/>
                  </a:lnTo>
                  <a:lnTo>
                    <a:pt x="6674" y="4652"/>
                  </a:lnTo>
                  <a:lnTo>
                    <a:pt x="6674" y="4092"/>
                  </a:lnTo>
                  <a:lnTo>
                    <a:pt x="6625" y="3556"/>
                  </a:lnTo>
                  <a:lnTo>
                    <a:pt x="6552" y="3069"/>
                  </a:lnTo>
                  <a:lnTo>
                    <a:pt x="6455" y="2630"/>
                  </a:lnTo>
                  <a:lnTo>
                    <a:pt x="6357" y="2216"/>
                  </a:lnTo>
                  <a:lnTo>
                    <a:pt x="6211" y="1827"/>
                  </a:lnTo>
                  <a:lnTo>
                    <a:pt x="6065" y="1486"/>
                  </a:lnTo>
                  <a:lnTo>
                    <a:pt x="5895" y="1169"/>
                  </a:lnTo>
                  <a:lnTo>
                    <a:pt x="5700" y="901"/>
                  </a:lnTo>
                  <a:lnTo>
                    <a:pt x="5505" y="658"/>
                  </a:lnTo>
                  <a:lnTo>
                    <a:pt x="5286" y="463"/>
                  </a:lnTo>
                  <a:lnTo>
                    <a:pt x="5042" y="292"/>
                  </a:lnTo>
                  <a:lnTo>
                    <a:pt x="4799" y="171"/>
                  </a:lnTo>
                  <a:lnTo>
                    <a:pt x="4555" y="73"/>
                  </a:lnTo>
                  <a:lnTo>
                    <a:pt x="4287" y="24"/>
                  </a:lnTo>
                  <a:lnTo>
                    <a:pt x="4019" y="0"/>
                  </a:lnTo>
                  <a:lnTo>
                    <a:pt x="4019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06" name="CustomShape 140"/>
            <p:cNvSpPr/>
            <p:nvPr/>
          </p:nvSpPr>
          <p:spPr>
            <a:xfrm>
              <a:off x="3880440" y="2088000"/>
              <a:ext cx="64080" cy="70200"/>
            </a:xfrm>
            <a:custGeom>
              <a:avLst/>
              <a:gdLst/>
              <a:ahLst/>
              <a:rect l="l" t="t" r="r" b="b"/>
              <a:pathLst>
                <a:path w="3069" h="3362">
                  <a:moveTo>
                    <a:pt x="0" y="1511"/>
                  </a:moveTo>
                  <a:lnTo>
                    <a:pt x="0" y="1511"/>
                  </a:lnTo>
                  <a:lnTo>
                    <a:pt x="24" y="1340"/>
                  </a:lnTo>
                  <a:lnTo>
                    <a:pt x="49" y="1170"/>
                  </a:lnTo>
                  <a:lnTo>
                    <a:pt x="73" y="1024"/>
                  </a:lnTo>
                  <a:lnTo>
                    <a:pt x="122" y="877"/>
                  </a:lnTo>
                  <a:lnTo>
                    <a:pt x="195" y="756"/>
                  </a:lnTo>
                  <a:lnTo>
                    <a:pt x="268" y="634"/>
                  </a:lnTo>
                  <a:lnTo>
                    <a:pt x="365" y="512"/>
                  </a:lnTo>
                  <a:lnTo>
                    <a:pt x="463" y="415"/>
                  </a:lnTo>
                  <a:lnTo>
                    <a:pt x="682" y="220"/>
                  </a:lnTo>
                  <a:lnTo>
                    <a:pt x="950" y="98"/>
                  </a:lnTo>
                  <a:lnTo>
                    <a:pt x="1218" y="25"/>
                  </a:lnTo>
                  <a:lnTo>
                    <a:pt x="1534" y="1"/>
                  </a:lnTo>
                  <a:lnTo>
                    <a:pt x="1534" y="1"/>
                  </a:lnTo>
                  <a:lnTo>
                    <a:pt x="1851" y="25"/>
                  </a:lnTo>
                  <a:lnTo>
                    <a:pt x="2119" y="98"/>
                  </a:lnTo>
                  <a:lnTo>
                    <a:pt x="2387" y="220"/>
                  </a:lnTo>
                  <a:lnTo>
                    <a:pt x="2606" y="415"/>
                  </a:lnTo>
                  <a:lnTo>
                    <a:pt x="2703" y="512"/>
                  </a:lnTo>
                  <a:lnTo>
                    <a:pt x="2801" y="634"/>
                  </a:lnTo>
                  <a:lnTo>
                    <a:pt x="2874" y="756"/>
                  </a:lnTo>
                  <a:lnTo>
                    <a:pt x="2947" y="877"/>
                  </a:lnTo>
                  <a:lnTo>
                    <a:pt x="2996" y="1024"/>
                  </a:lnTo>
                  <a:lnTo>
                    <a:pt x="3020" y="1170"/>
                  </a:lnTo>
                  <a:lnTo>
                    <a:pt x="3044" y="1340"/>
                  </a:lnTo>
                  <a:lnTo>
                    <a:pt x="3069" y="1511"/>
                  </a:lnTo>
                  <a:lnTo>
                    <a:pt x="3069" y="1511"/>
                  </a:lnTo>
                  <a:lnTo>
                    <a:pt x="3044" y="1681"/>
                  </a:lnTo>
                  <a:lnTo>
                    <a:pt x="3020" y="1852"/>
                  </a:lnTo>
                  <a:lnTo>
                    <a:pt x="2947" y="2193"/>
                  </a:lnTo>
                  <a:lnTo>
                    <a:pt x="2801" y="2509"/>
                  </a:lnTo>
                  <a:lnTo>
                    <a:pt x="2606" y="2777"/>
                  </a:lnTo>
                  <a:lnTo>
                    <a:pt x="2509" y="2899"/>
                  </a:lnTo>
                  <a:lnTo>
                    <a:pt x="2387" y="3021"/>
                  </a:lnTo>
                  <a:lnTo>
                    <a:pt x="2265" y="3118"/>
                  </a:lnTo>
                  <a:lnTo>
                    <a:pt x="2119" y="3191"/>
                  </a:lnTo>
                  <a:lnTo>
                    <a:pt x="1997" y="3264"/>
                  </a:lnTo>
                  <a:lnTo>
                    <a:pt x="1851" y="3313"/>
                  </a:lnTo>
                  <a:lnTo>
                    <a:pt x="1681" y="3337"/>
                  </a:lnTo>
                  <a:lnTo>
                    <a:pt x="1534" y="3362"/>
                  </a:lnTo>
                  <a:lnTo>
                    <a:pt x="1534" y="3362"/>
                  </a:lnTo>
                  <a:lnTo>
                    <a:pt x="1388" y="3337"/>
                  </a:lnTo>
                  <a:lnTo>
                    <a:pt x="1218" y="3313"/>
                  </a:lnTo>
                  <a:lnTo>
                    <a:pt x="1072" y="3264"/>
                  </a:lnTo>
                  <a:lnTo>
                    <a:pt x="950" y="3191"/>
                  </a:lnTo>
                  <a:lnTo>
                    <a:pt x="804" y="3118"/>
                  </a:lnTo>
                  <a:lnTo>
                    <a:pt x="682" y="3021"/>
                  </a:lnTo>
                  <a:lnTo>
                    <a:pt x="560" y="2899"/>
                  </a:lnTo>
                  <a:lnTo>
                    <a:pt x="463" y="2777"/>
                  </a:lnTo>
                  <a:lnTo>
                    <a:pt x="268" y="2509"/>
                  </a:lnTo>
                  <a:lnTo>
                    <a:pt x="122" y="2193"/>
                  </a:lnTo>
                  <a:lnTo>
                    <a:pt x="49" y="1852"/>
                  </a:lnTo>
                  <a:lnTo>
                    <a:pt x="24" y="1681"/>
                  </a:lnTo>
                  <a:lnTo>
                    <a:pt x="0" y="1511"/>
                  </a:lnTo>
                  <a:lnTo>
                    <a:pt x="0" y="151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07" name="Group 141"/>
          <p:cNvGrpSpPr/>
          <p:nvPr/>
        </p:nvGrpSpPr>
        <p:grpSpPr>
          <a:xfrm>
            <a:off x="3274920" y="2035800"/>
            <a:ext cx="145080" cy="422280"/>
            <a:chOff x="3274920" y="2035800"/>
            <a:chExt cx="145080" cy="422280"/>
          </a:xfrm>
        </p:grpSpPr>
        <p:sp>
          <p:nvSpPr>
            <p:cNvPr id="1308" name="CustomShape 142"/>
            <p:cNvSpPr/>
            <p:nvPr/>
          </p:nvSpPr>
          <p:spPr>
            <a:xfrm>
              <a:off x="3313800" y="2035800"/>
              <a:ext cx="67320" cy="76320"/>
            </a:xfrm>
            <a:custGeom>
              <a:avLst/>
              <a:gdLst/>
              <a:ahLst/>
              <a:rect l="l" t="t" r="r" b="b"/>
              <a:pathLst>
                <a:path w="3215" h="3654">
                  <a:moveTo>
                    <a:pt x="0" y="1657"/>
                  </a:moveTo>
                  <a:lnTo>
                    <a:pt x="0" y="1657"/>
                  </a:lnTo>
                  <a:lnTo>
                    <a:pt x="0" y="1462"/>
                  </a:lnTo>
                  <a:lnTo>
                    <a:pt x="24" y="1291"/>
                  </a:lnTo>
                  <a:lnTo>
                    <a:pt x="73" y="1121"/>
                  </a:lnTo>
                  <a:lnTo>
                    <a:pt x="122" y="975"/>
                  </a:lnTo>
                  <a:lnTo>
                    <a:pt x="195" y="829"/>
                  </a:lnTo>
                  <a:lnTo>
                    <a:pt x="268" y="682"/>
                  </a:lnTo>
                  <a:lnTo>
                    <a:pt x="365" y="561"/>
                  </a:lnTo>
                  <a:lnTo>
                    <a:pt x="463" y="439"/>
                  </a:lnTo>
                  <a:lnTo>
                    <a:pt x="585" y="341"/>
                  </a:lnTo>
                  <a:lnTo>
                    <a:pt x="706" y="244"/>
                  </a:lnTo>
                  <a:lnTo>
                    <a:pt x="853" y="171"/>
                  </a:lnTo>
                  <a:lnTo>
                    <a:pt x="974" y="122"/>
                  </a:lnTo>
                  <a:lnTo>
                    <a:pt x="1120" y="74"/>
                  </a:lnTo>
                  <a:lnTo>
                    <a:pt x="1291" y="25"/>
                  </a:lnTo>
                  <a:lnTo>
                    <a:pt x="1437" y="0"/>
                  </a:lnTo>
                  <a:lnTo>
                    <a:pt x="1608" y="0"/>
                  </a:lnTo>
                  <a:lnTo>
                    <a:pt x="1608" y="0"/>
                  </a:lnTo>
                  <a:lnTo>
                    <a:pt x="1778" y="0"/>
                  </a:lnTo>
                  <a:lnTo>
                    <a:pt x="1924" y="25"/>
                  </a:lnTo>
                  <a:lnTo>
                    <a:pt x="2095" y="74"/>
                  </a:lnTo>
                  <a:lnTo>
                    <a:pt x="2241" y="122"/>
                  </a:lnTo>
                  <a:lnTo>
                    <a:pt x="2363" y="171"/>
                  </a:lnTo>
                  <a:lnTo>
                    <a:pt x="2509" y="244"/>
                  </a:lnTo>
                  <a:lnTo>
                    <a:pt x="2630" y="341"/>
                  </a:lnTo>
                  <a:lnTo>
                    <a:pt x="2752" y="439"/>
                  </a:lnTo>
                  <a:lnTo>
                    <a:pt x="2850" y="561"/>
                  </a:lnTo>
                  <a:lnTo>
                    <a:pt x="2947" y="682"/>
                  </a:lnTo>
                  <a:lnTo>
                    <a:pt x="3020" y="829"/>
                  </a:lnTo>
                  <a:lnTo>
                    <a:pt x="3093" y="975"/>
                  </a:lnTo>
                  <a:lnTo>
                    <a:pt x="3142" y="1121"/>
                  </a:lnTo>
                  <a:lnTo>
                    <a:pt x="3191" y="1291"/>
                  </a:lnTo>
                  <a:lnTo>
                    <a:pt x="3215" y="1462"/>
                  </a:lnTo>
                  <a:lnTo>
                    <a:pt x="3215" y="1657"/>
                  </a:lnTo>
                  <a:lnTo>
                    <a:pt x="3215" y="1657"/>
                  </a:lnTo>
                  <a:lnTo>
                    <a:pt x="3215" y="1827"/>
                  </a:lnTo>
                  <a:lnTo>
                    <a:pt x="3191" y="2022"/>
                  </a:lnTo>
                  <a:lnTo>
                    <a:pt x="3142" y="2217"/>
                  </a:lnTo>
                  <a:lnTo>
                    <a:pt x="3093" y="2387"/>
                  </a:lnTo>
                  <a:lnTo>
                    <a:pt x="3020" y="2558"/>
                  </a:lnTo>
                  <a:lnTo>
                    <a:pt x="2947" y="2728"/>
                  </a:lnTo>
                  <a:lnTo>
                    <a:pt x="2850" y="2874"/>
                  </a:lnTo>
                  <a:lnTo>
                    <a:pt x="2752" y="3020"/>
                  </a:lnTo>
                  <a:lnTo>
                    <a:pt x="2630" y="3167"/>
                  </a:lnTo>
                  <a:lnTo>
                    <a:pt x="2509" y="3288"/>
                  </a:lnTo>
                  <a:lnTo>
                    <a:pt x="2363" y="3386"/>
                  </a:lnTo>
                  <a:lnTo>
                    <a:pt x="2241" y="3483"/>
                  </a:lnTo>
                  <a:lnTo>
                    <a:pt x="2095" y="3556"/>
                  </a:lnTo>
                  <a:lnTo>
                    <a:pt x="1924" y="3605"/>
                  </a:lnTo>
                  <a:lnTo>
                    <a:pt x="1778" y="3629"/>
                  </a:lnTo>
                  <a:lnTo>
                    <a:pt x="1608" y="3654"/>
                  </a:lnTo>
                  <a:lnTo>
                    <a:pt x="1608" y="3654"/>
                  </a:lnTo>
                  <a:lnTo>
                    <a:pt x="1437" y="3629"/>
                  </a:lnTo>
                  <a:lnTo>
                    <a:pt x="1291" y="3605"/>
                  </a:lnTo>
                  <a:lnTo>
                    <a:pt x="1120" y="3556"/>
                  </a:lnTo>
                  <a:lnTo>
                    <a:pt x="974" y="3483"/>
                  </a:lnTo>
                  <a:lnTo>
                    <a:pt x="853" y="3386"/>
                  </a:lnTo>
                  <a:lnTo>
                    <a:pt x="706" y="3288"/>
                  </a:lnTo>
                  <a:lnTo>
                    <a:pt x="585" y="3167"/>
                  </a:lnTo>
                  <a:lnTo>
                    <a:pt x="463" y="3020"/>
                  </a:lnTo>
                  <a:lnTo>
                    <a:pt x="365" y="2874"/>
                  </a:lnTo>
                  <a:lnTo>
                    <a:pt x="268" y="2728"/>
                  </a:lnTo>
                  <a:lnTo>
                    <a:pt x="195" y="2558"/>
                  </a:lnTo>
                  <a:lnTo>
                    <a:pt x="122" y="2387"/>
                  </a:lnTo>
                  <a:lnTo>
                    <a:pt x="73" y="2217"/>
                  </a:lnTo>
                  <a:lnTo>
                    <a:pt x="24" y="2022"/>
                  </a:lnTo>
                  <a:lnTo>
                    <a:pt x="0" y="1827"/>
                  </a:lnTo>
                  <a:lnTo>
                    <a:pt x="0" y="1657"/>
                  </a:lnTo>
                  <a:lnTo>
                    <a:pt x="0" y="165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09" name="CustomShape 143"/>
            <p:cNvSpPr/>
            <p:nvPr/>
          </p:nvSpPr>
          <p:spPr>
            <a:xfrm>
              <a:off x="3274920" y="2122200"/>
              <a:ext cx="145080" cy="335880"/>
            </a:xfrm>
            <a:custGeom>
              <a:avLst/>
              <a:gdLst/>
              <a:ahLst/>
              <a:rect l="l" t="t" r="r" b="b"/>
              <a:pathLst>
                <a:path w="6917" h="16002">
                  <a:moveTo>
                    <a:pt x="4189" y="0"/>
                  </a:moveTo>
                  <a:lnTo>
                    <a:pt x="4189" y="0"/>
                  </a:lnTo>
                  <a:lnTo>
                    <a:pt x="4019" y="98"/>
                  </a:lnTo>
                  <a:lnTo>
                    <a:pt x="3848" y="147"/>
                  </a:lnTo>
                  <a:lnTo>
                    <a:pt x="3653" y="195"/>
                  </a:lnTo>
                  <a:lnTo>
                    <a:pt x="3459" y="220"/>
                  </a:lnTo>
                  <a:lnTo>
                    <a:pt x="3459" y="220"/>
                  </a:lnTo>
                  <a:lnTo>
                    <a:pt x="3264" y="195"/>
                  </a:lnTo>
                  <a:lnTo>
                    <a:pt x="3069" y="147"/>
                  </a:lnTo>
                  <a:lnTo>
                    <a:pt x="2898" y="98"/>
                  </a:lnTo>
                  <a:lnTo>
                    <a:pt x="2728" y="0"/>
                  </a:lnTo>
                  <a:lnTo>
                    <a:pt x="2728" y="0"/>
                  </a:lnTo>
                  <a:lnTo>
                    <a:pt x="2533" y="49"/>
                  </a:lnTo>
                  <a:lnTo>
                    <a:pt x="2338" y="122"/>
                  </a:lnTo>
                  <a:lnTo>
                    <a:pt x="2168" y="195"/>
                  </a:lnTo>
                  <a:lnTo>
                    <a:pt x="2022" y="293"/>
                  </a:lnTo>
                  <a:lnTo>
                    <a:pt x="1705" y="488"/>
                  </a:lnTo>
                  <a:lnTo>
                    <a:pt x="1437" y="755"/>
                  </a:lnTo>
                  <a:lnTo>
                    <a:pt x="1169" y="1072"/>
                  </a:lnTo>
                  <a:lnTo>
                    <a:pt x="950" y="1413"/>
                  </a:lnTo>
                  <a:lnTo>
                    <a:pt x="755" y="1803"/>
                  </a:lnTo>
                  <a:lnTo>
                    <a:pt x="585" y="2217"/>
                  </a:lnTo>
                  <a:lnTo>
                    <a:pt x="439" y="2704"/>
                  </a:lnTo>
                  <a:lnTo>
                    <a:pt x="317" y="3191"/>
                  </a:lnTo>
                  <a:lnTo>
                    <a:pt x="219" y="3727"/>
                  </a:lnTo>
                  <a:lnTo>
                    <a:pt x="146" y="4311"/>
                  </a:lnTo>
                  <a:lnTo>
                    <a:pt x="73" y="4896"/>
                  </a:lnTo>
                  <a:lnTo>
                    <a:pt x="24" y="5529"/>
                  </a:lnTo>
                  <a:lnTo>
                    <a:pt x="0" y="6187"/>
                  </a:lnTo>
                  <a:lnTo>
                    <a:pt x="0" y="6869"/>
                  </a:lnTo>
                  <a:lnTo>
                    <a:pt x="0" y="6869"/>
                  </a:lnTo>
                  <a:lnTo>
                    <a:pt x="24" y="7015"/>
                  </a:lnTo>
                  <a:lnTo>
                    <a:pt x="49" y="7161"/>
                  </a:lnTo>
                  <a:lnTo>
                    <a:pt x="98" y="7307"/>
                  </a:lnTo>
                  <a:lnTo>
                    <a:pt x="171" y="7404"/>
                  </a:lnTo>
                  <a:lnTo>
                    <a:pt x="244" y="7502"/>
                  </a:lnTo>
                  <a:lnTo>
                    <a:pt x="317" y="7575"/>
                  </a:lnTo>
                  <a:lnTo>
                    <a:pt x="414" y="7624"/>
                  </a:lnTo>
                  <a:lnTo>
                    <a:pt x="487" y="7624"/>
                  </a:lnTo>
                  <a:lnTo>
                    <a:pt x="487" y="7624"/>
                  </a:lnTo>
                  <a:lnTo>
                    <a:pt x="633" y="7624"/>
                  </a:lnTo>
                  <a:lnTo>
                    <a:pt x="731" y="7575"/>
                  </a:lnTo>
                  <a:lnTo>
                    <a:pt x="804" y="7502"/>
                  </a:lnTo>
                  <a:lnTo>
                    <a:pt x="877" y="7404"/>
                  </a:lnTo>
                  <a:lnTo>
                    <a:pt x="926" y="7307"/>
                  </a:lnTo>
                  <a:lnTo>
                    <a:pt x="950" y="7161"/>
                  </a:lnTo>
                  <a:lnTo>
                    <a:pt x="974" y="6869"/>
                  </a:lnTo>
                  <a:lnTo>
                    <a:pt x="974" y="6869"/>
                  </a:lnTo>
                  <a:lnTo>
                    <a:pt x="999" y="6503"/>
                  </a:lnTo>
                  <a:lnTo>
                    <a:pt x="1023" y="6089"/>
                  </a:lnTo>
                  <a:lnTo>
                    <a:pt x="1145" y="5091"/>
                  </a:lnTo>
                  <a:lnTo>
                    <a:pt x="1291" y="4092"/>
                  </a:lnTo>
                  <a:lnTo>
                    <a:pt x="1364" y="3654"/>
                  </a:lnTo>
                  <a:lnTo>
                    <a:pt x="1461" y="3288"/>
                  </a:lnTo>
                  <a:lnTo>
                    <a:pt x="1461" y="3288"/>
                  </a:lnTo>
                  <a:lnTo>
                    <a:pt x="1413" y="3094"/>
                  </a:lnTo>
                  <a:lnTo>
                    <a:pt x="1388" y="2899"/>
                  </a:lnTo>
                  <a:lnTo>
                    <a:pt x="1388" y="2704"/>
                  </a:lnTo>
                  <a:lnTo>
                    <a:pt x="1413" y="2533"/>
                  </a:lnTo>
                  <a:lnTo>
                    <a:pt x="1437" y="2387"/>
                  </a:lnTo>
                  <a:lnTo>
                    <a:pt x="1510" y="2241"/>
                  </a:lnTo>
                  <a:lnTo>
                    <a:pt x="1583" y="2119"/>
                  </a:lnTo>
                  <a:lnTo>
                    <a:pt x="1656" y="2046"/>
                  </a:lnTo>
                  <a:lnTo>
                    <a:pt x="1656" y="2046"/>
                  </a:lnTo>
                  <a:lnTo>
                    <a:pt x="1583" y="2144"/>
                  </a:lnTo>
                  <a:lnTo>
                    <a:pt x="1534" y="2290"/>
                  </a:lnTo>
                  <a:lnTo>
                    <a:pt x="1486" y="2485"/>
                  </a:lnTo>
                  <a:lnTo>
                    <a:pt x="1486" y="2680"/>
                  </a:lnTo>
                  <a:lnTo>
                    <a:pt x="1510" y="2874"/>
                  </a:lnTo>
                  <a:lnTo>
                    <a:pt x="1559" y="3069"/>
                  </a:lnTo>
                  <a:lnTo>
                    <a:pt x="1608" y="3167"/>
                  </a:lnTo>
                  <a:lnTo>
                    <a:pt x="1681" y="3264"/>
                  </a:lnTo>
                  <a:lnTo>
                    <a:pt x="1754" y="3337"/>
                  </a:lnTo>
                  <a:lnTo>
                    <a:pt x="1851" y="3410"/>
                  </a:lnTo>
                  <a:lnTo>
                    <a:pt x="1851" y="3410"/>
                  </a:lnTo>
                  <a:lnTo>
                    <a:pt x="1900" y="3775"/>
                  </a:lnTo>
                  <a:lnTo>
                    <a:pt x="1924" y="3970"/>
                  </a:lnTo>
                  <a:lnTo>
                    <a:pt x="1949" y="4190"/>
                  </a:lnTo>
                  <a:lnTo>
                    <a:pt x="1924" y="4433"/>
                  </a:lnTo>
                  <a:lnTo>
                    <a:pt x="1900" y="4725"/>
                  </a:lnTo>
                  <a:lnTo>
                    <a:pt x="1827" y="5018"/>
                  </a:lnTo>
                  <a:lnTo>
                    <a:pt x="1705" y="5383"/>
                  </a:lnTo>
                  <a:lnTo>
                    <a:pt x="1705" y="5383"/>
                  </a:lnTo>
                  <a:lnTo>
                    <a:pt x="1510" y="5894"/>
                  </a:lnTo>
                  <a:lnTo>
                    <a:pt x="1364" y="6381"/>
                  </a:lnTo>
                  <a:lnTo>
                    <a:pt x="1267" y="6820"/>
                  </a:lnTo>
                  <a:lnTo>
                    <a:pt x="1218" y="7210"/>
                  </a:lnTo>
                  <a:lnTo>
                    <a:pt x="1169" y="7599"/>
                  </a:lnTo>
                  <a:lnTo>
                    <a:pt x="1169" y="7989"/>
                  </a:lnTo>
                  <a:lnTo>
                    <a:pt x="1194" y="8793"/>
                  </a:lnTo>
                  <a:lnTo>
                    <a:pt x="1194" y="8793"/>
                  </a:lnTo>
                  <a:lnTo>
                    <a:pt x="1242" y="9962"/>
                  </a:lnTo>
                  <a:lnTo>
                    <a:pt x="1291" y="11131"/>
                  </a:lnTo>
                  <a:lnTo>
                    <a:pt x="1315" y="13201"/>
                  </a:lnTo>
                  <a:lnTo>
                    <a:pt x="1340" y="14686"/>
                  </a:lnTo>
                  <a:lnTo>
                    <a:pt x="1340" y="15271"/>
                  </a:lnTo>
                  <a:lnTo>
                    <a:pt x="1340" y="15271"/>
                  </a:lnTo>
                  <a:lnTo>
                    <a:pt x="1364" y="15490"/>
                  </a:lnTo>
                  <a:lnTo>
                    <a:pt x="1413" y="15661"/>
                  </a:lnTo>
                  <a:lnTo>
                    <a:pt x="1486" y="15782"/>
                  </a:lnTo>
                  <a:lnTo>
                    <a:pt x="1583" y="15880"/>
                  </a:lnTo>
                  <a:lnTo>
                    <a:pt x="1656" y="15953"/>
                  </a:lnTo>
                  <a:lnTo>
                    <a:pt x="1729" y="15977"/>
                  </a:lnTo>
                  <a:lnTo>
                    <a:pt x="1827" y="16002"/>
                  </a:lnTo>
                  <a:lnTo>
                    <a:pt x="1827" y="16002"/>
                  </a:lnTo>
                  <a:lnTo>
                    <a:pt x="1949" y="16002"/>
                  </a:lnTo>
                  <a:lnTo>
                    <a:pt x="2070" y="15953"/>
                  </a:lnTo>
                  <a:lnTo>
                    <a:pt x="2168" y="15904"/>
                  </a:lnTo>
                  <a:lnTo>
                    <a:pt x="2241" y="15831"/>
                  </a:lnTo>
                  <a:lnTo>
                    <a:pt x="2314" y="15758"/>
                  </a:lnTo>
                  <a:lnTo>
                    <a:pt x="2387" y="15636"/>
                  </a:lnTo>
                  <a:lnTo>
                    <a:pt x="2411" y="15490"/>
                  </a:lnTo>
                  <a:lnTo>
                    <a:pt x="2460" y="15344"/>
                  </a:lnTo>
                  <a:lnTo>
                    <a:pt x="3142" y="8525"/>
                  </a:lnTo>
                  <a:lnTo>
                    <a:pt x="3142" y="8525"/>
                  </a:lnTo>
                  <a:lnTo>
                    <a:pt x="3142" y="8427"/>
                  </a:lnTo>
                  <a:lnTo>
                    <a:pt x="3191" y="8257"/>
                  </a:lnTo>
                  <a:lnTo>
                    <a:pt x="3239" y="8159"/>
                  </a:lnTo>
                  <a:lnTo>
                    <a:pt x="3288" y="8062"/>
                  </a:lnTo>
                  <a:lnTo>
                    <a:pt x="3361" y="7989"/>
                  </a:lnTo>
                  <a:lnTo>
                    <a:pt x="3459" y="7965"/>
                  </a:lnTo>
                  <a:lnTo>
                    <a:pt x="3459" y="7965"/>
                  </a:lnTo>
                  <a:lnTo>
                    <a:pt x="3556" y="7989"/>
                  </a:lnTo>
                  <a:lnTo>
                    <a:pt x="3629" y="8062"/>
                  </a:lnTo>
                  <a:lnTo>
                    <a:pt x="3678" y="8159"/>
                  </a:lnTo>
                  <a:lnTo>
                    <a:pt x="3726" y="8257"/>
                  </a:lnTo>
                  <a:lnTo>
                    <a:pt x="3775" y="8427"/>
                  </a:lnTo>
                  <a:lnTo>
                    <a:pt x="3775" y="8525"/>
                  </a:lnTo>
                  <a:lnTo>
                    <a:pt x="4457" y="15344"/>
                  </a:lnTo>
                  <a:lnTo>
                    <a:pt x="4457" y="15344"/>
                  </a:lnTo>
                  <a:lnTo>
                    <a:pt x="4506" y="15490"/>
                  </a:lnTo>
                  <a:lnTo>
                    <a:pt x="4530" y="15636"/>
                  </a:lnTo>
                  <a:lnTo>
                    <a:pt x="4603" y="15758"/>
                  </a:lnTo>
                  <a:lnTo>
                    <a:pt x="4676" y="15831"/>
                  </a:lnTo>
                  <a:lnTo>
                    <a:pt x="4749" y="15904"/>
                  </a:lnTo>
                  <a:lnTo>
                    <a:pt x="4847" y="15953"/>
                  </a:lnTo>
                  <a:lnTo>
                    <a:pt x="4969" y="16002"/>
                  </a:lnTo>
                  <a:lnTo>
                    <a:pt x="5090" y="16002"/>
                  </a:lnTo>
                  <a:lnTo>
                    <a:pt x="5090" y="16002"/>
                  </a:lnTo>
                  <a:lnTo>
                    <a:pt x="5188" y="15977"/>
                  </a:lnTo>
                  <a:lnTo>
                    <a:pt x="5261" y="15953"/>
                  </a:lnTo>
                  <a:lnTo>
                    <a:pt x="5334" y="15880"/>
                  </a:lnTo>
                  <a:lnTo>
                    <a:pt x="5431" y="15782"/>
                  </a:lnTo>
                  <a:lnTo>
                    <a:pt x="5504" y="15661"/>
                  </a:lnTo>
                  <a:lnTo>
                    <a:pt x="5553" y="15490"/>
                  </a:lnTo>
                  <a:lnTo>
                    <a:pt x="5577" y="15271"/>
                  </a:lnTo>
                  <a:lnTo>
                    <a:pt x="5577" y="15271"/>
                  </a:lnTo>
                  <a:lnTo>
                    <a:pt x="5577" y="14686"/>
                  </a:lnTo>
                  <a:lnTo>
                    <a:pt x="5602" y="13201"/>
                  </a:lnTo>
                  <a:lnTo>
                    <a:pt x="5626" y="11131"/>
                  </a:lnTo>
                  <a:lnTo>
                    <a:pt x="5675" y="9962"/>
                  </a:lnTo>
                  <a:lnTo>
                    <a:pt x="5724" y="8793"/>
                  </a:lnTo>
                  <a:lnTo>
                    <a:pt x="5724" y="8793"/>
                  </a:lnTo>
                  <a:lnTo>
                    <a:pt x="5748" y="7989"/>
                  </a:lnTo>
                  <a:lnTo>
                    <a:pt x="5748" y="7599"/>
                  </a:lnTo>
                  <a:lnTo>
                    <a:pt x="5699" y="7210"/>
                  </a:lnTo>
                  <a:lnTo>
                    <a:pt x="5650" y="6820"/>
                  </a:lnTo>
                  <a:lnTo>
                    <a:pt x="5553" y="6381"/>
                  </a:lnTo>
                  <a:lnTo>
                    <a:pt x="5407" y="5894"/>
                  </a:lnTo>
                  <a:lnTo>
                    <a:pt x="5212" y="5383"/>
                  </a:lnTo>
                  <a:lnTo>
                    <a:pt x="5212" y="5383"/>
                  </a:lnTo>
                  <a:lnTo>
                    <a:pt x="5090" y="5018"/>
                  </a:lnTo>
                  <a:lnTo>
                    <a:pt x="5017" y="4725"/>
                  </a:lnTo>
                  <a:lnTo>
                    <a:pt x="4993" y="4433"/>
                  </a:lnTo>
                  <a:lnTo>
                    <a:pt x="4969" y="4190"/>
                  </a:lnTo>
                  <a:lnTo>
                    <a:pt x="4993" y="3970"/>
                  </a:lnTo>
                  <a:lnTo>
                    <a:pt x="5017" y="3775"/>
                  </a:lnTo>
                  <a:lnTo>
                    <a:pt x="5066" y="3410"/>
                  </a:lnTo>
                  <a:lnTo>
                    <a:pt x="5066" y="3410"/>
                  </a:lnTo>
                  <a:lnTo>
                    <a:pt x="5163" y="3337"/>
                  </a:lnTo>
                  <a:lnTo>
                    <a:pt x="5236" y="3264"/>
                  </a:lnTo>
                  <a:lnTo>
                    <a:pt x="5310" y="3167"/>
                  </a:lnTo>
                  <a:lnTo>
                    <a:pt x="5358" y="3069"/>
                  </a:lnTo>
                  <a:lnTo>
                    <a:pt x="5407" y="2874"/>
                  </a:lnTo>
                  <a:lnTo>
                    <a:pt x="5431" y="2680"/>
                  </a:lnTo>
                  <a:lnTo>
                    <a:pt x="5431" y="2485"/>
                  </a:lnTo>
                  <a:lnTo>
                    <a:pt x="5383" y="2290"/>
                  </a:lnTo>
                  <a:lnTo>
                    <a:pt x="5334" y="2144"/>
                  </a:lnTo>
                  <a:lnTo>
                    <a:pt x="5261" y="2046"/>
                  </a:lnTo>
                  <a:lnTo>
                    <a:pt x="5261" y="2046"/>
                  </a:lnTo>
                  <a:lnTo>
                    <a:pt x="5334" y="2119"/>
                  </a:lnTo>
                  <a:lnTo>
                    <a:pt x="5407" y="2241"/>
                  </a:lnTo>
                  <a:lnTo>
                    <a:pt x="5480" y="2387"/>
                  </a:lnTo>
                  <a:lnTo>
                    <a:pt x="5504" y="2533"/>
                  </a:lnTo>
                  <a:lnTo>
                    <a:pt x="5529" y="2704"/>
                  </a:lnTo>
                  <a:lnTo>
                    <a:pt x="5529" y="2899"/>
                  </a:lnTo>
                  <a:lnTo>
                    <a:pt x="5504" y="3094"/>
                  </a:lnTo>
                  <a:lnTo>
                    <a:pt x="5456" y="3288"/>
                  </a:lnTo>
                  <a:lnTo>
                    <a:pt x="5456" y="3288"/>
                  </a:lnTo>
                  <a:lnTo>
                    <a:pt x="5553" y="3654"/>
                  </a:lnTo>
                  <a:lnTo>
                    <a:pt x="5626" y="4092"/>
                  </a:lnTo>
                  <a:lnTo>
                    <a:pt x="5772" y="5091"/>
                  </a:lnTo>
                  <a:lnTo>
                    <a:pt x="5894" y="6089"/>
                  </a:lnTo>
                  <a:lnTo>
                    <a:pt x="5918" y="6503"/>
                  </a:lnTo>
                  <a:lnTo>
                    <a:pt x="5943" y="6869"/>
                  </a:lnTo>
                  <a:lnTo>
                    <a:pt x="5943" y="6869"/>
                  </a:lnTo>
                  <a:lnTo>
                    <a:pt x="5967" y="7161"/>
                  </a:lnTo>
                  <a:lnTo>
                    <a:pt x="5991" y="7307"/>
                  </a:lnTo>
                  <a:lnTo>
                    <a:pt x="6040" y="7404"/>
                  </a:lnTo>
                  <a:lnTo>
                    <a:pt x="6113" y="7502"/>
                  </a:lnTo>
                  <a:lnTo>
                    <a:pt x="6186" y="7575"/>
                  </a:lnTo>
                  <a:lnTo>
                    <a:pt x="6284" y="7624"/>
                  </a:lnTo>
                  <a:lnTo>
                    <a:pt x="6430" y="7624"/>
                  </a:lnTo>
                  <a:lnTo>
                    <a:pt x="6430" y="7624"/>
                  </a:lnTo>
                  <a:lnTo>
                    <a:pt x="6503" y="7624"/>
                  </a:lnTo>
                  <a:lnTo>
                    <a:pt x="6600" y="7575"/>
                  </a:lnTo>
                  <a:lnTo>
                    <a:pt x="6673" y="7502"/>
                  </a:lnTo>
                  <a:lnTo>
                    <a:pt x="6746" y="7404"/>
                  </a:lnTo>
                  <a:lnTo>
                    <a:pt x="6820" y="7307"/>
                  </a:lnTo>
                  <a:lnTo>
                    <a:pt x="6868" y="7161"/>
                  </a:lnTo>
                  <a:lnTo>
                    <a:pt x="6893" y="7015"/>
                  </a:lnTo>
                  <a:lnTo>
                    <a:pt x="6917" y="6869"/>
                  </a:lnTo>
                  <a:lnTo>
                    <a:pt x="6917" y="6869"/>
                  </a:lnTo>
                  <a:lnTo>
                    <a:pt x="6917" y="6187"/>
                  </a:lnTo>
                  <a:lnTo>
                    <a:pt x="6893" y="5529"/>
                  </a:lnTo>
                  <a:lnTo>
                    <a:pt x="6844" y="4896"/>
                  </a:lnTo>
                  <a:lnTo>
                    <a:pt x="6771" y="4311"/>
                  </a:lnTo>
                  <a:lnTo>
                    <a:pt x="6698" y="3727"/>
                  </a:lnTo>
                  <a:lnTo>
                    <a:pt x="6600" y="3191"/>
                  </a:lnTo>
                  <a:lnTo>
                    <a:pt x="6479" y="2704"/>
                  </a:lnTo>
                  <a:lnTo>
                    <a:pt x="6332" y="2217"/>
                  </a:lnTo>
                  <a:lnTo>
                    <a:pt x="6162" y="1803"/>
                  </a:lnTo>
                  <a:lnTo>
                    <a:pt x="5967" y="1413"/>
                  </a:lnTo>
                  <a:lnTo>
                    <a:pt x="5748" y="1072"/>
                  </a:lnTo>
                  <a:lnTo>
                    <a:pt x="5480" y="755"/>
                  </a:lnTo>
                  <a:lnTo>
                    <a:pt x="5212" y="488"/>
                  </a:lnTo>
                  <a:lnTo>
                    <a:pt x="4895" y="293"/>
                  </a:lnTo>
                  <a:lnTo>
                    <a:pt x="4749" y="195"/>
                  </a:lnTo>
                  <a:lnTo>
                    <a:pt x="4579" y="122"/>
                  </a:lnTo>
                  <a:lnTo>
                    <a:pt x="4384" y="49"/>
                  </a:lnTo>
                  <a:lnTo>
                    <a:pt x="4189" y="0"/>
                  </a:lnTo>
                  <a:lnTo>
                    <a:pt x="4189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10" name="CustomShape 144"/>
          <p:cNvSpPr/>
          <p:nvPr/>
        </p:nvSpPr>
        <p:spPr>
          <a:xfrm>
            <a:off x="4317480" y="2080080"/>
            <a:ext cx="320040" cy="337320"/>
          </a:xfrm>
          <a:custGeom>
            <a:avLst/>
            <a:gdLst/>
            <a:ahLst/>
            <a:rect l="l" t="t" r="r" b="b"/>
            <a:pathLst>
              <a:path w="15247" h="16075">
                <a:moveTo>
                  <a:pt x="9401" y="10717"/>
                </a:moveTo>
                <a:lnTo>
                  <a:pt x="9401" y="10717"/>
                </a:lnTo>
                <a:lnTo>
                  <a:pt x="9085" y="10692"/>
                </a:lnTo>
                <a:lnTo>
                  <a:pt x="9085" y="9596"/>
                </a:lnTo>
                <a:lnTo>
                  <a:pt x="9085" y="9596"/>
                </a:lnTo>
                <a:lnTo>
                  <a:pt x="9401" y="9377"/>
                </a:lnTo>
                <a:lnTo>
                  <a:pt x="9718" y="9133"/>
                </a:lnTo>
                <a:lnTo>
                  <a:pt x="10010" y="8866"/>
                </a:lnTo>
                <a:lnTo>
                  <a:pt x="10302" y="8573"/>
                </a:lnTo>
                <a:lnTo>
                  <a:pt x="10546" y="8232"/>
                </a:lnTo>
                <a:lnTo>
                  <a:pt x="10765" y="7867"/>
                </a:lnTo>
                <a:lnTo>
                  <a:pt x="10984" y="7502"/>
                </a:lnTo>
                <a:lnTo>
                  <a:pt x="11155" y="7088"/>
                </a:lnTo>
                <a:lnTo>
                  <a:pt x="11155" y="7088"/>
                </a:lnTo>
                <a:lnTo>
                  <a:pt x="11228" y="7112"/>
                </a:lnTo>
                <a:lnTo>
                  <a:pt x="11228" y="7112"/>
                </a:lnTo>
                <a:lnTo>
                  <a:pt x="11374" y="7112"/>
                </a:lnTo>
                <a:lnTo>
                  <a:pt x="11496" y="7039"/>
                </a:lnTo>
                <a:lnTo>
                  <a:pt x="11617" y="6942"/>
                </a:lnTo>
                <a:lnTo>
                  <a:pt x="11715" y="6771"/>
                </a:lnTo>
                <a:lnTo>
                  <a:pt x="11812" y="6601"/>
                </a:lnTo>
                <a:lnTo>
                  <a:pt x="11910" y="6381"/>
                </a:lnTo>
                <a:lnTo>
                  <a:pt x="11958" y="6138"/>
                </a:lnTo>
                <a:lnTo>
                  <a:pt x="12007" y="5870"/>
                </a:lnTo>
                <a:lnTo>
                  <a:pt x="12007" y="5870"/>
                </a:lnTo>
                <a:lnTo>
                  <a:pt x="12031" y="5626"/>
                </a:lnTo>
                <a:lnTo>
                  <a:pt x="12007" y="5383"/>
                </a:lnTo>
                <a:lnTo>
                  <a:pt x="11983" y="5188"/>
                </a:lnTo>
                <a:lnTo>
                  <a:pt x="11934" y="4993"/>
                </a:lnTo>
                <a:lnTo>
                  <a:pt x="11885" y="4823"/>
                </a:lnTo>
                <a:lnTo>
                  <a:pt x="11812" y="4677"/>
                </a:lnTo>
                <a:lnTo>
                  <a:pt x="11715" y="4579"/>
                </a:lnTo>
                <a:lnTo>
                  <a:pt x="11593" y="4506"/>
                </a:lnTo>
                <a:lnTo>
                  <a:pt x="11593" y="4506"/>
                </a:lnTo>
                <a:lnTo>
                  <a:pt x="11666" y="4141"/>
                </a:lnTo>
                <a:lnTo>
                  <a:pt x="11690" y="3800"/>
                </a:lnTo>
                <a:lnTo>
                  <a:pt x="11690" y="3483"/>
                </a:lnTo>
                <a:lnTo>
                  <a:pt x="11690" y="3191"/>
                </a:lnTo>
                <a:lnTo>
                  <a:pt x="11666" y="2899"/>
                </a:lnTo>
                <a:lnTo>
                  <a:pt x="11617" y="2631"/>
                </a:lnTo>
                <a:lnTo>
                  <a:pt x="11544" y="2387"/>
                </a:lnTo>
                <a:lnTo>
                  <a:pt x="11471" y="2144"/>
                </a:lnTo>
                <a:lnTo>
                  <a:pt x="11374" y="1924"/>
                </a:lnTo>
                <a:lnTo>
                  <a:pt x="11276" y="1705"/>
                </a:lnTo>
                <a:lnTo>
                  <a:pt x="11155" y="1510"/>
                </a:lnTo>
                <a:lnTo>
                  <a:pt x="11009" y="1340"/>
                </a:lnTo>
                <a:lnTo>
                  <a:pt x="10862" y="1169"/>
                </a:lnTo>
                <a:lnTo>
                  <a:pt x="10716" y="1023"/>
                </a:lnTo>
                <a:lnTo>
                  <a:pt x="10400" y="755"/>
                </a:lnTo>
                <a:lnTo>
                  <a:pt x="10034" y="561"/>
                </a:lnTo>
                <a:lnTo>
                  <a:pt x="9669" y="366"/>
                </a:lnTo>
                <a:lnTo>
                  <a:pt x="9304" y="244"/>
                </a:lnTo>
                <a:lnTo>
                  <a:pt x="8938" y="146"/>
                </a:lnTo>
                <a:lnTo>
                  <a:pt x="8573" y="73"/>
                </a:lnTo>
                <a:lnTo>
                  <a:pt x="8232" y="25"/>
                </a:lnTo>
                <a:lnTo>
                  <a:pt x="7915" y="0"/>
                </a:lnTo>
                <a:lnTo>
                  <a:pt x="7623" y="0"/>
                </a:lnTo>
                <a:lnTo>
                  <a:pt x="7623" y="0"/>
                </a:lnTo>
                <a:lnTo>
                  <a:pt x="7282" y="25"/>
                </a:lnTo>
                <a:lnTo>
                  <a:pt x="6990" y="98"/>
                </a:lnTo>
                <a:lnTo>
                  <a:pt x="6746" y="171"/>
                </a:lnTo>
                <a:lnTo>
                  <a:pt x="6527" y="293"/>
                </a:lnTo>
                <a:lnTo>
                  <a:pt x="6332" y="390"/>
                </a:lnTo>
                <a:lnTo>
                  <a:pt x="6186" y="536"/>
                </a:lnTo>
                <a:lnTo>
                  <a:pt x="6040" y="658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943" y="780"/>
                </a:lnTo>
                <a:lnTo>
                  <a:pt x="5553" y="853"/>
                </a:lnTo>
                <a:lnTo>
                  <a:pt x="5188" y="975"/>
                </a:lnTo>
                <a:lnTo>
                  <a:pt x="4871" y="1145"/>
                </a:lnTo>
                <a:lnTo>
                  <a:pt x="4603" y="1316"/>
                </a:lnTo>
                <a:lnTo>
                  <a:pt x="4360" y="1535"/>
                </a:lnTo>
                <a:lnTo>
                  <a:pt x="4165" y="1754"/>
                </a:lnTo>
                <a:lnTo>
                  <a:pt x="4019" y="2022"/>
                </a:lnTo>
                <a:lnTo>
                  <a:pt x="3897" y="2290"/>
                </a:lnTo>
                <a:lnTo>
                  <a:pt x="3799" y="2558"/>
                </a:lnTo>
                <a:lnTo>
                  <a:pt x="3726" y="2826"/>
                </a:lnTo>
                <a:lnTo>
                  <a:pt x="3678" y="3118"/>
                </a:lnTo>
                <a:lnTo>
                  <a:pt x="3629" y="3410"/>
                </a:lnTo>
                <a:lnTo>
                  <a:pt x="3629" y="3702"/>
                </a:lnTo>
                <a:lnTo>
                  <a:pt x="3629" y="3970"/>
                </a:lnTo>
                <a:lnTo>
                  <a:pt x="3678" y="4482"/>
                </a:lnTo>
                <a:lnTo>
                  <a:pt x="3678" y="4482"/>
                </a:lnTo>
                <a:lnTo>
                  <a:pt x="3678" y="4506"/>
                </a:lnTo>
                <a:lnTo>
                  <a:pt x="3678" y="4506"/>
                </a:lnTo>
                <a:lnTo>
                  <a:pt x="3556" y="4555"/>
                </a:lnTo>
                <a:lnTo>
                  <a:pt x="3459" y="4652"/>
                </a:lnTo>
                <a:lnTo>
                  <a:pt x="3385" y="4798"/>
                </a:lnTo>
                <a:lnTo>
                  <a:pt x="3312" y="4969"/>
                </a:lnTo>
                <a:lnTo>
                  <a:pt x="3264" y="5164"/>
                </a:lnTo>
                <a:lnTo>
                  <a:pt x="3239" y="5383"/>
                </a:lnTo>
                <a:lnTo>
                  <a:pt x="3215" y="5626"/>
                </a:lnTo>
                <a:lnTo>
                  <a:pt x="3239" y="5870"/>
                </a:lnTo>
                <a:lnTo>
                  <a:pt x="3239" y="5870"/>
                </a:lnTo>
                <a:lnTo>
                  <a:pt x="3288" y="6138"/>
                </a:lnTo>
                <a:lnTo>
                  <a:pt x="3337" y="6381"/>
                </a:lnTo>
                <a:lnTo>
                  <a:pt x="3434" y="6601"/>
                </a:lnTo>
                <a:lnTo>
                  <a:pt x="3532" y="6771"/>
                </a:lnTo>
                <a:lnTo>
                  <a:pt x="3629" y="6942"/>
                </a:lnTo>
                <a:lnTo>
                  <a:pt x="3751" y="7039"/>
                </a:lnTo>
                <a:lnTo>
                  <a:pt x="3873" y="7112"/>
                </a:lnTo>
                <a:lnTo>
                  <a:pt x="4019" y="7112"/>
                </a:lnTo>
                <a:lnTo>
                  <a:pt x="4019" y="7112"/>
                </a:lnTo>
                <a:lnTo>
                  <a:pt x="4092" y="7088"/>
                </a:lnTo>
                <a:lnTo>
                  <a:pt x="4092" y="7088"/>
                </a:lnTo>
                <a:lnTo>
                  <a:pt x="4262" y="7502"/>
                </a:lnTo>
                <a:lnTo>
                  <a:pt x="4481" y="7867"/>
                </a:lnTo>
                <a:lnTo>
                  <a:pt x="4701" y="8232"/>
                </a:lnTo>
                <a:lnTo>
                  <a:pt x="4969" y="8573"/>
                </a:lnTo>
                <a:lnTo>
                  <a:pt x="5236" y="8866"/>
                </a:lnTo>
                <a:lnTo>
                  <a:pt x="5529" y="9133"/>
                </a:lnTo>
                <a:lnTo>
                  <a:pt x="5845" y="9377"/>
                </a:lnTo>
                <a:lnTo>
                  <a:pt x="6162" y="9596"/>
                </a:lnTo>
                <a:lnTo>
                  <a:pt x="6162" y="10668"/>
                </a:lnTo>
                <a:lnTo>
                  <a:pt x="6162" y="10668"/>
                </a:lnTo>
                <a:lnTo>
                  <a:pt x="5650" y="10717"/>
                </a:lnTo>
                <a:lnTo>
                  <a:pt x="5650" y="10717"/>
                </a:lnTo>
                <a:lnTo>
                  <a:pt x="5066" y="10814"/>
                </a:lnTo>
                <a:lnTo>
                  <a:pt x="4506" y="10936"/>
                </a:lnTo>
                <a:lnTo>
                  <a:pt x="3946" y="11058"/>
                </a:lnTo>
                <a:lnTo>
                  <a:pt x="3410" y="11228"/>
                </a:lnTo>
                <a:lnTo>
                  <a:pt x="2923" y="11423"/>
                </a:lnTo>
                <a:lnTo>
                  <a:pt x="2460" y="11642"/>
                </a:lnTo>
                <a:lnTo>
                  <a:pt x="2022" y="11886"/>
                </a:lnTo>
                <a:lnTo>
                  <a:pt x="1632" y="12153"/>
                </a:lnTo>
                <a:lnTo>
                  <a:pt x="1267" y="12421"/>
                </a:lnTo>
                <a:lnTo>
                  <a:pt x="950" y="12738"/>
                </a:lnTo>
                <a:lnTo>
                  <a:pt x="682" y="13079"/>
                </a:lnTo>
                <a:lnTo>
                  <a:pt x="439" y="13420"/>
                </a:lnTo>
                <a:lnTo>
                  <a:pt x="268" y="13810"/>
                </a:lnTo>
                <a:lnTo>
                  <a:pt x="122" y="14199"/>
                </a:lnTo>
                <a:lnTo>
                  <a:pt x="49" y="14638"/>
                </a:lnTo>
                <a:lnTo>
                  <a:pt x="0" y="15076"/>
                </a:lnTo>
                <a:lnTo>
                  <a:pt x="0" y="15076"/>
                </a:lnTo>
                <a:lnTo>
                  <a:pt x="49" y="15125"/>
                </a:lnTo>
                <a:lnTo>
                  <a:pt x="244" y="15222"/>
                </a:lnTo>
                <a:lnTo>
                  <a:pt x="414" y="15295"/>
                </a:lnTo>
                <a:lnTo>
                  <a:pt x="633" y="15393"/>
                </a:lnTo>
                <a:lnTo>
                  <a:pt x="901" y="15490"/>
                </a:lnTo>
                <a:lnTo>
                  <a:pt x="1267" y="15563"/>
                </a:lnTo>
                <a:lnTo>
                  <a:pt x="1705" y="15661"/>
                </a:lnTo>
                <a:lnTo>
                  <a:pt x="2216" y="15758"/>
                </a:lnTo>
                <a:lnTo>
                  <a:pt x="2825" y="15831"/>
                </a:lnTo>
                <a:lnTo>
                  <a:pt x="3556" y="15928"/>
                </a:lnTo>
                <a:lnTo>
                  <a:pt x="4384" y="15977"/>
                </a:lnTo>
                <a:lnTo>
                  <a:pt x="5309" y="16026"/>
                </a:lnTo>
                <a:lnTo>
                  <a:pt x="6381" y="16050"/>
                </a:lnTo>
                <a:lnTo>
                  <a:pt x="7599" y="16075"/>
                </a:lnTo>
                <a:lnTo>
                  <a:pt x="7599" y="16075"/>
                </a:lnTo>
                <a:lnTo>
                  <a:pt x="8792" y="16050"/>
                </a:lnTo>
                <a:lnTo>
                  <a:pt x="9864" y="16026"/>
                </a:lnTo>
                <a:lnTo>
                  <a:pt x="10814" y="15977"/>
                </a:lnTo>
                <a:lnTo>
                  <a:pt x="11642" y="15928"/>
                </a:lnTo>
                <a:lnTo>
                  <a:pt x="12372" y="15831"/>
                </a:lnTo>
                <a:lnTo>
                  <a:pt x="12981" y="15758"/>
                </a:lnTo>
                <a:lnTo>
                  <a:pt x="13517" y="15661"/>
                </a:lnTo>
                <a:lnTo>
                  <a:pt x="13955" y="15563"/>
                </a:lnTo>
                <a:lnTo>
                  <a:pt x="14321" y="15490"/>
                </a:lnTo>
                <a:lnTo>
                  <a:pt x="14613" y="15393"/>
                </a:lnTo>
                <a:lnTo>
                  <a:pt x="14832" y="15295"/>
                </a:lnTo>
                <a:lnTo>
                  <a:pt x="15003" y="15222"/>
                </a:lnTo>
                <a:lnTo>
                  <a:pt x="15173" y="15125"/>
                </a:lnTo>
                <a:lnTo>
                  <a:pt x="15246" y="15076"/>
                </a:lnTo>
                <a:lnTo>
                  <a:pt x="15246" y="15076"/>
                </a:lnTo>
                <a:lnTo>
                  <a:pt x="15198" y="14613"/>
                </a:lnTo>
                <a:lnTo>
                  <a:pt x="15125" y="14175"/>
                </a:lnTo>
                <a:lnTo>
                  <a:pt x="15003" y="13761"/>
                </a:lnTo>
                <a:lnTo>
                  <a:pt x="14832" y="13371"/>
                </a:lnTo>
                <a:lnTo>
                  <a:pt x="14589" y="13006"/>
                </a:lnTo>
                <a:lnTo>
                  <a:pt x="14321" y="12665"/>
                </a:lnTo>
                <a:lnTo>
                  <a:pt x="14004" y="12373"/>
                </a:lnTo>
                <a:lnTo>
                  <a:pt x="13639" y="12080"/>
                </a:lnTo>
                <a:lnTo>
                  <a:pt x="13249" y="11813"/>
                </a:lnTo>
                <a:lnTo>
                  <a:pt x="12811" y="11593"/>
                </a:lnTo>
                <a:lnTo>
                  <a:pt x="12324" y="11374"/>
                </a:lnTo>
                <a:lnTo>
                  <a:pt x="11812" y="11204"/>
                </a:lnTo>
                <a:lnTo>
                  <a:pt x="11252" y="11033"/>
                </a:lnTo>
                <a:lnTo>
                  <a:pt x="10668" y="10911"/>
                </a:lnTo>
                <a:lnTo>
                  <a:pt x="10034" y="10790"/>
                </a:lnTo>
                <a:lnTo>
                  <a:pt x="9401" y="10717"/>
                </a:lnTo>
                <a:lnTo>
                  <a:pt x="9401" y="10717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311" name="Group 145"/>
          <p:cNvGrpSpPr/>
          <p:nvPr/>
        </p:nvGrpSpPr>
        <p:grpSpPr>
          <a:xfrm>
            <a:off x="4872600" y="2086200"/>
            <a:ext cx="345600" cy="325080"/>
            <a:chOff x="4872600" y="2086200"/>
            <a:chExt cx="345600" cy="325080"/>
          </a:xfrm>
        </p:grpSpPr>
        <p:sp>
          <p:nvSpPr>
            <p:cNvPr id="1312" name="CustomShape 146"/>
            <p:cNvSpPr/>
            <p:nvPr/>
          </p:nvSpPr>
          <p:spPr>
            <a:xfrm>
              <a:off x="4872600" y="2209680"/>
              <a:ext cx="82080" cy="184320"/>
            </a:xfrm>
            <a:custGeom>
              <a:avLst/>
              <a:gdLst/>
              <a:ahLst/>
              <a:rect l="l" t="t" r="r" b="b"/>
              <a:pathLst>
                <a:path w="3922" h="8793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3" name="CustomShape 147"/>
            <p:cNvSpPr/>
            <p:nvPr/>
          </p:nvSpPr>
          <p:spPr>
            <a:xfrm>
              <a:off x="4961160" y="2086200"/>
              <a:ext cx="257040" cy="325080"/>
            </a:xfrm>
            <a:custGeom>
              <a:avLst/>
              <a:gdLst/>
              <a:ahLst/>
              <a:rect l="l" t="t" r="r" b="b"/>
              <a:pathLst>
                <a:path w="12252" h="15491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14" name="Group 148"/>
          <p:cNvGrpSpPr/>
          <p:nvPr/>
        </p:nvGrpSpPr>
        <p:grpSpPr>
          <a:xfrm>
            <a:off x="468000" y="2614320"/>
            <a:ext cx="109080" cy="398880"/>
            <a:chOff x="468000" y="2614320"/>
            <a:chExt cx="109080" cy="398880"/>
          </a:xfrm>
        </p:grpSpPr>
        <p:sp>
          <p:nvSpPr>
            <p:cNvPr id="1315" name="CustomShape 149"/>
            <p:cNvSpPr/>
            <p:nvPr/>
          </p:nvSpPr>
          <p:spPr>
            <a:xfrm>
              <a:off x="468000" y="2614320"/>
              <a:ext cx="109080" cy="398880"/>
            </a:xfrm>
            <a:custGeom>
              <a:avLst/>
              <a:gdLst/>
              <a:ahLst/>
              <a:rect l="l" t="t" r="r" b="b"/>
              <a:pathLst>
                <a:path w="5213" h="18998">
                  <a:moveTo>
                    <a:pt x="4336" y="14443"/>
                  </a:moveTo>
                  <a:lnTo>
                    <a:pt x="4336" y="1754"/>
                  </a:lnTo>
                  <a:lnTo>
                    <a:pt x="4336" y="1754"/>
                  </a:lnTo>
                  <a:lnTo>
                    <a:pt x="4336" y="1584"/>
                  </a:lnTo>
                  <a:lnTo>
                    <a:pt x="4311" y="1389"/>
                  </a:lnTo>
                  <a:lnTo>
                    <a:pt x="4262" y="1243"/>
                  </a:lnTo>
                  <a:lnTo>
                    <a:pt x="4214" y="1073"/>
                  </a:lnTo>
                  <a:lnTo>
                    <a:pt x="4141" y="926"/>
                  </a:lnTo>
                  <a:lnTo>
                    <a:pt x="4043" y="780"/>
                  </a:lnTo>
                  <a:lnTo>
                    <a:pt x="3946" y="634"/>
                  </a:lnTo>
                  <a:lnTo>
                    <a:pt x="3824" y="512"/>
                  </a:lnTo>
                  <a:lnTo>
                    <a:pt x="3702" y="415"/>
                  </a:lnTo>
                  <a:lnTo>
                    <a:pt x="3580" y="318"/>
                  </a:lnTo>
                  <a:lnTo>
                    <a:pt x="3434" y="220"/>
                  </a:lnTo>
                  <a:lnTo>
                    <a:pt x="3288" y="147"/>
                  </a:lnTo>
                  <a:lnTo>
                    <a:pt x="3118" y="98"/>
                  </a:lnTo>
                  <a:lnTo>
                    <a:pt x="2947" y="50"/>
                  </a:lnTo>
                  <a:lnTo>
                    <a:pt x="2777" y="25"/>
                  </a:lnTo>
                  <a:lnTo>
                    <a:pt x="2606" y="1"/>
                  </a:lnTo>
                  <a:lnTo>
                    <a:pt x="2606" y="1"/>
                  </a:lnTo>
                  <a:lnTo>
                    <a:pt x="2436" y="25"/>
                  </a:lnTo>
                  <a:lnTo>
                    <a:pt x="2265" y="50"/>
                  </a:lnTo>
                  <a:lnTo>
                    <a:pt x="2095" y="98"/>
                  </a:lnTo>
                  <a:lnTo>
                    <a:pt x="1924" y="147"/>
                  </a:lnTo>
                  <a:lnTo>
                    <a:pt x="1778" y="220"/>
                  </a:lnTo>
                  <a:lnTo>
                    <a:pt x="1632" y="318"/>
                  </a:lnTo>
                  <a:lnTo>
                    <a:pt x="1510" y="415"/>
                  </a:lnTo>
                  <a:lnTo>
                    <a:pt x="1389" y="512"/>
                  </a:lnTo>
                  <a:lnTo>
                    <a:pt x="1267" y="634"/>
                  </a:lnTo>
                  <a:lnTo>
                    <a:pt x="1169" y="780"/>
                  </a:lnTo>
                  <a:lnTo>
                    <a:pt x="1072" y="926"/>
                  </a:lnTo>
                  <a:lnTo>
                    <a:pt x="999" y="1073"/>
                  </a:lnTo>
                  <a:lnTo>
                    <a:pt x="950" y="1243"/>
                  </a:lnTo>
                  <a:lnTo>
                    <a:pt x="901" y="1389"/>
                  </a:lnTo>
                  <a:lnTo>
                    <a:pt x="877" y="1584"/>
                  </a:lnTo>
                  <a:lnTo>
                    <a:pt x="877" y="1754"/>
                  </a:lnTo>
                  <a:lnTo>
                    <a:pt x="877" y="14443"/>
                  </a:lnTo>
                  <a:lnTo>
                    <a:pt x="877" y="14443"/>
                  </a:lnTo>
                  <a:lnTo>
                    <a:pt x="682" y="14638"/>
                  </a:lnTo>
                  <a:lnTo>
                    <a:pt x="512" y="14833"/>
                  </a:lnTo>
                  <a:lnTo>
                    <a:pt x="366" y="15052"/>
                  </a:lnTo>
                  <a:lnTo>
                    <a:pt x="244" y="15296"/>
                  </a:lnTo>
                  <a:lnTo>
                    <a:pt x="146" y="15564"/>
                  </a:lnTo>
                  <a:lnTo>
                    <a:pt x="73" y="15832"/>
                  </a:lnTo>
                  <a:lnTo>
                    <a:pt x="25" y="16100"/>
                  </a:lnTo>
                  <a:lnTo>
                    <a:pt x="0" y="16392"/>
                  </a:lnTo>
                  <a:lnTo>
                    <a:pt x="0" y="16392"/>
                  </a:lnTo>
                  <a:lnTo>
                    <a:pt x="25" y="16635"/>
                  </a:lnTo>
                  <a:lnTo>
                    <a:pt x="49" y="16903"/>
                  </a:lnTo>
                  <a:lnTo>
                    <a:pt x="122" y="17147"/>
                  </a:lnTo>
                  <a:lnTo>
                    <a:pt x="195" y="17390"/>
                  </a:lnTo>
                  <a:lnTo>
                    <a:pt x="317" y="17634"/>
                  </a:lnTo>
                  <a:lnTo>
                    <a:pt x="439" y="17829"/>
                  </a:lnTo>
                  <a:lnTo>
                    <a:pt x="609" y="18048"/>
                  </a:lnTo>
                  <a:lnTo>
                    <a:pt x="755" y="18218"/>
                  </a:lnTo>
                  <a:lnTo>
                    <a:pt x="950" y="18389"/>
                  </a:lnTo>
                  <a:lnTo>
                    <a:pt x="1145" y="18535"/>
                  </a:lnTo>
                  <a:lnTo>
                    <a:pt x="1364" y="18681"/>
                  </a:lnTo>
                  <a:lnTo>
                    <a:pt x="1583" y="18779"/>
                  </a:lnTo>
                  <a:lnTo>
                    <a:pt x="1827" y="18876"/>
                  </a:lnTo>
                  <a:lnTo>
                    <a:pt x="2070" y="18925"/>
                  </a:lnTo>
                  <a:lnTo>
                    <a:pt x="2338" y="18973"/>
                  </a:lnTo>
                  <a:lnTo>
                    <a:pt x="2606" y="18998"/>
                  </a:lnTo>
                  <a:lnTo>
                    <a:pt x="2606" y="18998"/>
                  </a:lnTo>
                  <a:lnTo>
                    <a:pt x="2874" y="18973"/>
                  </a:lnTo>
                  <a:lnTo>
                    <a:pt x="3142" y="18925"/>
                  </a:lnTo>
                  <a:lnTo>
                    <a:pt x="3386" y="18876"/>
                  </a:lnTo>
                  <a:lnTo>
                    <a:pt x="3629" y="18779"/>
                  </a:lnTo>
                  <a:lnTo>
                    <a:pt x="3848" y="18681"/>
                  </a:lnTo>
                  <a:lnTo>
                    <a:pt x="4068" y="18535"/>
                  </a:lnTo>
                  <a:lnTo>
                    <a:pt x="4262" y="18389"/>
                  </a:lnTo>
                  <a:lnTo>
                    <a:pt x="4457" y="18218"/>
                  </a:lnTo>
                  <a:lnTo>
                    <a:pt x="4603" y="18048"/>
                  </a:lnTo>
                  <a:lnTo>
                    <a:pt x="4774" y="17829"/>
                  </a:lnTo>
                  <a:lnTo>
                    <a:pt x="4896" y="17634"/>
                  </a:lnTo>
                  <a:lnTo>
                    <a:pt x="5017" y="17390"/>
                  </a:lnTo>
                  <a:lnTo>
                    <a:pt x="5091" y="17147"/>
                  </a:lnTo>
                  <a:lnTo>
                    <a:pt x="5164" y="16903"/>
                  </a:lnTo>
                  <a:lnTo>
                    <a:pt x="5188" y="16635"/>
                  </a:lnTo>
                  <a:lnTo>
                    <a:pt x="5212" y="16392"/>
                  </a:lnTo>
                  <a:lnTo>
                    <a:pt x="5212" y="16392"/>
                  </a:lnTo>
                  <a:lnTo>
                    <a:pt x="5188" y="16100"/>
                  </a:lnTo>
                  <a:lnTo>
                    <a:pt x="5139" y="15832"/>
                  </a:lnTo>
                  <a:lnTo>
                    <a:pt x="5066" y="15564"/>
                  </a:lnTo>
                  <a:lnTo>
                    <a:pt x="4969" y="15296"/>
                  </a:lnTo>
                  <a:lnTo>
                    <a:pt x="4847" y="15052"/>
                  </a:lnTo>
                  <a:lnTo>
                    <a:pt x="4701" y="14833"/>
                  </a:lnTo>
                  <a:lnTo>
                    <a:pt x="4530" y="14638"/>
                  </a:lnTo>
                  <a:lnTo>
                    <a:pt x="4336" y="14443"/>
                  </a:lnTo>
                  <a:lnTo>
                    <a:pt x="4336" y="1444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6" name="CustomShape 150"/>
            <p:cNvSpPr/>
            <p:nvPr/>
          </p:nvSpPr>
          <p:spPr>
            <a:xfrm>
              <a:off x="488520" y="2725560"/>
              <a:ext cx="68400" cy="267480"/>
            </a:xfrm>
            <a:custGeom>
              <a:avLst/>
              <a:gdLst/>
              <a:ahLst/>
              <a:rect l="l" t="t" r="r" b="b"/>
              <a:pathLst>
                <a:path w="3265" h="12739">
                  <a:moveTo>
                    <a:pt x="2387" y="1"/>
                  </a:moveTo>
                  <a:lnTo>
                    <a:pt x="877" y="1"/>
                  </a:lnTo>
                  <a:lnTo>
                    <a:pt x="877" y="9158"/>
                  </a:lnTo>
                  <a:lnTo>
                    <a:pt x="877" y="9158"/>
                  </a:lnTo>
                  <a:lnTo>
                    <a:pt x="853" y="9353"/>
                  </a:lnTo>
                  <a:lnTo>
                    <a:pt x="780" y="9548"/>
                  </a:lnTo>
                  <a:lnTo>
                    <a:pt x="682" y="9719"/>
                  </a:lnTo>
                  <a:lnTo>
                    <a:pt x="536" y="9889"/>
                  </a:lnTo>
                  <a:lnTo>
                    <a:pt x="536" y="9889"/>
                  </a:lnTo>
                  <a:lnTo>
                    <a:pt x="415" y="10011"/>
                  </a:lnTo>
                  <a:lnTo>
                    <a:pt x="317" y="10133"/>
                  </a:lnTo>
                  <a:lnTo>
                    <a:pt x="220" y="10279"/>
                  </a:lnTo>
                  <a:lnTo>
                    <a:pt x="147" y="10425"/>
                  </a:lnTo>
                  <a:lnTo>
                    <a:pt x="74" y="10595"/>
                  </a:lnTo>
                  <a:lnTo>
                    <a:pt x="49" y="10766"/>
                  </a:lnTo>
                  <a:lnTo>
                    <a:pt x="1" y="10936"/>
                  </a:lnTo>
                  <a:lnTo>
                    <a:pt x="1" y="11107"/>
                  </a:lnTo>
                  <a:lnTo>
                    <a:pt x="1" y="11107"/>
                  </a:lnTo>
                  <a:lnTo>
                    <a:pt x="1" y="11253"/>
                  </a:lnTo>
                  <a:lnTo>
                    <a:pt x="25" y="11423"/>
                  </a:lnTo>
                  <a:lnTo>
                    <a:pt x="74" y="11570"/>
                  </a:lnTo>
                  <a:lnTo>
                    <a:pt x="122" y="11740"/>
                  </a:lnTo>
                  <a:lnTo>
                    <a:pt x="195" y="11862"/>
                  </a:lnTo>
                  <a:lnTo>
                    <a:pt x="293" y="12008"/>
                  </a:lnTo>
                  <a:lnTo>
                    <a:pt x="366" y="12130"/>
                  </a:lnTo>
                  <a:lnTo>
                    <a:pt x="488" y="12251"/>
                  </a:lnTo>
                  <a:lnTo>
                    <a:pt x="585" y="12349"/>
                  </a:lnTo>
                  <a:lnTo>
                    <a:pt x="731" y="12446"/>
                  </a:lnTo>
                  <a:lnTo>
                    <a:pt x="853" y="12519"/>
                  </a:lnTo>
                  <a:lnTo>
                    <a:pt x="999" y="12592"/>
                  </a:lnTo>
                  <a:lnTo>
                    <a:pt x="1145" y="12666"/>
                  </a:lnTo>
                  <a:lnTo>
                    <a:pt x="1316" y="12690"/>
                  </a:lnTo>
                  <a:lnTo>
                    <a:pt x="1462" y="12714"/>
                  </a:lnTo>
                  <a:lnTo>
                    <a:pt x="1632" y="12739"/>
                  </a:lnTo>
                  <a:lnTo>
                    <a:pt x="1632" y="12739"/>
                  </a:lnTo>
                  <a:lnTo>
                    <a:pt x="1803" y="12714"/>
                  </a:lnTo>
                  <a:lnTo>
                    <a:pt x="1949" y="12690"/>
                  </a:lnTo>
                  <a:lnTo>
                    <a:pt x="2119" y="12666"/>
                  </a:lnTo>
                  <a:lnTo>
                    <a:pt x="2266" y="12592"/>
                  </a:lnTo>
                  <a:lnTo>
                    <a:pt x="2412" y="12519"/>
                  </a:lnTo>
                  <a:lnTo>
                    <a:pt x="2533" y="12446"/>
                  </a:lnTo>
                  <a:lnTo>
                    <a:pt x="2680" y="12349"/>
                  </a:lnTo>
                  <a:lnTo>
                    <a:pt x="2777" y="12251"/>
                  </a:lnTo>
                  <a:lnTo>
                    <a:pt x="2899" y="12130"/>
                  </a:lnTo>
                  <a:lnTo>
                    <a:pt x="2972" y="12008"/>
                  </a:lnTo>
                  <a:lnTo>
                    <a:pt x="3069" y="11862"/>
                  </a:lnTo>
                  <a:lnTo>
                    <a:pt x="3142" y="11740"/>
                  </a:lnTo>
                  <a:lnTo>
                    <a:pt x="3191" y="11570"/>
                  </a:lnTo>
                  <a:lnTo>
                    <a:pt x="3240" y="11423"/>
                  </a:lnTo>
                  <a:lnTo>
                    <a:pt x="3264" y="11253"/>
                  </a:lnTo>
                  <a:lnTo>
                    <a:pt x="3264" y="11107"/>
                  </a:lnTo>
                  <a:lnTo>
                    <a:pt x="3264" y="11107"/>
                  </a:lnTo>
                  <a:lnTo>
                    <a:pt x="3264" y="10936"/>
                  </a:lnTo>
                  <a:lnTo>
                    <a:pt x="3215" y="10766"/>
                  </a:lnTo>
                  <a:lnTo>
                    <a:pt x="3191" y="10595"/>
                  </a:lnTo>
                  <a:lnTo>
                    <a:pt x="3118" y="10425"/>
                  </a:lnTo>
                  <a:lnTo>
                    <a:pt x="3045" y="10279"/>
                  </a:lnTo>
                  <a:lnTo>
                    <a:pt x="2947" y="10133"/>
                  </a:lnTo>
                  <a:lnTo>
                    <a:pt x="2850" y="10011"/>
                  </a:lnTo>
                  <a:lnTo>
                    <a:pt x="2728" y="9889"/>
                  </a:lnTo>
                  <a:lnTo>
                    <a:pt x="2728" y="9889"/>
                  </a:lnTo>
                  <a:lnTo>
                    <a:pt x="2582" y="9719"/>
                  </a:lnTo>
                  <a:lnTo>
                    <a:pt x="2485" y="9548"/>
                  </a:lnTo>
                  <a:lnTo>
                    <a:pt x="2412" y="9353"/>
                  </a:lnTo>
                  <a:lnTo>
                    <a:pt x="2387" y="9158"/>
                  </a:lnTo>
                  <a:lnTo>
                    <a:pt x="2387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7" name="CustomShape 151"/>
            <p:cNvSpPr/>
            <p:nvPr/>
          </p:nvSpPr>
          <p:spPr>
            <a:xfrm>
              <a:off x="527400" y="2757600"/>
              <a:ext cx="10800" cy="360"/>
            </a:xfrm>
            <a:custGeom>
              <a:avLst/>
              <a:gdLst/>
              <a:ahLst/>
              <a:rect l="l" t="t" r="r" b="b"/>
              <a:pathLst>
                <a:path w="537" h="1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8" name="CustomShape 152"/>
            <p:cNvSpPr/>
            <p:nvPr/>
          </p:nvSpPr>
          <p:spPr>
            <a:xfrm>
              <a:off x="527400" y="2786040"/>
              <a:ext cx="10800" cy="360"/>
            </a:xfrm>
            <a:custGeom>
              <a:avLst/>
              <a:gdLst/>
              <a:ahLst/>
              <a:rect l="l" t="t" r="r" b="b"/>
              <a:pathLst>
                <a:path w="537" h="1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9" name="CustomShape 153"/>
            <p:cNvSpPr/>
            <p:nvPr/>
          </p:nvSpPr>
          <p:spPr>
            <a:xfrm>
              <a:off x="527400" y="2814120"/>
              <a:ext cx="10800" cy="360"/>
            </a:xfrm>
            <a:custGeom>
              <a:avLst/>
              <a:gdLst/>
              <a:ahLst/>
              <a:rect l="l" t="t" r="r" b="b"/>
              <a:pathLst>
                <a:path w="537" h="1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0" name="CustomShape 154"/>
            <p:cNvSpPr/>
            <p:nvPr/>
          </p:nvSpPr>
          <p:spPr>
            <a:xfrm>
              <a:off x="527400" y="2842200"/>
              <a:ext cx="10800" cy="360"/>
            </a:xfrm>
            <a:custGeom>
              <a:avLst/>
              <a:gdLst/>
              <a:ahLst/>
              <a:rect l="l" t="t" r="r" b="b"/>
              <a:pathLst>
                <a:path w="537" h="1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1" name="CustomShape 155"/>
            <p:cNvSpPr/>
            <p:nvPr/>
          </p:nvSpPr>
          <p:spPr>
            <a:xfrm>
              <a:off x="527400" y="2870280"/>
              <a:ext cx="10800" cy="360"/>
            </a:xfrm>
            <a:custGeom>
              <a:avLst/>
              <a:gdLst/>
              <a:ahLst/>
              <a:rect l="l" t="t" r="r" b="b"/>
              <a:pathLst>
                <a:path w="537" h="1">
                  <a:moveTo>
                    <a:pt x="536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2" name="CustomShape 156"/>
            <p:cNvSpPr/>
            <p:nvPr/>
          </p:nvSpPr>
          <p:spPr>
            <a:xfrm>
              <a:off x="527400" y="2898360"/>
              <a:ext cx="10800" cy="360"/>
            </a:xfrm>
            <a:custGeom>
              <a:avLst/>
              <a:gdLst/>
              <a:ahLst/>
              <a:rect l="l" t="t" r="r" b="b"/>
              <a:pathLst>
                <a:path w="537" h="1">
                  <a:moveTo>
                    <a:pt x="536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23" name="CustomShape 157"/>
          <p:cNvSpPr/>
          <p:nvPr/>
        </p:nvSpPr>
        <p:spPr>
          <a:xfrm>
            <a:off x="1485000" y="2598840"/>
            <a:ext cx="335520" cy="430560"/>
          </a:xfrm>
          <a:custGeom>
            <a:avLst/>
            <a:gdLst/>
            <a:ahLst/>
            <a:rect l="l" t="t" r="r" b="b"/>
            <a:pathLst>
              <a:path w="15978" h="20508">
                <a:moveTo>
                  <a:pt x="15977" y="1292"/>
                </a:moveTo>
                <a:lnTo>
                  <a:pt x="15977" y="19217"/>
                </a:lnTo>
                <a:lnTo>
                  <a:pt x="15977" y="19217"/>
                </a:lnTo>
                <a:lnTo>
                  <a:pt x="15953" y="19485"/>
                </a:lnTo>
                <a:lnTo>
                  <a:pt x="15880" y="19728"/>
                </a:lnTo>
                <a:lnTo>
                  <a:pt x="15758" y="19948"/>
                </a:lnTo>
                <a:lnTo>
                  <a:pt x="15612" y="20142"/>
                </a:lnTo>
                <a:lnTo>
                  <a:pt x="15417" y="20289"/>
                </a:lnTo>
                <a:lnTo>
                  <a:pt x="15198" y="20410"/>
                </a:lnTo>
                <a:lnTo>
                  <a:pt x="14955" y="20483"/>
                </a:lnTo>
                <a:lnTo>
                  <a:pt x="14711" y="20508"/>
                </a:lnTo>
                <a:lnTo>
                  <a:pt x="1267" y="20508"/>
                </a:lnTo>
                <a:lnTo>
                  <a:pt x="1267" y="20508"/>
                </a:lnTo>
                <a:lnTo>
                  <a:pt x="1023" y="20483"/>
                </a:lnTo>
                <a:lnTo>
                  <a:pt x="780" y="20410"/>
                </a:lnTo>
                <a:lnTo>
                  <a:pt x="561" y="20289"/>
                </a:lnTo>
                <a:lnTo>
                  <a:pt x="366" y="20142"/>
                </a:lnTo>
                <a:lnTo>
                  <a:pt x="220" y="19948"/>
                </a:lnTo>
                <a:lnTo>
                  <a:pt x="98" y="19728"/>
                </a:lnTo>
                <a:lnTo>
                  <a:pt x="25" y="19485"/>
                </a:lnTo>
                <a:lnTo>
                  <a:pt x="1" y="19217"/>
                </a:lnTo>
                <a:lnTo>
                  <a:pt x="1" y="1292"/>
                </a:lnTo>
                <a:lnTo>
                  <a:pt x="1" y="1292"/>
                </a:lnTo>
                <a:lnTo>
                  <a:pt x="25" y="1024"/>
                </a:lnTo>
                <a:lnTo>
                  <a:pt x="98" y="780"/>
                </a:lnTo>
                <a:lnTo>
                  <a:pt x="220" y="561"/>
                </a:lnTo>
                <a:lnTo>
                  <a:pt x="366" y="366"/>
                </a:lnTo>
                <a:lnTo>
                  <a:pt x="561" y="220"/>
                </a:lnTo>
                <a:lnTo>
                  <a:pt x="780" y="98"/>
                </a:lnTo>
                <a:lnTo>
                  <a:pt x="1023" y="25"/>
                </a:lnTo>
                <a:lnTo>
                  <a:pt x="1267" y="1"/>
                </a:lnTo>
                <a:lnTo>
                  <a:pt x="14711" y="1"/>
                </a:lnTo>
                <a:lnTo>
                  <a:pt x="14711" y="1"/>
                </a:lnTo>
                <a:lnTo>
                  <a:pt x="14955" y="25"/>
                </a:lnTo>
                <a:lnTo>
                  <a:pt x="15198" y="98"/>
                </a:lnTo>
                <a:lnTo>
                  <a:pt x="15417" y="220"/>
                </a:lnTo>
                <a:lnTo>
                  <a:pt x="15612" y="366"/>
                </a:lnTo>
                <a:lnTo>
                  <a:pt x="15758" y="561"/>
                </a:lnTo>
                <a:lnTo>
                  <a:pt x="15880" y="780"/>
                </a:lnTo>
                <a:lnTo>
                  <a:pt x="15953" y="1024"/>
                </a:lnTo>
                <a:lnTo>
                  <a:pt x="15977" y="1292"/>
                </a:lnTo>
                <a:lnTo>
                  <a:pt x="15977" y="1292"/>
                </a:lnTo>
                <a:close/>
                <a:moveTo>
                  <a:pt x="7989" y="19899"/>
                </a:moveTo>
                <a:lnTo>
                  <a:pt x="7989" y="19899"/>
                </a:lnTo>
                <a:lnTo>
                  <a:pt x="8159" y="19875"/>
                </a:lnTo>
                <a:lnTo>
                  <a:pt x="8306" y="19826"/>
                </a:lnTo>
                <a:lnTo>
                  <a:pt x="8452" y="19753"/>
                </a:lnTo>
                <a:lnTo>
                  <a:pt x="8574" y="19655"/>
                </a:lnTo>
                <a:lnTo>
                  <a:pt x="8671" y="19534"/>
                </a:lnTo>
                <a:lnTo>
                  <a:pt x="8744" y="19387"/>
                </a:lnTo>
                <a:lnTo>
                  <a:pt x="8793" y="19241"/>
                </a:lnTo>
                <a:lnTo>
                  <a:pt x="8817" y="19071"/>
                </a:lnTo>
                <a:lnTo>
                  <a:pt x="8817" y="19071"/>
                </a:lnTo>
                <a:lnTo>
                  <a:pt x="8793" y="18900"/>
                </a:lnTo>
                <a:lnTo>
                  <a:pt x="8744" y="18754"/>
                </a:lnTo>
                <a:lnTo>
                  <a:pt x="8671" y="18608"/>
                </a:lnTo>
                <a:lnTo>
                  <a:pt x="8574" y="18486"/>
                </a:lnTo>
                <a:lnTo>
                  <a:pt x="8452" y="18389"/>
                </a:lnTo>
                <a:lnTo>
                  <a:pt x="8306" y="18316"/>
                </a:lnTo>
                <a:lnTo>
                  <a:pt x="8159" y="18267"/>
                </a:lnTo>
                <a:lnTo>
                  <a:pt x="7989" y="18243"/>
                </a:lnTo>
                <a:lnTo>
                  <a:pt x="7989" y="18243"/>
                </a:lnTo>
                <a:lnTo>
                  <a:pt x="7819" y="18267"/>
                </a:lnTo>
                <a:lnTo>
                  <a:pt x="7672" y="18316"/>
                </a:lnTo>
                <a:lnTo>
                  <a:pt x="7526" y="18389"/>
                </a:lnTo>
                <a:lnTo>
                  <a:pt x="7404" y="18486"/>
                </a:lnTo>
                <a:lnTo>
                  <a:pt x="7307" y="18608"/>
                </a:lnTo>
                <a:lnTo>
                  <a:pt x="7234" y="18754"/>
                </a:lnTo>
                <a:lnTo>
                  <a:pt x="7185" y="18900"/>
                </a:lnTo>
                <a:lnTo>
                  <a:pt x="7161" y="19071"/>
                </a:lnTo>
                <a:lnTo>
                  <a:pt x="7161" y="19071"/>
                </a:lnTo>
                <a:lnTo>
                  <a:pt x="7185" y="19241"/>
                </a:lnTo>
                <a:lnTo>
                  <a:pt x="7234" y="19387"/>
                </a:lnTo>
                <a:lnTo>
                  <a:pt x="7307" y="19534"/>
                </a:lnTo>
                <a:lnTo>
                  <a:pt x="7404" y="19655"/>
                </a:lnTo>
                <a:lnTo>
                  <a:pt x="7526" y="19753"/>
                </a:lnTo>
                <a:lnTo>
                  <a:pt x="7672" y="19826"/>
                </a:lnTo>
                <a:lnTo>
                  <a:pt x="7819" y="19875"/>
                </a:lnTo>
                <a:lnTo>
                  <a:pt x="7989" y="19899"/>
                </a:lnTo>
                <a:lnTo>
                  <a:pt x="7989" y="19899"/>
                </a:lnTo>
                <a:close/>
                <a:moveTo>
                  <a:pt x="14394" y="1584"/>
                </a:moveTo>
                <a:lnTo>
                  <a:pt x="1584" y="1584"/>
                </a:lnTo>
                <a:lnTo>
                  <a:pt x="1584" y="17634"/>
                </a:lnTo>
                <a:lnTo>
                  <a:pt x="14394" y="17634"/>
                </a:lnTo>
                <a:lnTo>
                  <a:pt x="14394" y="1584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4" name="CustomShape 158"/>
          <p:cNvSpPr/>
          <p:nvPr/>
        </p:nvSpPr>
        <p:spPr>
          <a:xfrm>
            <a:off x="963360" y="2598840"/>
            <a:ext cx="248400" cy="430560"/>
          </a:xfrm>
          <a:custGeom>
            <a:avLst/>
            <a:gdLst/>
            <a:ahLst/>
            <a:rect l="l" t="t" r="r" b="b"/>
            <a:pathLst>
              <a:path w="11838" h="20508">
                <a:moveTo>
                  <a:pt x="10547" y="1"/>
                </a:moveTo>
                <a:lnTo>
                  <a:pt x="1292" y="1"/>
                </a:lnTo>
                <a:lnTo>
                  <a:pt x="1292" y="1"/>
                </a:lnTo>
                <a:lnTo>
                  <a:pt x="1024" y="25"/>
                </a:lnTo>
                <a:lnTo>
                  <a:pt x="780" y="98"/>
                </a:lnTo>
                <a:lnTo>
                  <a:pt x="561" y="220"/>
                </a:lnTo>
                <a:lnTo>
                  <a:pt x="366" y="366"/>
                </a:lnTo>
                <a:lnTo>
                  <a:pt x="220" y="561"/>
                </a:lnTo>
                <a:lnTo>
                  <a:pt x="98" y="780"/>
                </a:lnTo>
                <a:lnTo>
                  <a:pt x="25" y="1024"/>
                </a:lnTo>
                <a:lnTo>
                  <a:pt x="1" y="1292"/>
                </a:lnTo>
                <a:lnTo>
                  <a:pt x="1" y="19217"/>
                </a:lnTo>
                <a:lnTo>
                  <a:pt x="1" y="19217"/>
                </a:lnTo>
                <a:lnTo>
                  <a:pt x="25" y="19485"/>
                </a:lnTo>
                <a:lnTo>
                  <a:pt x="98" y="19728"/>
                </a:lnTo>
                <a:lnTo>
                  <a:pt x="220" y="19948"/>
                </a:lnTo>
                <a:lnTo>
                  <a:pt x="366" y="20142"/>
                </a:lnTo>
                <a:lnTo>
                  <a:pt x="561" y="20289"/>
                </a:lnTo>
                <a:lnTo>
                  <a:pt x="780" y="20410"/>
                </a:lnTo>
                <a:lnTo>
                  <a:pt x="1024" y="20483"/>
                </a:lnTo>
                <a:lnTo>
                  <a:pt x="1292" y="20508"/>
                </a:lnTo>
                <a:lnTo>
                  <a:pt x="10547" y="20508"/>
                </a:lnTo>
                <a:lnTo>
                  <a:pt x="10547" y="20508"/>
                </a:lnTo>
                <a:lnTo>
                  <a:pt x="10814" y="20483"/>
                </a:lnTo>
                <a:lnTo>
                  <a:pt x="11058" y="20410"/>
                </a:lnTo>
                <a:lnTo>
                  <a:pt x="11277" y="20289"/>
                </a:lnTo>
                <a:lnTo>
                  <a:pt x="11472" y="20142"/>
                </a:lnTo>
                <a:lnTo>
                  <a:pt x="11618" y="19948"/>
                </a:lnTo>
                <a:lnTo>
                  <a:pt x="11740" y="19728"/>
                </a:lnTo>
                <a:lnTo>
                  <a:pt x="11813" y="19485"/>
                </a:lnTo>
                <a:lnTo>
                  <a:pt x="11837" y="19217"/>
                </a:lnTo>
                <a:lnTo>
                  <a:pt x="11837" y="1292"/>
                </a:lnTo>
                <a:lnTo>
                  <a:pt x="11837" y="1292"/>
                </a:lnTo>
                <a:lnTo>
                  <a:pt x="11813" y="1024"/>
                </a:lnTo>
                <a:lnTo>
                  <a:pt x="11740" y="780"/>
                </a:lnTo>
                <a:lnTo>
                  <a:pt x="11618" y="561"/>
                </a:lnTo>
                <a:lnTo>
                  <a:pt x="11472" y="366"/>
                </a:lnTo>
                <a:lnTo>
                  <a:pt x="11277" y="220"/>
                </a:lnTo>
                <a:lnTo>
                  <a:pt x="11058" y="98"/>
                </a:lnTo>
                <a:lnTo>
                  <a:pt x="10814" y="25"/>
                </a:lnTo>
                <a:lnTo>
                  <a:pt x="10547" y="1"/>
                </a:lnTo>
                <a:lnTo>
                  <a:pt x="10547" y="1"/>
                </a:lnTo>
                <a:close/>
                <a:moveTo>
                  <a:pt x="5554" y="975"/>
                </a:moveTo>
                <a:lnTo>
                  <a:pt x="6284" y="975"/>
                </a:lnTo>
                <a:lnTo>
                  <a:pt x="6284" y="975"/>
                </a:lnTo>
                <a:lnTo>
                  <a:pt x="6406" y="999"/>
                </a:lnTo>
                <a:lnTo>
                  <a:pt x="6479" y="1073"/>
                </a:lnTo>
                <a:lnTo>
                  <a:pt x="6552" y="1146"/>
                </a:lnTo>
                <a:lnTo>
                  <a:pt x="6577" y="1267"/>
                </a:lnTo>
                <a:lnTo>
                  <a:pt x="6577" y="1267"/>
                </a:lnTo>
                <a:lnTo>
                  <a:pt x="6552" y="1365"/>
                </a:lnTo>
                <a:lnTo>
                  <a:pt x="6479" y="1462"/>
                </a:lnTo>
                <a:lnTo>
                  <a:pt x="6406" y="1511"/>
                </a:lnTo>
                <a:lnTo>
                  <a:pt x="6284" y="1535"/>
                </a:lnTo>
                <a:lnTo>
                  <a:pt x="5554" y="1535"/>
                </a:lnTo>
                <a:lnTo>
                  <a:pt x="5554" y="1535"/>
                </a:lnTo>
                <a:lnTo>
                  <a:pt x="5432" y="1511"/>
                </a:lnTo>
                <a:lnTo>
                  <a:pt x="5359" y="1462"/>
                </a:lnTo>
                <a:lnTo>
                  <a:pt x="5286" y="1365"/>
                </a:lnTo>
                <a:lnTo>
                  <a:pt x="5262" y="1267"/>
                </a:lnTo>
                <a:lnTo>
                  <a:pt x="5262" y="1267"/>
                </a:lnTo>
                <a:lnTo>
                  <a:pt x="5286" y="1146"/>
                </a:lnTo>
                <a:lnTo>
                  <a:pt x="5359" y="1073"/>
                </a:lnTo>
                <a:lnTo>
                  <a:pt x="5432" y="999"/>
                </a:lnTo>
                <a:lnTo>
                  <a:pt x="5554" y="975"/>
                </a:lnTo>
                <a:lnTo>
                  <a:pt x="5554" y="975"/>
                </a:lnTo>
                <a:close/>
                <a:moveTo>
                  <a:pt x="5919" y="19436"/>
                </a:moveTo>
                <a:lnTo>
                  <a:pt x="5919" y="19436"/>
                </a:lnTo>
                <a:lnTo>
                  <a:pt x="5749" y="19412"/>
                </a:lnTo>
                <a:lnTo>
                  <a:pt x="5578" y="19363"/>
                </a:lnTo>
                <a:lnTo>
                  <a:pt x="5432" y="19290"/>
                </a:lnTo>
                <a:lnTo>
                  <a:pt x="5310" y="19193"/>
                </a:lnTo>
                <a:lnTo>
                  <a:pt x="5213" y="19071"/>
                </a:lnTo>
                <a:lnTo>
                  <a:pt x="5140" y="18925"/>
                </a:lnTo>
                <a:lnTo>
                  <a:pt x="5091" y="18754"/>
                </a:lnTo>
                <a:lnTo>
                  <a:pt x="5067" y="18584"/>
                </a:lnTo>
                <a:lnTo>
                  <a:pt x="5067" y="18584"/>
                </a:lnTo>
                <a:lnTo>
                  <a:pt x="5091" y="18413"/>
                </a:lnTo>
                <a:lnTo>
                  <a:pt x="5140" y="18243"/>
                </a:lnTo>
                <a:lnTo>
                  <a:pt x="5213" y="18097"/>
                </a:lnTo>
                <a:lnTo>
                  <a:pt x="5310" y="17975"/>
                </a:lnTo>
                <a:lnTo>
                  <a:pt x="5432" y="17877"/>
                </a:lnTo>
                <a:lnTo>
                  <a:pt x="5578" y="17804"/>
                </a:lnTo>
                <a:lnTo>
                  <a:pt x="5749" y="17756"/>
                </a:lnTo>
                <a:lnTo>
                  <a:pt x="5919" y="17731"/>
                </a:lnTo>
                <a:lnTo>
                  <a:pt x="5919" y="17731"/>
                </a:lnTo>
                <a:lnTo>
                  <a:pt x="6090" y="17756"/>
                </a:lnTo>
                <a:lnTo>
                  <a:pt x="6260" y="17804"/>
                </a:lnTo>
                <a:lnTo>
                  <a:pt x="6406" y="17877"/>
                </a:lnTo>
                <a:lnTo>
                  <a:pt x="6528" y="17975"/>
                </a:lnTo>
                <a:lnTo>
                  <a:pt x="6625" y="18097"/>
                </a:lnTo>
                <a:lnTo>
                  <a:pt x="6699" y="18243"/>
                </a:lnTo>
                <a:lnTo>
                  <a:pt x="6747" y="18413"/>
                </a:lnTo>
                <a:lnTo>
                  <a:pt x="6772" y="18584"/>
                </a:lnTo>
                <a:lnTo>
                  <a:pt x="6772" y="18584"/>
                </a:lnTo>
                <a:lnTo>
                  <a:pt x="6747" y="18754"/>
                </a:lnTo>
                <a:lnTo>
                  <a:pt x="6699" y="18925"/>
                </a:lnTo>
                <a:lnTo>
                  <a:pt x="6625" y="19071"/>
                </a:lnTo>
                <a:lnTo>
                  <a:pt x="6528" y="19193"/>
                </a:lnTo>
                <a:lnTo>
                  <a:pt x="6406" y="19290"/>
                </a:lnTo>
                <a:lnTo>
                  <a:pt x="6260" y="19363"/>
                </a:lnTo>
                <a:lnTo>
                  <a:pt x="6090" y="19412"/>
                </a:lnTo>
                <a:lnTo>
                  <a:pt x="5919" y="19436"/>
                </a:lnTo>
                <a:lnTo>
                  <a:pt x="5919" y="19436"/>
                </a:lnTo>
                <a:close/>
                <a:moveTo>
                  <a:pt x="10547" y="16660"/>
                </a:moveTo>
                <a:lnTo>
                  <a:pt x="1292" y="16660"/>
                </a:lnTo>
                <a:lnTo>
                  <a:pt x="1292" y="2558"/>
                </a:lnTo>
                <a:lnTo>
                  <a:pt x="10547" y="2558"/>
                </a:lnTo>
                <a:lnTo>
                  <a:pt x="10547" y="1666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325" name="Group 159"/>
          <p:cNvGrpSpPr/>
          <p:nvPr/>
        </p:nvGrpSpPr>
        <p:grpSpPr>
          <a:xfrm>
            <a:off x="2023560" y="2627280"/>
            <a:ext cx="387720" cy="367200"/>
            <a:chOff x="2023560" y="2627280"/>
            <a:chExt cx="387720" cy="367200"/>
          </a:xfrm>
        </p:grpSpPr>
        <p:sp>
          <p:nvSpPr>
            <p:cNvPr id="1326" name="CustomShape 160"/>
            <p:cNvSpPr/>
            <p:nvPr/>
          </p:nvSpPr>
          <p:spPr>
            <a:xfrm>
              <a:off x="2122920" y="2914920"/>
              <a:ext cx="189000" cy="79560"/>
            </a:xfrm>
            <a:custGeom>
              <a:avLst/>
              <a:gdLst/>
              <a:ahLst/>
              <a:rect l="l" t="t" r="r" b="b"/>
              <a:pathLst>
                <a:path w="9012" h="3800">
                  <a:moveTo>
                    <a:pt x="2947" y="0"/>
                  </a:moveTo>
                  <a:lnTo>
                    <a:pt x="2947" y="2947"/>
                  </a:lnTo>
                  <a:lnTo>
                    <a:pt x="853" y="2947"/>
                  </a:lnTo>
                  <a:lnTo>
                    <a:pt x="853" y="2947"/>
                  </a:lnTo>
                  <a:lnTo>
                    <a:pt x="682" y="2947"/>
                  </a:lnTo>
                  <a:lnTo>
                    <a:pt x="512" y="2996"/>
                  </a:lnTo>
                  <a:lnTo>
                    <a:pt x="365" y="3093"/>
                  </a:lnTo>
                  <a:lnTo>
                    <a:pt x="244" y="3191"/>
                  </a:lnTo>
                  <a:lnTo>
                    <a:pt x="146" y="3313"/>
                  </a:lnTo>
                  <a:lnTo>
                    <a:pt x="49" y="3459"/>
                  </a:lnTo>
                  <a:lnTo>
                    <a:pt x="0" y="3629"/>
                  </a:lnTo>
                  <a:lnTo>
                    <a:pt x="0" y="3800"/>
                  </a:lnTo>
                  <a:lnTo>
                    <a:pt x="9011" y="3800"/>
                  </a:lnTo>
                  <a:lnTo>
                    <a:pt x="9011" y="3800"/>
                  </a:lnTo>
                  <a:lnTo>
                    <a:pt x="9011" y="3629"/>
                  </a:lnTo>
                  <a:lnTo>
                    <a:pt x="8963" y="3459"/>
                  </a:lnTo>
                  <a:lnTo>
                    <a:pt x="8865" y="3313"/>
                  </a:lnTo>
                  <a:lnTo>
                    <a:pt x="8768" y="3191"/>
                  </a:lnTo>
                  <a:lnTo>
                    <a:pt x="8646" y="3093"/>
                  </a:lnTo>
                  <a:lnTo>
                    <a:pt x="8500" y="2996"/>
                  </a:lnTo>
                  <a:lnTo>
                    <a:pt x="8330" y="2947"/>
                  </a:lnTo>
                  <a:lnTo>
                    <a:pt x="8159" y="2947"/>
                  </a:lnTo>
                  <a:lnTo>
                    <a:pt x="6065" y="2947"/>
                  </a:lnTo>
                  <a:lnTo>
                    <a:pt x="606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7" name="CustomShape 161"/>
            <p:cNvSpPr/>
            <p:nvPr/>
          </p:nvSpPr>
          <p:spPr>
            <a:xfrm>
              <a:off x="2023560" y="2627280"/>
              <a:ext cx="387720" cy="282240"/>
            </a:xfrm>
            <a:custGeom>
              <a:avLst/>
              <a:gdLst/>
              <a:ahLst/>
              <a:rect l="l" t="t" r="r" b="b"/>
              <a:pathLst>
                <a:path w="18462" h="13445">
                  <a:moveTo>
                    <a:pt x="17974" y="1"/>
                  </a:move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317" y="50"/>
                  </a:lnTo>
                  <a:lnTo>
                    <a:pt x="220" y="74"/>
                  </a:lnTo>
                  <a:lnTo>
                    <a:pt x="146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2958"/>
                  </a:lnTo>
                  <a:lnTo>
                    <a:pt x="0" y="12958"/>
                  </a:lnTo>
                  <a:lnTo>
                    <a:pt x="25" y="13055"/>
                  </a:lnTo>
                  <a:lnTo>
                    <a:pt x="49" y="13152"/>
                  </a:lnTo>
                  <a:lnTo>
                    <a:pt x="98" y="13226"/>
                  </a:lnTo>
                  <a:lnTo>
                    <a:pt x="146" y="13299"/>
                  </a:lnTo>
                  <a:lnTo>
                    <a:pt x="220" y="13372"/>
                  </a:lnTo>
                  <a:lnTo>
                    <a:pt x="317" y="13396"/>
                  </a:lnTo>
                  <a:lnTo>
                    <a:pt x="390" y="13445"/>
                  </a:lnTo>
                  <a:lnTo>
                    <a:pt x="487" y="13445"/>
                  </a:lnTo>
                  <a:lnTo>
                    <a:pt x="17974" y="13445"/>
                  </a:lnTo>
                  <a:lnTo>
                    <a:pt x="17974" y="13445"/>
                  </a:lnTo>
                  <a:lnTo>
                    <a:pt x="18072" y="13445"/>
                  </a:lnTo>
                  <a:lnTo>
                    <a:pt x="18145" y="13396"/>
                  </a:lnTo>
                  <a:lnTo>
                    <a:pt x="18242" y="13372"/>
                  </a:lnTo>
                  <a:lnTo>
                    <a:pt x="18315" y="13299"/>
                  </a:lnTo>
                  <a:lnTo>
                    <a:pt x="18364" y="13226"/>
                  </a:lnTo>
                  <a:lnTo>
                    <a:pt x="18413" y="13152"/>
                  </a:lnTo>
                  <a:lnTo>
                    <a:pt x="18437" y="13055"/>
                  </a:lnTo>
                  <a:lnTo>
                    <a:pt x="18461" y="12958"/>
                  </a:lnTo>
                  <a:lnTo>
                    <a:pt x="18461" y="488"/>
                  </a:lnTo>
                  <a:lnTo>
                    <a:pt x="18461" y="488"/>
                  </a:lnTo>
                  <a:lnTo>
                    <a:pt x="18437" y="390"/>
                  </a:lnTo>
                  <a:lnTo>
                    <a:pt x="18413" y="293"/>
                  </a:lnTo>
                  <a:lnTo>
                    <a:pt x="18364" y="220"/>
                  </a:lnTo>
                  <a:lnTo>
                    <a:pt x="18315" y="147"/>
                  </a:lnTo>
                  <a:lnTo>
                    <a:pt x="18242" y="74"/>
                  </a:lnTo>
                  <a:lnTo>
                    <a:pt x="18145" y="50"/>
                  </a:lnTo>
                  <a:lnTo>
                    <a:pt x="18072" y="1"/>
                  </a:lnTo>
                  <a:lnTo>
                    <a:pt x="17974" y="1"/>
                  </a:lnTo>
                  <a:lnTo>
                    <a:pt x="17974" y="1"/>
                  </a:lnTo>
                  <a:close/>
                  <a:moveTo>
                    <a:pt x="17000" y="11983"/>
                  </a:moveTo>
                  <a:lnTo>
                    <a:pt x="1462" y="11983"/>
                  </a:lnTo>
                  <a:lnTo>
                    <a:pt x="1462" y="1462"/>
                  </a:lnTo>
                  <a:lnTo>
                    <a:pt x="17000" y="1462"/>
                  </a:lnTo>
                  <a:lnTo>
                    <a:pt x="17000" y="1198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28" name="CustomShape 162"/>
          <p:cNvSpPr/>
          <p:nvPr/>
        </p:nvSpPr>
        <p:spPr>
          <a:xfrm>
            <a:off x="3734640" y="2635920"/>
            <a:ext cx="355680" cy="355680"/>
          </a:xfrm>
          <a:custGeom>
            <a:avLst/>
            <a:gdLst/>
            <a:ahLst/>
            <a:rect l="l" t="t" r="r" b="b"/>
            <a:pathLst>
              <a:path w="16952" h="16952">
                <a:moveTo>
                  <a:pt x="16173" y="7015"/>
                </a:moveTo>
                <a:lnTo>
                  <a:pt x="14419" y="6820"/>
                </a:lnTo>
                <a:lnTo>
                  <a:pt x="14419" y="6820"/>
                </a:lnTo>
                <a:lnTo>
                  <a:pt x="14322" y="6479"/>
                </a:lnTo>
                <a:lnTo>
                  <a:pt x="14175" y="6114"/>
                </a:lnTo>
                <a:lnTo>
                  <a:pt x="14029" y="5773"/>
                </a:lnTo>
                <a:lnTo>
                  <a:pt x="13859" y="5432"/>
                </a:lnTo>
                <a:lnTo>
                  <a:pt x="14955" y="4068"/>
                </a:lnTo>
                <a:lnTo>
                  <a:pt x="14955" y="4068"/>
                </a:lnTo>
                <a:lnTo>
                  <a:pt x="15028" y="3922"/>
                </a:lnTo>
                <a:lnTo>
                  <a:pt x="15077" y="3776"/>
                </a:lnTo>
                <a:lnTo>
                  <a:pt x="15125" y="3630"/>
                </a:lnTo>
                <a:lnTo>
                  <a:pt x="15125" y="3484"/>
                </a:lnTo>
                <a:lnTo>
                  <a:pt x="15101" y="3313"/>
                </a:lnTo>
                <a:lnTo>
                  <a:pt x="15052" y="3167"/>
                </a:lnTo>
                <a:lnTo>
                  <a:pt x="14979" y="3021"/>
                </a:lnTo>
                <a:lnTo>
                  <a:pt x="14882" y="2899"/>
                </a:lnTo>
                <a:lnTo>
                  <a:pt x="14054" y="2071"/>
                </a:lnTo>
                <a:lnTo>
                  <a:pt x="14054" y="2071"/>
                </a:lnTo>
                <a:lnTo>
                  <a:pt x="13932" y="1974"/>
                </a:lnTo>
                <a:lnTo>
                  <a:pt x="13786" y="1901"/>
                </a:lnTo>
                <a:lnTo>
                  <a:pt x="13640" y="1852"/>
                </a:lnTo>
                <a:lnTo>
                  <a:pt x="13469" y="1827"/>
                </a:lnTo>
                <a:lnTo>
                  <a:pt x="13323" y="1827"/>
                </a:lnTo>
                <a:lnTo>
                  <a:pt x="13177" y="1876"/>
                </a:lnTo>
                <a:lnTo>
                  <a:pt x="13031" y="1925"/>
                </a:lnTo>
                <a:lnTo>
                  <a:pt x="12885" y="2022"/>
                </a:lnTo>
                <a:lnTo>
                  <a:pt x="11521" y="3094"/>
                </a:lnTo>
                <a:lnTo>
                  <a:pt x="11521" y="3094"/>
                </a:lnTo>
                <a:lnTo>
                  <a:pt x="11180" y="2923"/>
                </a:lnTo>
                <a:lnTo>
                  <a:pt x="10839" y="2777"/>
                </a:lnTo>
                <a:lnTo>
                  <a:pt x="10473" y="2631"/>
                </a:lnTo>
                <a:lnTo>
                  <a:pt x="10133" y="2534"/>
                </a:lnTo>
                <a:lnTo>
                  <a:pt x="9938" y="780"/>
                </a:lnTo>
                <a:lnTo>
                  <a:pt x="9938" y="780"/>
                </a:lnTo>
                <a:lnTo>
                  <a:pt x="9889" y="634"/>
                </a:lnTo>
                <a:lnTo>
                  <a:pt x="9840" y="488"/>
                </a:lnTo>
                <a:lnTo>
                  <a:pt x="9743" y="342"/>
                </a:lnTo>
                <a:lnTo>
                  <a:pt x="9645" y="244"/>
                </a:lnTo>
                <a:lnTo>
                  <a:pt x="9499" y="147"/>
                </a:lnTo>
                <a:lnTo>
                  <a:pt x="9378" y="74"/>
                </a:lnTo>
                <a:lnTo>
                  <a:pt x="9231" y="25"/>
                </a:lnTo>
                <a:lnTo>
                  <a:pt x="9061" y="1"/>
                </a:lnTo>
                <a:lnTo>
                  <a:pt x="7892" y="1"/>
                </a:lnTo>
                <a:lnTo>
                  <a:pt x="7892" y="1"/>
                </a:lnTo>
                <a:lnTo>
                  <a:pt x="7721" y="25"/>
                </a:lnTo>
                <a:lnTo>
                  <a:pt x="7575" y="74"/>
                </a:lnTo>
                <a:lnTo>
                  <a:pt x="7453" y="147"/>
                </a:lnTo>
                <a:lnTo>
                  <a:pt x="7307" y="244"/>
                </a:lnTo>
                <a:lnTo>
                  <a:pt x="7210" y="342"/>
                </a:lnTo>
                <a:lnTo>
                  <a:pt x="7112" y="488"/>
                </a:lnTo>
                <a:lnTo>
                  <a:pt x="7064" y="634"/>
                </a:lnTo>
                <a:lnTo>
                  <a:pt x="7015" y="780"/>
                </a:lnTo>
                <a:lnTo>
                  <a:pt x="6820" y="2534"/>
                </a:lnTo>
                <a:lnTo>
                  <a:pt x="6820" y="2534"/>
                </a:lnTo>
                <a:lnTo>
                  <a:pt x="6479" y="2631"/>
                </a:lnTo>
                <a:lnTo>
                  <a:pt x="6114" y="2777"/>
                </a:lnTo>
                <a:lnTo>
                  <a:pt x="5773" y="2923"/>
                </a:lnTo>
                <a:lnTo>
                  <a:pt x="5432" y="3094"/>
                </a:lnTo>
                <a:lnTo>
                  <a:pt x="4068" y="2022"/>
                </a:lnTo>
                <a:lnTo>
                  <a:pt x="4068" y="2022"/>
                </a:lnTo>
                <a:lnTo>
                  <a:pt x="3922" y="1925"/>
                </a:lnTo>
                <a:lnTo>
                  <a:pt x="3776" y="1876"/>
                </a:lnTo>
                <a:lnTo>
                  <a:pt x="3630" y="1827"/>
                </a:lnTo>
                <a:lnTo>
                  <a:pt x="3484" y="1827"/>
                </a:lnTo>
                <a:lnTo>
                  <a:pt x="3313" y="1852"/>
                </a:lnTo>
                <a:lnTo>
                  <a:pt x="3167" y="1901"/>
                </a:lnTo>
                <a:lnTo>
                  <a:pt x="3021" y="1974"/>
                </a:lnTo>
                <a:lnTo>
                  <a:pt x="2899" y="2071"/>
                </a:lnTo>
                <a:lnTo>
                  <a:pt x="2071" y="2899"/>
                </a:lnTo>
                <a:lnTo>
                  <a:pt x="2071" y="2899"/>
                </a:lnTo>
                <a:lnTo>
                  <a:pt x="1974" y="3021"/>
                </a:lnTo>
                <a:lnTo>
                  <a:pt x="1901" y="3167"/>
                </a:lnTo>
                <a:lnTo>
                  <a:pt x="1852" y="3313"/>
                </a:lnTo>
                <a:lnTo>
                  <a:pt x="1827" y="3484"/>
                </a:lnTo>
                <a:lnTo>
                  <a:pt x="1827" y="3630"/>
                </a:lnTo>
                <a:lnTo>
                  <a:pt x="1876" y="3776"/>
                </a:lnTo>
                <a:lnTo>
                  <a:pt x="1925" y="3922"/>
                </a:lnTo>
                <a:lnTo>
                  <a:pt x="2022" y="4068"/>
                </a:lnTo>
                <a:lnTo>
                  <a:pt x="3094" y="5432"/>
                </a:lnTo>
                <a:lnTo>
                  <a:pt x="3094" y="5432"/>
                </a:lnTo>
                <a:lnTo>
                  <a:pt x="2923" y="5773"/>
                </a:lnTo>
                <a:lnTo>
                  <a:pt x="2777" y="6114"/>
                </a:lnTo>
                <a:lnTo>
                  <a:pt x="2631" y="6479"/>
                </a:lnTo>
                <a:lnTo>
                  <a:pt x="2534" y="6820"/>
                </a:lnTo>
                <a:lnTo>
                  <a:pt x="780" y="7015"/>
                </a:lnTo>
                <a:lnTo>
                  <a:pt x="780" y="7015"/>
                </a:lnTo>
                <a:lnTo>
                  <a:pt x="634" y="7064"/>
                </a:lnTo>
                <a:lnTo>
                  <a:pt x="488" y="7112"/>
                </a:lnTo>
                <a:lnTo>
                  <a:pt x="342" y="7210"/>
                </a:lnTo>
                <a:lnTo>
                  <a:pt x="244" y="7307"/>
                </a:lnTo>
                <a:lnTo>
                  <a:pt x="147" y="7453"/>
                </a:lnTo>
                <a:lnTo>
                  <a:pt x="74" y="7575"/>
                </a:lnTo>
                <a:lnTo>
                  <a:pt x="25" y="7721"/>
                </a:lnTo>
                <a:lnTo>
                  <a:pt x="1" y="7892"/>
                </a:lnTo>
                <a:lnTo>
                  <a:pt x="1" y="9061"/>
                </a:lnTo>
                <a:lnTo>
                  <a:pt x="1" y="9061"/>
                </a:lnTo>
                <a:lnTo>
                  <a:pt x="25" y="9231"/>
                </a:lnTo>
                <a:lnTo>
                  <a:pt x="74" y="9377"/>
                </a:lnTo>
                <a:lnTo>
                  <a:pt x="147" y="9499"/>
                </a:lnTo>
                <a:lnTo>
                  <a:pt x="244" y="9645"/>
                </a:lnTo>
                <a:lnTo>
                  <a:pt x="342" y="9743"/>
                </a:lnTo>
                <a:lnTo>
                  <a:pt x="488" y="9840"/>
                </a:lnTo>
                <a:lnTo>
                  <a:pt x="634" y="9889"/>
                </a:lnTo>
                <a:lnTo>
                  <a:pt x="780" y="9938"/>
                </a:lnTo>
                <a:lnTo>
                  <a:pt x="2534" y="10132"/>
                </a:lnTo>
                <a:lnTo>
                  <a:pt x="2534" y="10132"/>
                </a:lnTo>
                <a:lnTo>
                  <a:pt x="2631" y="10473"/>
                </a:lnTo>
                <a:lnTo>
                  <a:pt x="2777" y="10839"/>
                </a:lnTo>
                <a:lnTo>
                  <a:pt x="2923" y="11180"/>
                </a:lnTo>
                <a:lnTo>
                  <a:pt x="3094" y="11521"/>
                </a:lnTo>
                <a:lnTo>
                  <a:pt x="2022" y="12885"/>
                </a:lnTo>
                <a:lnTo>
                  <a:pt x="2022" y="12885"/>
                </a:lnTo>
                <a:lnTo>
                  <a:pt x="1925" y="13031"/>
                </a:lnTo>
                <a:lnTo>
                  <a:pt x="1876" y="13177"/>
                </a:lnTo>
                <a:lnTo>
                  <a:pt x="1827" y="13323"/>
                </a:lnTo>
                <a:lnTo>
                  <a:pt x="1827" y="13469"/>
                </a:lnTo>
                <a:lnTo>
                  <a:pt x="1852" y="13640"/>
                </a:lnTo>
                <a:lnTo>
                  <a:pt x="1901" y="13786"/>
                </a:lnTo>
                <a:lnTo>
                  <a:pt x="1974" y="13932"/>
                </a:lnTo>
                <a:lnTo>
                  <a:pt x="2071" y="14054"/>
                </a:lnTo>
                <a:lnTo>
                  <a:pt x="2899" y="14882"/>
                </a:lnTo>
                <a:lnTo>
                  <a:pt x="2899" y="14882"/>
                </a:lnTo>
                <a:lnTo>
                  <a:pt x="3021" y="14979"/>
                </a:lnTo>
                <a:lnTo>
                  <a:pt x="3167" y="15052"/>
                </a:lnTo>
                <a:lnTo>
                  <a:pt x="3313" y="15101"/>
                </a:lnTo>
                <a:lnTo>
                  <a:pt x="3484" y="15125"/>
                </a:lnTo>
                <a:lnTo>
                  <a:pt x="3630" y="15125"/>
                </a:lnTo>
                <a:lnTo>
                  <a:pt x="3776" y="15077"/>
                </a:lnTo>
                <a:lnTo>
                  <a:pt x="3922" y="15028"/>
                </a:lnTo>
                <a:lnTo>
                  <a:pt x="4068" y="14955"/>
                </a:lnTo>
                <a:lnTo>
                  <a:pt x="5432" y="13859"/>
                </a:lnTo>
                <a:lnTo>
                  <a:pt x="5432" y="13859"/>
                </a:lnTo>
                <a:lnTo>
                  <a:pt x="5773" y="14029"/>
                </a:lnTo>
                <a:lnTo>
                  <a:pt x="6114" y="14175"/>
                </a:lnTo>
                <a:lnTo>
                  <a:pt x="6479" y="14322"/>
                </a:lnTo>
                <a:lnTo>
                  <a:pt x="6820" y="14419"/>
                </a:lnTo>
                <a:lnTo>
                  <a:pt x="7015" y="16173"/>
                </a:lnTo>
                <a:lnTo>
                  <a:pt x="7015" y="16173"/>
                </a:lnTo>
                <a:lnTo>
                  <a:pt x="7064" y="16319"/>
                </a:lnTo>
                <a:lnTo>
                  <a:pt x="7112" y="16465"/>
                </a:lnTo>
                <a:lnTo>
                  <a:pt x="7210" y="16611"/>
                </a:lnTo>
                <a:lnTo>
                  <a:pt x="7307" y="16708"/>
                </a:lnTo>
                <a:lnTo>
                  <a:pt x="7453" y="16806"/>
                </a:lnTo>
                <a:lnTo>
                  <a:pt x="7575" y="16879"/>
                </a:lnTo>
                <a:lnTo>
                  <a:pt x="7721" y="16928"/>
                </a:lnTo>
                <a:lnTo>
                  <a:pt x="7892" y="16952"/>
                </a:lnTo>
                <a:lnTo>
                  <a:pt x="9061" y="16952"/>
                </a:lnTo>
                <a:lnTo>
                  <a:pt x="9061" y="16952"/>
                </a:lnTo>
                <a:lnTo>
                  <a:pt x="9231" y="16928"/>
                </a:lnTo>
                <a:lnTo>
                  <a:pt x="9378" y="16879"/>
                </a:lnTo>
                <a:lnTo>
                  <a:pt x="9499" y="16806"/>
                </a:lnTo>
                <a:lnTo>
                  <a:pt x="9645" y="16708"/>
                </a:lnTo>
                <a:lnTo>
                  <a:pt x="9743" y="16611"/>
                </a:lnTo>
                <a:lnTo>
                  <a:pt x="9840" y="16465"/>
                </a:lnTo>
                <a:lnTo>
                  <a:pt x="9889" y="16319"/>
                </a:lnTo>
                <a:lnTo>
                  <a:pt x="9938" y="16173"/>
                </a:lnTo>
                <a:lnTo>
                  <a:pt x="10133" y="14419"/>
                </a:lnTo>
                <a:lnTo>
                  <a:pt x="10133" y="14419"/>
                </a:lnTo>
                <a:lnTo>
                  <a:pt x="10473" y="14322"/>
                </a:lnTo>
                <a:lnTo>
                  <a:pt x="10839" y="14175"/>
                </a:lnTo>
                <a:lnTo>
                  <a:pt x="11180" y="14029"/>
                </a:lnTo>
                <a:lnTo>
                  <a:pt x="11521" y="13859"/>
                </a:lnTo>
                <a:lnTo>
                  <a:pt x="12885" y="14955"/>
                </a:lnTo>
                <a:lnTo>
                  <a:pt x="12885" y="14955"/>
                </a:lnTo>
                <a:lnTo>
                  <a:pt x="13031" y="15028"/>
                </a:lnTo>
                <a:lnTo>
                  <a:pt x="13177" y="15077"/>
                </a:lnTo>
                <a:lnTo>
                  <a:pt x="13323" y="15125"/>
                </a:lnTo>
                <a:lnTo>
                  <a:pt x="13469" y="15125"/>
                </a:lnTo>
                <a:lnTo>
                  <a:pt x="13640" y="15101"/>
                </a:lnTo>
                <a:lnTo>
                  <a:pt x="13786" y="15052"/>
                </a:lnTo>
                <a:lnTo>
                  <a:pt x="13932" y="14979"/>
                </a:lnTo>
                <a:lnTo>
                  <a:pt x="14054" y="14882"/>
                </a:lnTo>
                <a:lnTo>
                  <a:pt x="14882" y="14054"/>
                </a:lnTo>
                <a:lnTo>
                  <a:pt x="14882" y="14054"/>
                </a:lnTo>
                <a:lnTo>
                  <a:pt x="14979" y="13932"/>
                </a:lnTo>
                <a:lnTo>
                  <a:pt x="15052" y="13786"/>
                </a:lnTo>
                <a:lnTo>
                  <a:pt x="15101" y="13640"/>
                </a:lnTo>
                <a:lnTo>
                  <a:pt x="15125" y="13469"/>
                </a:lnTo>
                <a:lnTo>
                  <a:pt x="15125" y="13323"/>
                </a:lnTo>
                <a:lnTo>
                  <a:pt x="15077" y="13177"/>
                </a:lnTo>
                <a:lnTo>
                  <a:pt x="15028" y="13031"/>
                </a:lnTo>
                <a:lnTo>
                  <a:pt x="14955" y="12885"/>
                </a:lnTo>
                <a:lnTo>
                  <a:pt x="13859" y="11521"/>
                </a:lnTo>
                <a:lnTo>
                  <a:pt x="13859" y="11521"/>
                </a:lnTo>
                <a:lnTo>
                  <a:pt x="14029" y="11180"/>
                </a:lnTo>
                <a:lnTo>
                  <a:pt x="14175" y="10839"/>
                </a:lnTo>
                <a:lnTo>
                  <a:pt x="14322" y="10473"/>
                </a:lnTo>
                <a:lnTo>
                  <a:pt x="14419" y="10132"/>
                </a:lnTo>
                <a:lnTo>
                  <a:pt x="16173" y="9938"/>
                </a:lnTo>
                <a:lnTo>
                  <a:pt x="16173" y="9938"/>
                </a:lnTo>
                <a:lnTo>
                  <a:pt x="16319" y="9889"/>
                </a:lnTo>
                <a:lnTo>
                  <a:pt x="16465" y="9840"/>
                </a:lnTo>
                <a:lnTo>
                  <a:pt x="16611" y="9743"/>
                </a:lnTo>
                <a:lnTo>
                  <a:pt x="16708" y="9645"/>
                </a:lnTo>
                <a:lnTo>
                  <a:pt x="16806" y="9499"/>
                </a:lnTo>
                <a:lnTo>
                  <a:pt x="16879" y="9377"/>
                </a:lnTo>
                <a:lnTo>
                  <a:pt x="16928" y="9231"/>
                </a:lnTo>
                <a:lnTo>
                  <a:pt x="16952" y="9061"/>
                </a:lnTo>
                <a:lnTo>
                  <a:pt x="16952" y="7892"/>
                </a:lnTo>
                <a:lnTo>
                  <a:pt x="16952" y="7892"/>
                </a:lnTo>
                <a:lnTo>
                  <a:pt x="16928" y="7721"/>
                </a:lnTo>
                <a:lnTo>
                  <a:pt x="16879" y="7575"/>
                </a:lnTo>
                <a:lnTo>
                  <a:pt x="16806" y="7453"/>
                </a:lnTo>
                <a:lnTo>
                  <a:pt x="16708" y="7307"/>
                </a:lnTo>
                <a:lnTo>
                  <a:pt x="16611" y="7210"/>
                </a:lnTo>
                <a:lnTo>
                  <a:pt x="16465" y="7112"/>
                </a:lnTo>
                <a:lnTo>
                  <a:pt x="16319" y="7064"/>
                </a:lnTo>
                <a:lnTo>
                  <a:pt x="16173" y="7015"/>
                </a:lnTo>
                <a:lnTo>
                  <a:pt x="16173" y="7015"/>
                </a:lnTo>
                <a:close/>
                <a:moveTo>
                  <a:pt x="10425" y="10425"/>
                </a:moveTo>
                <a:lnTo>
                  <a:pt x="10425" y="10425"/>
                </a:lnTo>
                <a:lnTo>
                  <a:pt x="10206" y="10620"/>
                </a:lnTo>
                <a:lnTo>
                  <a:pt x="9986" y="10766"/>
                </a:lnTo>
                <a:lnTo>
                  <a:pt x="9767" y="10912"/>
                </a:lnTo>
                <a:lnTo>
                  <a:pt x="9524" y="11034"/>
                </a:lnTo>
                <a:lnTo>
                  <a:pt x="9256" y="11107"/>
                </a:lnTo>
                <a:lnTo>
                  <a:pt x="9012" y="11180"/>
                </a:lnTo>
                <a:lnTo>
                  <a:pt x="8744" y="11228"/>
                </a:lnTo>
                <a:lnTo>
                  <a:pt x="8476" y="11228"/>
                </a:lnTo>
                <a:lnTo>
                  <a:pt x="8208" y="11228"/>
                </a:lnTo>
                <a:lnTo>
                  <a:pt x="7941" y="11180"/>
                </a:lnTo>
                <a:lnTo>
                  <a:pt x="7697" y="11107"/>
                </a:lnTo>
                <a:lnTo>
                  <a:pt x="7429" y="11034"/>
                </a:lnTo>
                <a:lnTo>
                  <a:pt x="7186" y="10912"/>
                </a:lnTo>
                <a:lnTo>
                  <a:pt x="6966" y="10766"/>
                </a:lnTo>
                <a:lnTo>
                  <a:pt x="6747" y="10620"/>
                </a:lnTo>
                <a:lnTo>
                  <a:pt x="6528" y="10425"/>
                </a:lnTo>
                <a:lnTo>
                  <a:pt x="6528" y="10425"/>
                </a:lnTo>
                <a:lnTo>
                  <a:pt x="6333" y="10206"/>
                </a:lnTo>
                <a:lnTo>
                  <a:pt x="6187" y="9986"/>
                </a:lnTo>
                <a:lnTo>
                  <a:pt x="6041" y="9767"/>
                </a:lnTo>
                <a:lnTo>
                  <a:pt x="5919" y="9524"/>
                </a:lnTo>
                <a:lnTo>
                  <a:pt x="5846" y="9256"/>
                </a:lnTo>
                <a:lnTo>
                  <a:pt x="5773" y="9012"/>
                </a:lnTo>
                <a:lnTo>
                  <a:pt x="5724" y="8744"/>
                </a:lnTo>
                <a:lnTo>
                  <a:pt x="5724" y="8476"/>
                </a:lnTo>
                <a:lnTo>
                  <a:pt x="5724" y="8208"/>
                </a:lnTo>
                <a:lnTo>
                  <a:pt x="5773" y="7941"/>
                </a:lnTo>
                <a:lnTo>
                  <a:pt x="5846" y="7697"/>
                </a:lnTo>
                <a:lnTo>
                  <a:pt x="5919" y="7429"/>
                </a:lnTo>
                <a:lnTo>
                  <a:pt x="6041" y="7186"/>
                </a:lnTo>
                <a:lnTo>
                  <a:pt x="6187" y="6966"/>
                </a:lnTo>
                <a:lnTo>
                  <a:pt x="6333" y="6747"/>
                </a:lnTo>
                <a:lnTo>
                  <a:pt x="6528" y="6528"/>
                </a:lnTo>
                <a:lnTo>
                  <a:pt x="6528" y="6528"/>
                </a:lnTo>
                <a:lnTo>
                  <a:pt x="6747" y="6333"/>
                </a:lnTo>
                <a:lnTo>
                  <a:pt x="6966" y="6187"/>
                </a:lnTo>
                <a:lnTo>
                  <a:pt x="7186" y="6041"/>
                </a:lnTo>
                <a:lnTo>
                  <a:pt x="7429" y="5919"/>
                </a:lnTo>
                <a:lnTo>
                  <a:pt x="7697" y="5846"/>
                </a:lnTo>
                <a:lnTo>
                  <a:pt x="7941" y="5773"/>
                </a:lnTo>
                <a:lnTo>
                  <a:pt x="8208" y="5724"/>
                </a:lnTo>
                <a:lnTo>
                  <a:pt x="8476" y="5724"/>
                </a:lnTo>
                <a:lnTo>
                  <a:pt x="8744" y="5724"/>
                </a:lnTo>
                <a:lnTo>
                  <a:pt x="9012" y="5773"/>
                </a:lnTo>
                <a:lnTo>
                  <a:pt x="9256" y="5846"/>
                </a:lnTo>
                <a:lnTo>
                  <a:pt x="9524" y="5919"/>
                </a:lnTo>
                <a:lnTo>
                  <a:pt x="9767" y="6041"/>
                </a:lnTo>
                <a:lnTo>
                  <a:pt x="9986" y="6187"/>
                </a:lnTo>
                <a:lnTo>
                  <a:pt x="10206" y="6333"/>
                </a:lnTo>
                <a:lnTo>
                  <a:pt x="10425" y="6528"/>
                </a:lnTo>
                <a:lnTo>
                  <a:pt x="10425" y="6528"/>
                </a:lnTo>
                <a:lnTo>
                  <a:pt x="10620" y="6747"/>
                </a:lnTo>
                <a:lnTo>
                  <a:pt x="10766" y="6966"/>
                </a:lnTo>
                <a:lnTo>
                  <a:pt x="10912" y="7186"/>
                </a:lnTo>
                <a:lnTo>
                  <a:pt x="11034" y="7429"/>
                </a:lnTo>
                <a:lnTo>
                  <a:pt x="11107" y="7697"/>
                </a:lnTo>
                <a:lnTo>
                  <a:pt x="11180" y="7941"/>
                </a:lnTo>
                <a:lnTo>
                  <a:pt x="11228" y="8208"/>
                </a:lnTo>
                <a:lnTo>
                  <a:pt x="11228" y="8476"/>
                </a:lnTo>
                <a:lnTo>
                  <a:pt x="11228" y="8744"/>
                </a:lnTo>
                <a:lnTo>
                  <a:pt x="11180" y="9012"/>
                </a:lnTo>
                <a:lnTo>
                  <a:pt x="11107" y="9256"/>
                </a:lnTo>
                <a:lnTo>
                  <a:pt x="11034" y="9524"/>
                </a:lnTo>
                <a:lnTo>
                  <a:pt x="10912" y="9767"/>
                </a:lnTo>
                <a:lnTo>
                  <a:pt x="10766" y="9986"/>
                </a:lnTo>
                <a:lnTo>
                  <a:pt x="10620" y="10206"/>
                </a:lnTo>
                <a:lnTo>
                  <a:pt x="10425" y="10425"/>
                </a:lnTo>
                <a:lnTo>
                  <a:pt x="10425" y="10425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329" name="Group 163"/>
          <p:cNvGrpSpPr/>
          <p:nvPr/>
        </p:nvGrpSpPr>
        <p:grpSpPr>
          <a:xfrm>
            <a:off x="4263120" y="2655360"/>
            <a:ext cx="434880" cy="323280"/>
            <a:chOff x="4263120" y="2655360"/>
            <a:chExt cx="434880" cy="323280"/>
          </a:xfrm>
        </p:grpSpPr>
        <p:sp>
          <p:nvSpPr>
            <p:cNvPr id="1330" name="CustomShape 164"/>
            <p:cNvSpPr/>
            <p:nvPr/>
          </p:nvSpPr>
          <p:spPr>
            <a:xfrm>
              <a:off x="4263120" y="2655360"/>
              <a:ext cx="293040" cy="293040"/>
            </a:xfrm>
            <a:custGeom>
              <a:avLst/>
              <a:gdLst/>
              <a:ahLst/>
              <a:rect l="l" t="t" r="r" b="b"/>
              <a:pathLst>
                <a:path w="13956" h="13956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31" name="CustomShape 165"/>
            <p:cNvSpPr/>
            <p:nvPr/>
          </p:nvSpPr>
          <p:spPr>
            <a:xfrm>
              <a:off x="4531320" y="2811960"/>
              <a:ext cx="166680" cy="166680"/>
            </a:xfrm>
            <a:custGeom>
              <a:avLst/>
              <a:gdLst/>
              <a:ahLst/>
              <a:rect l="l" t="t" r="r" b="b"/>
              <a:pathLst>
                <a:path w="7941" h="7941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32" name="Group 166"/>
          <p:cNvGrpSpPr/>
          <p:nvPr/>
        </p:nvGrpSpPr>
        <p:grpSpPr>
          <a:xfrm>
            <a:off x="3174120" y="2637000"/>
            <a:ext cx="342720" cy="349560"/>
            <a:chOff x="3174120" y="2637000"/>
            <a:chExt cx="342720" cy="349560"/>
          </a:xfrm>
        </p:grpSpPr>
        <p:sp>
          <p:nvSpPr>
            <p:cNvPr id="1333" name="CustomShape 167"/>
            <p:cNvSpPr/>
            <p:nvPr/>
          </p:nvSpPr>
          <p:spPr>
            <a:xfrm>
              <a:off x="3174120" y="2637000"/>
              <a:ext cx="264240" cy="264240"/>
            </a:xfrm>
            <a:custGeom>
              <a:avLst/>
              <a:gdLst/>
              <a:ahLst/>
              <a:rect l="l" t="t" r="r" b="b"/>
              <a:pathLst>
                <a:path w="12592" h="12593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34" name="CustomShape 168"/>
            <p:cNvSpPr/>
            <p:nvPr/>
          </p:nvSpPr>
          <p:spPr>
            <a:xfrm>
              <a:off x="3204720" y="2667600"/>
              <a:ext cx="202680" cy="202680"/>
            </a:xfrm>
            <a:custGeom>
              <a:avLst/>
              <a:gdLst/>
              <a:ahLst/>
              <a:rect l="l" t="t" r="r" b="b"/>
              <a:pathLst>
                <a:path w="9670" h="967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35" name="CustomShape 169"/>
            <p:cNvSpPr/>
            <p:nvPr/>
          </p:nvSpPr>
          <p:spPr>
            <a:xfrm>
              <a:off x="3234960" y="2698200"/>
              <a:ext cx="70920" cy="70920"/>
            </a:xfrm>
            <a:custGeom>
              <a:avLst/>
              <a:gdLst/>
              <a:ahLst/>
              <a:rect l="l" t="t" r="r" b="b"/>
              <a:pathLst>
                <a:path w="3386" h="3386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36" name="CustomShape 170"/>
            <p:cNvSpPr/>
            <p:nvPr/>
          </p:nvSpPr>
          <p:spPr>
            <a:xfrm>
              <a:off x="3387600" y="2858040"/>
              <a:ext cx="129240" cy="128520"/>
            </a:xfrm>
            <a:custGeom>
              <a:avLst/>
              <a:gdLst/>
              <a:ahLst/>
              <a:rect l="l" t="t" r="r" b="b"/>
              <a:pathLst>
                <a:path w="6162" h="6139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37" name="Group 171"/>
          <p:cNvGrpSpPr/>
          <p:nvPr/>
        </p:nvGrpSpPr>
        <p:grpSpPr>
          <a:xfrm>
            <a:off x="330840" y="3226680"/>
            <a:ext cx="396720" cy="304560"/>
            <a:chOff x="330840" y="3226680"/>
            <a:chExt cx="396720" cy="304560"/>
          </a:xfrm>
        </p:grpSpPr>
        <p:sp>
          <p:nvSpPr>
            <p:cNvPr id="1338" name="CustomShape 172"/>
            <p:cNvSpPr/>
            <p:nvPr/>
          </p:nvSpPr>
          <p:spPr>
            <a:xfrm>
              <a:off x="330840" y="3226680"/>
              <a:ext cx="396720" cy="304560"/>
            </a:xfrm>
            <a:custGeom>
              <a:avLst/>
              <a:gdLst/>
              <a:ahLst/>
              <a:rect l="l" t="t" r="r" b="b"/>
              <a:pathLst>
                <a:path w="18900" h="14516">
                  <a:moveTo>
                    <a:pt x="18900" y="7989"/>
                  </a:moveTo>
                  <a:lnTo>
                    <a:pt x="18900" y="7989"/>
                  </a:lnTo>
                  <a:lnTo>
                    <a:pt x="18705" y="8111"/>
                  </a:lnTo>
                  <a:lnTo>
                    <a:pt x="18510" y="8184"/>
                  </a:lnTo>
                  <a:lnTo>
                    <a:pt x="18291" y="8232"/>
                  </a:lnTo>
                  <a:lnTo>
                    <a:pt x="18072" y="8232"/>
                  </a:lnTo>
                  <a:lnTo>
                    <a:pt x="17852" y="8184"/>
                  </a:lnTo>
                  <a:lnTo>
                    <a:pt x="17658" y="8111"/>
                  </a:lnTo>
                  <a:lnTo>
                    <a:pt x="17487" y="8013"/>
                  </a:lnTo>
                  <a:lnTo>
                    <a:pt x="17341" y="7891"/>
                  </a:lnTo>
                  <a:lnTo>
                    <a:pt x="17341" y="7891"/>
                  </a:lnTo>
                  <a:lnTo>
                    <a:pt x="17243" y="7745"/>
                  </a:lnTo>
                  <a:lnTo>
                    <a:pt x="17170" y="7575"/>
                  </a:lnTo>
                  <a:lnTo>
                    <a:pt x="17170" y="7404"/>
                  </a:lnTo>
                  <a:lnTo>
                    <a:pt x="17195" y="7234"/>
                  </a:lnTo>
                  <a:lnTo>
                    <a:pt x="17243" y="7088"/>
                  </a:lnTo>
                  <a:lnTo>
                    <a:pt x="17341" y="6942"/>
                  </a:lnTo>
                  <a:lnTo>
                    <a:pt x="17487" y="6844"/>
                  </a:lnTo>
                  <a:lnTo>
                    <a:pt x="17658" y="6795"/>
                  </a:lnTo>
                  <a:lnTo>
                    <a:pt x="17658" y="6795"/>
                  </a:lnTo>
                  <a:lnTo>
                    <a:pt x="17755" y="6771"/>
                  </a:lnTo>
                  <a:lnTo>
                    <a:pt x="17828" y="6771"/>
                  </a:lnTo>
                  <a:lnTo>
                    <a:pt x="17901" y="6795"/>
                  </a:lnTo>
                  <a:lnTo>
                    <a:pt x="17974" y="6820"/>
                  </a:lnTo>
                  <a:lnTo>
                    <a:pt x="18023" y="6869"/>
                  </a:lnTo>
                  <a:lnTo>
                    <a:pt x="18047" y="6917"/>
                  </a:lnTo>
                  <a:lnTo>
                    <a:pt x="18096" y="7063"/>
                  </a:lnTo>
                  <a:lnTo>
                    <a:pt x="18072" y="7210"/>
                  </a:lnTo>
                  <a:lnTo>
                    <a:pt x="18023" y="7356"/>
                  </a:lnTo>
                  <a:lnTo>
                    <a:pt x="17950" y="7477"/>
                  </a:lnTo>
                  <a:lnTo>
                    <a:pt x="17828" y="7599"/>
                  </a:lnTo>
                  <a:lnTo>
                    <a:pt x="17828" y="7599"/>
                  </a:lnTo>
                  <a:lnTo>
                    <a:pt x="17633" y="7697"/>
                  </a:lnTo>
                  <a:lnTo>
                    <a:pt x="17438" y="7770"/>
                  </a:lnTo>
                  <a:lnTo>
                    <a:pt x="17219" y="7794"/>
                  </a:lnTo>
                  <a:lnTo>
                    <a:pt x="17000" y="7794"/>
                  </a:lnTo>
                  <a:lnTo>
                    <a:pt x="17000" y="7794"/>
                  </a:lnTo>
                  <a:lnTo>
                    <a:pt x="16878" y="7794"/>
                  </a:lnTo>
                  <a:lnTo>
                    <a:pt x="16781" y="7770"/>
                  </a:lnTo>
                  <a:lnTo>
                    <a:pt x="16708" y="7745"/>
                  </a:lnTo>
                  <a:lnTo>
                    <a:pt x="16635" y="7697"/>
                  </a:lnTo>
                  <a:lnTo>
                    <a:pt x="16586" y="7648"/>
                  </a:lnTo>
                  <a:lnTo>
                    <a:pt x="16562" y="7550"/>
                  </a:lnTo>
                  <a:lnTo>
                    <a:pt x="16537" y="7331"/>
                  </a:lnTo>
                  <a:lnTo>
                    <a:pt x="16537" y="7331"/>
                  </a:lnTo>
                  <a:lnTo>
                    <a:pt x="16513" y="7015"/>
                  </a:lnTo>
                  <a:lnTo>
                    <a:pt x="16488" y="6698"/>
                  </a:lnTo>
                  <a:lnTo>
                    <a:pt x="16440" y="6381"/>
                  </a:lnTo>
                  <a:lnTo>
                    <a:pt x="16367" y="6065"/>
                  </a:lnTo>
                  <a:lnTo>
                    <a:pt x="16269" y="5748"/>
                  </a:lnTo>
                  <a:lnTo>
                    <a:pt x="16172" y="5456"/>
                  </a:lnTo>
                  <a:lnTo>
                    <a:pt x="16050" y="5164"/>
                  </a:lnTo>
                  <a:lnTo>
                    <a:pt x="15904" y="4871"/>
                  </a:lnTo>
                  <a:lnTo>
                    <a:pt x="15758" y="4604"/>
                  </a:lnTo>
                  <a:lnTo>
                    <a:pt x="15587" y="4311"/>
                  </a:lnTo>
                  <a:lnTo>
                    <a:pt x="15393" y="4068"/>
                  </a:lnTo>
                  <a:lnTo>
                    <a:pt x="15198" y="3800"/>
                  </a:lnTo>
                  <a:lnTo>
                    <a:pt x="14978" y="3556"/>
                  </a:lnTo>
                  <a:lnTo>
                    <a:pt x="14759" y="3313"/>
                  </a:lnTo>
                  <a:lnTo>
                    <a:pt x="14516" y="3094"/>
                  </a:lnTo>
                  <a:lnTo>
                    <a:pt x="14272" y="2874"/>
                  </a:lnTo>
                  <a:lnTo>
                    <a:pt x="14004" y="2655"/>
                  </a:lnTo>
                  <a:lnTo>
                    <a:pt x="13712" y="2460"/>
                  </a:lnTo>
                  <a:lnTo>
                    <a:pt x="13420" y="2265"/>
                  </a:lnTo>
                  <a:lnTo>
                    <a:pt x="13128" y="2095"/>
                  </a:lnTo>
                  <a:lnTo>
                    <a:pt x="12811" y="1924"/>
                  </a:lnTo>
                  <a:lnTo>
                    <a:pt x="12494" y="1778"/>
                  </a:lnTo>
                  <a:lnTo>
                    <a:pt x="12178" y="1632"/>
                  </a:lnTo>
                  <a:lnTo>
                    <a:pt x="11837" y="1510"/>
                  </a:lnTo>
                  <a:lnTo>
                    <a:pt x="11496" y="1389"/>
                  </a:lnTo>
                  <a:lnTo>
                    <a:pt x="11130" y="1291"/>
                  </a:lnTo>
                  <a:lnTo>
                    <a:pt x="10765" y="1218"/>
                  </a:lnTo>
                  <a:lnTo>
                    <a:pt x="10400" y="1145"/>
                  </a:lnTo>
                  <a:lnTo>
                    <a:pt x="10034" y="1096"/>
                  </a:lnTo>
                  <a:lnTo>
                    <a:pt x="9645" y="1048"/>
                  </a:lnTo>
                  <a:lnTo>
                    <a:pt x="9255" y="1023"/>
                  </a:lnTo>
                  <a:lnTo>
                    <a:pt x="8865" y="1023"/>
                  </a:lnTo>
                  <a:lnTo>
                    <a:pt x="8865" y="1023"/>
                  </a:lnTo>
                  <a:lnTo>
                    <a:pt x="8330" y="1023"/>
                  </a:lnTo>
                  <a:lnTo>
                    <a:pt x="7794" y="1072"/>
                  </a:lnTo>
                  <a:lnTo>
                    <a:pt x="7258" y="1145"/>
                  </a:lnTo>
                  <a:lnTo>
                    <a:pt x="6747" y="1267"/>
                  </a:lnTo>
                  <a:lnTo>
                    <a:pt x="6747" y="1267"/>
                  </a:lnTo>
                  <a:lnTo>
                    <a:pt x="6600" y="1048"/>
                  </a:lnTo>
                  <a:lnTo>
                    <a:pt x="6454" y="877"/>
                  </a:lnTo>
                  <a:lnTo>
                    <a:pt x="6284" y="707"/>
                  </a:lnTo>
                  <a:lnTo>
                    <a:pt x="6138" y="561"/>
                  </a:lnTo>
                  <a:lnTo>
                    <a:pt x="5967" y="439"/>
                  </a:lnTo>
                  <a:lnTo>
                    <a:pt x="5821" y="341"/>
                  </a:lnTo>
                  <a:lnTo>
                    <a:pt x="5504" y="195"/>
                  </a:lnTo>
                  <a:lnTo>
                    <a:pt x="5237" y="98"/>
                  </a:lnTo>
                  <a:lnTo>
                    <a:pt x="5017" y="49"/>
                  </a:lnTo>
                  <a:lnTo>
                    <a:pt x="4822" y="0"/>
                  </a:lnTo>
                  <a:lnTo>
                    <a:pt x="4822" y="0"/>
                  </a:lnTo>
                  <a:lnTo>
                    <a:pt x="4725" y="195"/>
                  </a:lnTo>
                  <a:lnTo>
                    <a:pt x="4628" y="390"/>
                  </a:lnTo>
                  <a:lnTo>
                    <a:pt x="4530" y="682"/>
                  </a:lnTo>
                  <a:lnTo>
                    <a:pt x="4433" y="999"/>
                  </a:lnTo>
                  <a:lnTo>
                    <a:pt x="4384" y="1389"/>
                  </a:lnTo>
                  <a:lnTo>
                    <a:pt x="4360" y="1778"/>
                  </a:lnTo>
                  <a:lnTo>
                    <a:pt x="4360" y="1998"/>
                  </a:lnTo>
                  <a:lnTo>
                    <a:pt x="4408" y="2217"/>
                  </a:lnTo>
                  <a:lnTo>
                    <a:pt x="4408" y="2217"/>
                  </a:lnTo>
                  <a:lnTo>
                    <a:pt x="4067" y="2436"/>
                  </a:lnTo>
                  <a:lnTo>
                    <a:pt x="3678" y="2728"/>
                  </a:lnTo>
                  <a:lnTo>
                    <a:pt x="3264" y="3142"/>
                  </a:lnTo>
                  <a:lnTo>
                    <a:pt x="2825" y="3605"/>
                  </a:lnTo>
                  <a:lnTo>
                    <a:pt x="2411" y="4116"/>
                  </a:lnTo>
                  <a:lnTo>
                    <a:pt x="2022" y="4652"/>
                  </a:lnTo>
                  <a:lnTo>
                    <a:pt x="1851" y="4945"/>
                  </a:lnTo>
                  <a:lnTo>
                    <a:pt x="1705" y="5237"/>
                  </a:lnTo>
                  <a:lnTo>
                    <a:pt x="1559" y="5529"/>
                  </a:lnTo>
                  <a:lnTo>
                    <a:pt x="1461" y="5797"/>
                  </a:lnTo>
                  <a:lnTo>
                    <a:pt x="560" y="5797"/>
                  </a:lnTo>
                  <a:lnTo>
                    <a:pt x="560" y="5797"/>
                  </a:lnTo>
                  <a:lnTo>
                    <a:pt x="463" y="5821"/>
                  </a:lnTo>
                  <a:lnTo>
                    <a:pt x="341" y="5846"/>
                  </a:lnTo>
                  <a:lnTo>
                    <a:pt x="244" y="5894"/>
                  </a:lnTo>
                  <a:lnTo>
                    <a:pt x="171" y="5967"/>
                  </a:lnTo>
                  <a:lnTo>
                    <a:pt x="98" y="6040"/>
                  </a:lnTo>
                  <a:lnTo>
                    <a:pt x="49" y="6138"/>
                  </a:lnTo>
                  <a:lnTo>
                    <a:pt x="25" y="6260"/>
                  </a:lnTo>
                  <a:lnTo>
                    <a:pt x="0" y="6357"/>
                  </a:lnTo>
                  <a:lnTo>
                    <a:pt x="0" y="8598"/>
                  </a:lnTo>
                  <a:lnTo>
                    <a:pt x="0" y="8598"/>
                  </a:lnTo>
                  <a:lnTo>
                    <a:pt x="25" y="8720"/>
                  </a:lnTo>
                  <a:lnTo>
                    <a:pt x="49" y="8817"/>
                  </a:lnTo>
                  <a:lnTo>
                    <a:pt x="98" y="8914"/>
                  </a:lnTo>
                  <a:lnTo>
                    <a:pt x="171" y="8987"/>
                  </a:lnTo>
                  <a:lnTo>
                    <a:pt x="244" y="9060"/>
                  </a:lnTo>
                  <a:lnTo>
                    <a:pt x="341" y="9109"/>
                  </a:lnTo>
                  <a:lnTo>
                    <a:pt x="463" y="9158"/>
                  </a:lnTo>
                  <a:lnTo>
                    <a:pt x="560" y="9158"/>
                  </a:lnTo>
                  <a:lnTo>
                    <a:pt x="1510" y="9158"/>
                  </a:lnTo>
                  <a:lnTo>
                    <a:pt x="1510" y="9158"/>
                  </a:lnTo>
                  <a:lnTo>
                    <a:pt x="1583" y="9353"/>
                  </a:lnTo>
                  <a:lnTo>
                    <a:pt x="1681" y="9572"/>
                  </a:lnTo>
                  <a:lnTo>
                    <a:pt x="1924" y="9986"/>
                  </a:lnTo>
                  <a:lnTo>
                    <a:pt x="2216" y="10376"/>
                  </a:lnTo>
                  <a:lnTo>
                    <a:pt x="2582" y="10765"/>
                  </a:lnTo>
                  <a:lnTo>
                    <a:pt x="2972" y="11131"/>
                  </a:lnTo>
                  <a:lnTo>
                    <a:pt x="3410" y="11472"/>
                  </a:lnTo>
                  <a:lnTo>
                    <a:pt x="3897" y="11788"/>
                  </a:lnTo>
                  <a:lnTo>
                    <a:pt x="4408" y="12032"/>
                  </a:lnTo>
                  <a:lnTo>
                    <a:pt x="4408" y="14516"/>
                  </a:lnTo>
                  <a:lnTo>
                    <a:pt x="5090" y="14516"/>
                  </a:lnTo>
                  <a:lnTo>
                    <a:pt x="6308" y="12860"/>
                  </a:lnTo>
                  <a:lnTo>
                    <a:pt x="6308" y="12860"/>
                  </a:lnTo>
                  <a:lnTo>
                    <a:pt x="6917" y="13030"/>
                  </a:lnTo>
                  <a:lnTo>
                    <a:pt x="7550" y="13128"/>
                  </a:lnTo>
                  <a:lnTo>
                    <a:pt x="8208" y="13201"/>
                  </a:lnTo>
                  <a:lnTo>
                    <a:pt x="8865" y="13225"/>
                  </a:lnTo>
                  <a:lnTo>
                    <a:pt x="8865" y="13225"/>
                  </a:lnTo>
                  <a:lnTo>
                    <a:pt x="9523" y="13201"/>
                  </a:lnTo>
                  <a:lnTo>
                    <a:pt x="10181" y="13128"/>
                  </a:lnTo>
                  <a:lnTo>
                    <a:pt x="10814" y="13030"/>
                  </a:lnTo>
                  <a:lnTo>
                    <a:pt x="11423" y="12860"/>
                  </a:lnTo>
                  <a:lnTo>
                    <a:pt x="12592" y="14516"/>
                  </a:lnTo>
                  <a:lnTo>
                    <a:pt x="13347" y="14516"/>
                  </a:lnTo>
                  <a:lnTo>
                    <a:pt x="13347" y="12032"/>
                  </a:lnTo>
                  <a:lnTo>
                    <a:pt x="13347" y="12032"/>
                  </a:lnTo>
                  <a:lnTo>
                    <a:pt x="13688" y="11886"/>
                  </a:lnTo>
                  <a:lnTo>
                    <a:pt x="14004" y="11715"/>
                  </a:lnTo>
                  <a:lnTo>
                    <a:pt x="14297" y="11545"/>
                  </a:lnTo>
                  <a:lnTo>
                    <a:pt x="14589" y="11350"/>
                  </a:lnTo>
                  <a:lnTo>
                    <a:pt x="14857" y="11131"/>
                  </a:lnTo>
                  <a:lnTo>
                    <a:pt x="15100" y="10911"/>
                  </a:lnTo>
                  <a:lnTo>
                    <a:pt x="15344" y="10668"/>
                  </a:lnTo>
                  <a:lnTo>
                    <a:pt x="15563" y="10400"/>
                  </a:lnTo>
                  <a:lnTo>
                    <a:pt x="15733" y="10132"/>
                  </a:lnTo>
                  <a:lnTo>
                    <a:pt x="15904" y="9864"/>
                  </a:lnTo>
                  <a:lnTo>
                    <a:pt x="16074" y="9572"/>
                  </a:lnTo>
                  <a:lnTo>
                    <a:pt x="16196" y="9255"/>
                  </a:lnTo>
                  <a:lnTo>
                    <a:pt x="16318" y="8939"/>
                  </a:lnTo>
                  <a:lnTo>
                    <a:pt x="16391" y="8598"/>
                  </a:lnTo>
                  <a:lnTo>
                    <a:pt x="16464" y="8257"/>
                  </a:lnTo>
                  <a:lnTo>
                    <a:pt x="16513" y="7916"/>
                  </a:lnTo>
                  <a:lnTo>
                    <a:pt x="16513" y="7916"/>
                  </a:lnTo>
                  <a:lnTo>
                    <a:pt x="16513" y="759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39" name="CustomShape 173"/>
            <p:cNvSpPr/>
            <p:nvPr/>
          </p:nvSpPr>
          <p:spPr>
            <a:xfrm>
              <a:off x="395280" y="3339000"/>
              <a:ext cx="28440" cy="28440"/>
            </a:xfrm>
            <a:custGeom>
              <a:avLst/>
              <a:gdLst/>
              <a:ahLst/>
              <a:rect l="l" t="t" r="r" b="b"/>
              <a:pathLst>
                <a:path w="1365" h="1365">
                  <a:moveTo>
                    <a:pt x="683" y="1364"/>
                  </a:moveTo>
                  <a:lnTo>
                    <a:pt x="683" y="1364"/>
                  </a:lnTo>
                  <a:lnTo>
                    <a:pt x="537" y="1340"/>
                  </a:lnTo>
                  <a:lnTo>
                    <a:pt x="415" y="1316"/>
                  </a:lnTo>
                  <a:lnTo>
                    <a:pt x="293" y="1243"/>
                  </a:lnTo>
                  <a:lnTo>
                    <a:pt x="196" y="1170"/>
                  </a:lnTo>
                  <a:lnTo>
                    <a:pt x="123" y="1072"/>
                  </a:lnTo>
                  <a:lnTo>
                    <a:pt x="50" y="950"/>
                  </a:lnTo>
                  <a:lnTo>
                    <a:pt x="25" y="829"/>
                  </a:lnTo>
                  <a:lnTo>
                    <a:pt x="1" y="682"/>
                  </a:lnTo>
                  <a:lnTo>
                    <a:pt x="1" y="682"/>
                  </a:lnTo>
                  <a:lnTo>
                    <a:pt x="25" y="536"/>
                  </a:lnTo>
                  <a:lnTo>
                    <a:pt x="50" y="415"/>
                  </a:lnTo>
                  <a:lnTo>
                    <a:pt x="123" y="317"/>
                  </a:lnTo>
                  <a:lnTo>
                    <a:pt x="196" y="195"/>
                  </a:lnTo>
                  <a:lnTo>
                    <a:pt x="293" y="122"/>
                  </a:lnTo>
                  <a:lnTo>
                    <a:pt x="415" y="74"/>
                  </a:lnTo>
                  <a:lnTo>
                    <a:pt x="537" y="25"/>
                  </a:lnTo>
                  <a:lnTo>
                    <a:pt x="683" y="1"/>
                  </a:lnTo>
                  <a:lnTo>
                    <a:pt x="683" y="1"/>
                  </a:lnTo>
                  <a:lnTo>
                    <a:pt x="805" y="25"/>
                  </a:lnTo>
                  <a:lnTo>
                    <a:pt x="951" y="74"/>
                  </a:lnTo>
                  <a:lnTo>
                    <a:pt x="1048" y="122"/>
                  </a:lnTo>
                  <a:lnTo>
                    <a:pt x="1170" y="195"/>
                  </a:lnTo>
                  <a:lnTo>
                    <a:pt x="1243" y="317"/>
                  </a:lnTo>
                  <a:lnTo>
                    <a:pt x="1292" y="415"/>
                  </a:lnTo>
                  <a:lnTo>
                    <a:pt x="1340" y="536"/>
                  </a:lnTo>
                  <a:lnTo>
                    <a:pt x="1365" y="682"/>
                  </a:lnTo>
                  <a:lnTo>
                    <a:pt x="1365" y="682"/>
                  </a:lnTo>
                  <a:lnTo>
                    <a:pt x="1340" y="829"/>
                  </a:lnTo>
                  <a:lnTo>
                    <a:pt x="1292" y="950"/>
                  </a:lnTo>
                  <a:lnTo>
                    <a:pt x="1243" y="1072"/>
                  </a:lnTo>
                  <a:lnTo>
                    <a:pt x="1170" y="1170"/>
                  </a:lnTo>
                  <a:lnTo>
                    <a:pt x="1048" y="1243"/>
                  </a:lnTo>
                  <a:lnTo>
                    <a:pt x="951" y="1316"/>
                  </a:lnTo>
                  <a:lnTo>
                    <a:pt x="805" y="1340"/>
                  </a:lnTo>
                  <a:lnTo>
                    <a:pt x="683" y="1364"/>
                  </a:lnTo>
                  <a:lnTo>
                    <a:pt x="683" y="136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40" name="CustomShape 174"/>
            <p:cNvSpPr/>
            <p:nvPr/>
          </p:nvSpPr>
          <p:spPr>
            <a:xfrm>
              <a:off x="481320" y="3282840"/>
              <a:ext cx="71280" cy="9720"/>
            </a:xfrm>
            <a:custGeom>
              <a:avLst/>
              <a:gdLst/>
              <a:ahLst/>
              <a:rect l="l" t="t" r="r" b="b"/>
              <a:pathLst>
                <a:path w="3411" h="488">
                  <a:moveTo>
                    <a:pt x="3410" y="488"/>
                  </a:moveTo>
                  <a:lnTo>
                    <a:pt x="3410" y="488"/>
                  </a:lnTo>
                  <a:lnTo>
                    <a:pt x="3215" y="366"/>
                  </a:lnTo>
                  <a:lnTo>
                    <a:pt x="3021" y="268"/>
                  </a:lnTo>
                  <a:lnTo>
                    <a:pt x="2826" y="195"/>
                  </a:lnTo>
                  <a:lnTo>
                    <a:pt x="2607" y="122"/>
                  </a:lnTo>
                  <a:lnTo>
                    <a:pt x="2387" y="74"/>
                  </a:lnTo>
                  <a:lnTo>
                    <a:pt x="2168" y="25"/>
                  </a:lnTo>
                  <a:lnTo>
                    <a:pt x="1925" y="0"/>
                  </a:lnTo>
                  <a:lnTo>
                    <a:pt x="1705" y="0"/>
                  </a:lnTo>
                  <a:lnTo>
                    <a:pt x="1462" y="0"/>
                  </a:lnTo>
                  <a:lnTo>
                    <a:pt x="1243" y="25"/>
                  </a:lnTo>
                  <a:lnTo>
                    <a:pt x="1023" y="74"/>
                  </a:lnTo>
                  <a:lnTo>
                    <a:pt x="804" y="122"/>
                  </a:lnTo>
                  <a:lnTo>
                    <a:pt x="585" y="195"/>
                  </a:lnTo>
                  <a:lnTo>
                    <a:pt x="366" y="268"/>
                  </a:lnTo>
                  <a:lnTo>
                    <a:pt x="171" y="366"/>
                  </a:lnTo>
                  <a:lnTo>
                    <a:pt x="1" y="48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41" name="CustomShape 175"/>
          <p:cNvSpPr/>
          <p:nvPr/>
        </p:nvSpPr>
        <p:spPr>
          <a:xfrm>
            <a:off x="4907520" y="2619720"/>
            <a:ext cx="270000" cy="388440"/>
          </a:xfrm>
          <a:custGeom>
            <a:avLst/>
            <a:gdLst/>
            <a:ahLst/>
            <a:rect l="l" t="t" r="r" b="b"/>
            <a:pathLst>
              <a:path w="12860" h="18511">
                <a:moveTo>
                  <a:pt x="12373" y="7526"/>
                </a:moveTo>
                <a:lnTo>
                  <a:pt x="11618" y="7526"/>
                </a:lnTo>
                <a:lnTo>
                  <a:pt x="11618" y="5188"/>
                </a:lnTo>
                <a:lnTo>
                  <a:pt x="11618" y="5188"/>
                </a:lnTo>
                <a:lnTo>
                  <a:pt x="11593" y="4677"/>
                </a:lnTo>
                <a:lnTo>
                  <a:pt x="11520" y="4141"/>
                </a:lnTo>
                <a:lnTo>
                  <a:pt x="11398" y="3654"/>
                </a:lnTo>
                <a:lnTo>
                  <a:pt x="11204" y="3167"/>
                </a:lnTo>
                <a:lnTo>
                  <a:pt x="10984" y="2728"/>
                </a:lnTo>
                <a:lnTo>
                  <a:pt x="10741" y="2290"/>
                </a:lnTo>
                <a:lnTo>
                  <a:pt x="10424" y="1900"/>
                </a:lnTo>
                <a:lnTo>
                  <a:pt x="10108" y="1535"/>
                </a:lnTo>
                <a:lnTo>
                  <a:pt x="9718" y="1194"/>
                </a:lnTo>
                <a:lnTo>
                  <a:pt x="9328" y="902"/>
                </a:lnTo>
                <a:lnTo>
                  <a:pt x="8914" y="634"/>
                </a:lnTo>
                <a:lnTo>
                  <a:pt x="8452" y="415"/>
                </a:lnTo>
                <a:lnTo>
                  <a:pt x="7964" y="244"/>
                </a:lnTo>
                <a:lnTo>
                  <a:pt x="7477" y="122"/>
                </a:lnTo>
                <a:lnTo>
                  <a:pt x="6966" y="25"/>
                </a:lnTo>
                <a:lnTo>
                  <a:pt x="6430" y="0"/>
                </a:lnTo>
                <a:lnTo>
                  <a:pt x="6430" y="0"/>
                </a:lnTo>
                <a:lnTo>
                  <a:pt x="5894" y="25"/>
                </a:lnTo>
                <a:lnTo>
                  <a:pt x="5383" y="122"/>
                </a:lnTo>
                <a:lnTo>
                  <a:pt x="4896" y="244"/>
                </a:lnTo>
                <a:lnTo>
                  <a:pt x="4409" y="415"/>
                </a:lnTo>
                <a:lnTo>
                  <a:pt x="3970" y="634"/>
                </a:lnTo>
                <a:lnTo>
                  <a:pt x="3532" y="902"/>
                </a:lnTo>
                <a:lnTo>
                  <a:pt x="3142" y="1194"/>
                </a:lnTo>
                <a:lnTo>
                  <a:pt x="2752" y="1535"/>
                </a:lnTo>
                <a:lnTo>
                  <a:pt x="2436" y="1900"/>
                </a:lnTo>
                <a:lnTo>
                  <a:pt x="2119" y="2290"/>
                </a:lnTo>
                <a:lnTo>
                  <a:pt x="1876" y="2728"/>
                </a:lnTo>
                <a:lnTo>
                  <a:pt x="1656" y="3167"/>
                </a:lnTo>
                <a:lnTo>
                  <a:pt x="1462" y="3654"/>
                </a:lnTo>
                <a:lnTo>
                  <a:pt x="1340" y="4141"/>
                </a:lnTo>
                <a:lnTo>
                  <a:pt x="1267" y="4677"/>
                </a:lnTo>
                <a:lnTo>
                  <a:pt x="1242" y="5188"/>
                </a:lnTo>
                <a:lnTo>
                  <a:pt x="1242" y="7526"/>
                </a:lnTo>
                <a:lnTo>
                  <a:pt x="487" y="7526"/>
                </a:lnTo>
                <a:lnTo>
                  <a:pt x="487" y="7526"/>
                </a:lnTo>
                <a:lnTo>
                  <a:pt x="390" y="7526"/>
                </a:lnTo>
                <a:lnTo>
                  <a:pt x="293" y="7551"/>
                </a:lnTo>
                <a:lnTo>
                  <a:pt x="220" y="7599"/>
                </a:lnTo>
                <a:lnTo>
                  <a:pt x="146" y="7648"/>
                </a:lnTo>
                <a:lnTo>
                  <a:pt x="73" y="7721"/>
                </a:lnTo>
                <a:lnTo>
                  <a:pt x="49" y="7818"/>
                </a:lnTo>
                <a:lnTo>
                  <a:pt x="0" y="7891"/>
                </a:lnTo>
                <a:lnTo>
                  <a:pt x="0" y="8013"/>
                </a:lnTo>
                <a:lnTo>
                  <a:pt x="0" y="18023"/>
                </a:lnTo>
                <a:lnTo>
                  <a:pt x="0" y="18023"/>
                </a:lnTo>
                <a:lnTo>
                  <a:pt x="0" y="18121"/>
                </a:lnTo>
                <a:lnTo>
                  <a:pt x="49" y="18218"/>
                </a:lnTo>
                <a:lnTo>
                  <a:pt x="73" y="18291"/>
                </a:lnTo>
                <a:lnTo>
                  <a:pt x="146" y="18364"/>
                </a:lnTo>
                <a:lnTo>
                  <a:pt x="220" y="18413"/>
                </a:lnTo>
                <a:lnTo>
                  <a:pt x="293" y="18462"/>
                </a:lnTo>
                <a:lnTo>
                  <a:pt x="390" y="18486"/>
                </a:lnTo>
                <a:lnTo>
                  <a:pt x="487" y="18510"/>
                </a:lnTo>
                <a:lnTo>
                  <a:pt x="12373" y="18510"/>
                </a:lnTo>
                <a:lnTo>
                  <a:pt x="12373" y="18510"/>
                </a:lnTo>
                <a:lnTo>
                  <a:pt x="12470" y="18486"/>
                </a:lnTo>
                <a:lnTo>
                  <a:pt x="12568" y="18462"/>
                </a:lnTo>
                <a:lnTo>
                  <a:pt x="12641" y="18413"/>
                </a:lnTo>
                <a:lnTo>
                  <a:pt x="12714" y="18364"/>
                </a:lnTo>
                <a:lnTo>
                  <a:pt x="12787" y="18291"/>
                </a:lnTo>
                <a:lnTo>
                  <a:pt x="12811" y="18218"/>
                </a:lnTo>
                <a:lnTo>
                  <a:pt x="12860" y="18121"/>
                </a:lnTo>
                <a:lnTo>
                  <a:pt x="12860" y="18023"/>
                </a:lnTo>
                <a:lnTo>
                  <a:pt x="12860" y="8013"/>
                </a:lnTo>
                <a:lnTo>
                  <a:pt x="12860" y="8013"/>
                </a:lnTo>
                <a:lnTo>
                  <a:pt x="12860" y="7891"/>
                </a:lnTo>
                <a:lnTo>
                  <a:pt x="12811" y="7818"/>
                </a:lnTo>
                <a:lnTo>
                  <a:pt x="12787" y="7721"/>
                </a:lnTo>
                <a:lnTo>
                  <a:pt x="12714" y="7648"/>
                </a:lnTo>
                <a:lnTo>
                  <a:pt x="12641" y="7599"/>
                </a:lnTo>
                <a:lnTo>
                  <a:pt x="12568" y="7551"/>
                </a:lnTo>
                <a:lnTo>
                  <a:pt x="12470" y="7526"/>
                </a:lnTo>
                <a:lnTo>
                  <a:pt x="12373" y="7526"/>
                </a:lnTo>
                <a:lnTo>
                  <a:pt x="12373" y="7526"/>
                </a:lnTo>
                <a:close/>
                <a:moveTo>
                  <a:pt x="2801" y="5188"/>
                </a:moveTo>
                <a:lnTo>
                  <a:pt x="2801" y="5188"/>
                </a:lnTo>
                <a:lnTo>
                  <a:pt x="2826" y="4823"/>
                </a:lnTo>
                <a:lnTo>
                  <a:pt x="2874" y="4457"/>
                </a:lnTo>
                <a:lnTo>
                  <a:pt x="2972" y="4116"/>
                </a:lnTo>
                <a:lnTo>
                  <a:pt x="3093" y="3775"/>
                </a:lnTo>
                <a:lnTo>
                  <a:pt x="3240" y="3459"/>
                </a:lnTo>
                <a:lnTo>
                  <a:pt x="3410" y="3167"/>
                </a:lnTo>
                <a:lnTo>
                  <a:pt x="3629" y="2874"/>
                </a:lnTo>
                <a:lnTo>
                  <a:pt x="3873" y="2631"/>
                </a:lnTo>
                <a:lnTo>
                  <a:pt x="4116" y="2387"/>
                </a:lnTo>
                <a:lnTo>
                  <a:pt x="4409" y="2192"/>
                </a:lnTo>
                <a:lnTo>
                  <a:pt x="4701" y="1998"/>
                </a:lnTo>
                <a:lnTo>
                  <a:pt x="5017" y="1851"/>
                </a:lnTo>
                <a:lnTo>
                  <a:pt x="5358" y="1730"/>
                </a:lnTo>
                <a:lnTo>
                  <a:pt x="5699" y="1632"/>
                </a:lnTo>
                <a:lnTo>
                  <a:pt x="6065" y="1584"/>
                </a:lnTo>
                <a:lnTo>
                  <a:pt x="6430" y="1559"/>
                </a:lnTo>
                <a:lnTo>
                  <a:pt x="6430" y="1559"/>
                </a:lnTo>
                <a:lnTo>
                  <a:pt x="6795" y="1584"/>
                </a:lnTo>
                <a:lnTo>
                  <a:pt x="7161" y="1632"/>
                </a:lnTo>
                <a:lnTo>
                  <a:pt x="7502" y="1730"/>
                </a:lnTo>
                <a:lnTo>
                  <a:pt x="7843" y="1851"/>
                </a:lnTo>
                <a:lnTo>
                  <a:pt x="8159" y="1998"/>
                </a:lnTo>
                <a:lnTo>
                  <a:pt x="8452" y="2192"/>
                </a:lnTo>
                <a:lnTo>
                  <a:pt x="8744" y="2387"/>
                </a:lnTo>
                <a:lnTo>
                  <a:pt x="8987" y="2631"/>
                </a:lnTo>
                <a:lnTo>
                  <a:pt x="9231" y="2874"/>
                </a:lnTo>
                <a:lnTo>
                  <a:pt x="9450" y="3167"/>
                </a:lnTo>
                <a:lnTo>
                  <a:pt x="9621" y="3459"/>
                </a:lnTo>
                <a:lnTo>
                  <a:pt x="9767" y="3775"/>
                </a:lnTo>
                <a:lnTo>
                  <a:pt x="9888" y="4116"/>
                </a:lnTo>
                <a:lnTo>
                  <a:pt x="9986" y="4457"/>
                </a:lnTo>
                <a:lnTo>
                  <a:pt x="10035" y="4823"/>
                </a:lnTo>
                <a:lnTo>
                  <a:pt x="10059" y="5188"/>
                </a:lnTo>
                <a:lnTo>
                  <a:pt x="10059" y="7526"/>
                </a:lnTo>
                <a:lnTo>
                  <a:pt x="2801" y="7526"/>
                </a:lnTo>
                <a:lnTo>
                  <a:pt x="2801" y="5188"/>
                </a:lnTo>
                <a:close/>
                <a:moveTo>
                  <a:pt x="7063" y="13225"/>
                </a:moveTo>
                <a:lnTo>
                  <a:pt x="7209" y="15052"/>
                </a:lnTo>
                <a:lnTo>
                  <a:pt x="5651" y="15052"/>
                </a:lnTo>
                <a:lnTo>
                  <a:pt x="5797" y="13225"/>
                </a:lnTo>
                <a:lnTo>
                  <a:pt x="5797" y="13225"/>
                </a:lnTo>
                <a:lnTo>
                  <a:pt x="5675" y="13152"/>
                </a:lnTo>
                <a:lnTo>
                  <a:pt x="5553" y="13030"/>
                </a:lnTo>
                <a:lnTo>
                  <a:pt x="5456" y="12933"/>
                </a:lnTo>
                <a:lnTo>
                  <a:pt x="5358" y="12787"/>
                </a:lnTo>
                <a:lnTo>
                  <a:pt x="5285" y="12665"/>
                </a:lnTo>
                <a:lnTo>
                  <a:pt x="5237" y="12495"/>
                </a:lnTo>
                <a:lnTo>
                  <a:pt x="5212" y="12348"/>
                </a:lnTo>
                <a:lnTo>
                  <a:pt x="5212" y="12178"/>
                </a:lnTo>
                <a:lnTo>
                  <a:pt x="5212" y="12178"/>
                </a:lnTo>
                <a:lnTo>
                  <a:pt x="5237" y="11934"/>
                </a:lnTo>
                <a:lnTo>
                  <a:pt x="5310" y="11715"/>
                </a:lnTo>
                <a:lnTo>
                  <a:pt x="5407" y="11496"/>
                </a:lnTo>
                <a:lnTo>
                  <a:pt x="5553" y="11326"/>
                </a:lnTo>
                <a:lnTo>
                  <a:pt x="5748" y="11179"/>
                </a:lnTo>
                <a:lnTo>
                  <a:pt x="5943" y="11058"/>
                </a:lnTo>
                <a:lnTo>
                  <a:pt x="6187" y="10985"/>
                </a:lnTo>
                <a:lnTo>
                  <a:pt x="6430" y="10960"/>
                </a:lnTo>
                <a:lnTo>
                  <a:pt x="6430" y="10960"/>
                </a:lnTo>
                <a:lnTo>
                  <a:pt x="6674" y="10985"/>
                </a:lnTo>
                <a:lnTo>
                  <a:pt x="6917" y="11058"/>
                </a:lnTo>
                <a:lnTo>
                  <a:pt x="7112" y="11179"/>
                </a:lnTo>
                <a:lnTo>
                  <a:pt x="7307" y="11326"/>
                </a:lnTo>
                <a:lnTo>
                  <a:pt x="7453" y="11496"/>
                </a:lnTo>
                <a:lnTo>
                  <a:pt x="7550" y="11715"/>
                </a:lnTo>
                <a:lnTo>
                  <a:pt x="7623" y="11934"/>
                </a:lnTo>
                <a:lnTo>
                  <a:pt x="7648" y="12178"/>
                </a:lnTo>
                <a:lnTo>
                  <a:pt x="7648" y="12178"/>
                </a:lnTo>
                <a:lnTo>
                  <a:pt x="7648" y="12348"/>
                </a:lnTo>
                <a:lnTo>
                  <a:pt x="7623" y="12495"/>
                </a:lnTo>
                <a:lnTo>
                  <a:pt x="7575" y="12665"/>
                </a:lnTo>
                <a:lnTo>
                  <a:pt x="7502" y="12787"/>
                </a:lnTo>
                <a:lnTo>
                  <a:pt x="7404" y="12933"/>
                </a:lnTo>
                <a:lnTo>
                  <a:pt x="7307" y="13030"/>
                </a:lnTo>
                <a:lnTo>
                  <a:pt x="7185" y="13152"/>
                </a:lnTo>
                <a:lnTo>
                  <a:pt x="7063" y="13225"/>
                </a:lnTo>
                <a:lnTo>
                  <a:pt x="7063" y="13225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342" name="Group 176"/>
          <p:cNvGrpSpPr/>
          <p:nvPr/>
        </p:nvGrpSpPr>
        <p:grpSpPr>
          <a:xfrm>
            <a:off x="898920" y="3252240"/>
            <a:ext cx="377280" cy="253440"/>
            <a:chOff x="898920" y="3252240"/>
            <a:chExt cx="377280" cy="253440"/>
          </a:xfrm>
        </p:grpSpPr>
        <p:sp>
          <p:nvSpPr>
            <p:cNvPr id="1343" name="CustomShape 177"/>
            <p:cNvSpPr/>
            <p:nvPr/>
          </p:nvSpPr>
          <p:spPr>
            <a:xfrm>
              <a:off x="898920" y="3252240"/>
              <a:ext cx="377280" cy="253440"/>
            </a:xfrm>
            <a:custGeom>
              <a:avLst/>
              <a:gdLst/>
              <a:ahLst/>
              <a:rect l="l" t="t" r="r" b="b"/>
              <a:pathLst>
                <a:path w="17975" h="12081">
                  <a:moveTo>
                    <a:pt x="17000" y="0"/>
                  </a:moveTo>
                  <a:lnTo>
                    <a:pt x="974" y="0"/>
                  </a:lnTo>
                  <a:lnTo>
                    <a:pt x="974" y="0"/>
                  </a:lnTo>
                  <a:lnTo>
                    <a:pt x="780" y="25"/>
                  </a:lnTo>
                  <a:lnTo>
                    <a:pt x="585" y="73"/>
                  </a:lnTo>
                  <a:lnTo>
                    <a:pt x="414" y="171"/>
                  </a:lnTo>
                  <a:lnTo>
                    <a:pt x="292" y="292"/>
                  </a:lnTo>
                  <a:lnTo>
                    <a:pt x="171" y="439"/>
                  </a:lnTo>
                  <a:lnTo>
                    <a:pt x="73" y="609"/>
                  </a:lnTo>
                  <a:lnTo>
                    <a:pt x="25" y="780"/>
                  </a:lnTo>
                  <a:lnTo>
                    <a:pt x="0" y="974"/>
                  </a:lnTo>
                  <a:lnTo>
                    <a:pt x="0" y="11106"/>
                  </a:lnTo>
                  <a:lnTo>
                    <a:pt x="0" y="11106"/>
                  </a:lnTo>
                  <a:lnTo>
                    <a:pt x="25" y="11301"/>
                  </a:lnTo>
                  <a:lnTo>
                    <a:pt x="73" y="11471"/>
                  </a:lnTo>
                  <a:lnTo>
                    <a:pt x="171" y="11642"/>
                  </a:lnTo>
                  <a:lnTo>
                    <a:pt x="292" y="11788"/>
                  </a:lnTo>
                  <a:lnTo>
                    <a:pt x="414" y="11910"/>
                  </a:lnTo>
                  <a:lnTo>
                    <a:pt x="585" y="12007"/>
                  </a:lnTo>
                  <a:lnTo>
                    <a:pt x="780" y="12056"/>
                  </a:lnTo>
                  <a:lnTo>
                    <a:pt x="974" y="12080"/>
                  </a:lnTo>
                  <a:lnTo>
                    <a:pt x="17000" y="12080"/>
                  </a:lnTo>
                  <a:lnTo>
                    <a:pt x="17000" y="12080"/>
                  </a:lnTo>
                  <a:lnTo>
                    <a:pt x="17195" y="12056"/>
                  </a:lnTo>
                  <a:lnTo>
                    <a:pt x="17390" y="12007"/>
                  </a:lnTo>
                  <a:lnTo>
                    <a:pt x="17560" y="11910"/>
                  </a:lnTo>
                  <a:lnTo>
                    <a:pt x="17682" y="11788"/>
                  </a:lnTo>
                  <a:lnTo>
                    <a:pt x="17804" y="11642"/>
                  </a:lnTo>
                  <a:lnTo>
                    <a:pt x="17901" y="11471"/>
                  </a:lnTo>
                  <a:lnTo>
                    <a:pt x="17950" y="11301"/>
                  </a:lnTo>
                  <a:lnTo>
                    <a:pt x="17974" y="11106"/>
                  </a:lnTo>
                  <a:lnTo>
                    <a:pt x="17974" y="974"/>
                  </a:lnTo>
                  <a:lnTo>
                    <a:pt x="17974" y="974"/>
                  </a:lnTo>
                  <a:lnTo>
                    <a:pt x="17950" y="780"/>
                  </a:lnTo>
                  <a:lnTo>
                    <a:pt x="17901" y="609"/>
                  </a:lnTo>
                  <a:lnTo>
                    <a:pt x="17804" y="439"/>
                  </a:lnTo>
                  <a:lnTo>
                    <a:pt x="17682" y="292"/>
                  </a:lnTo>
                  <a:lnTo>
                    <a:pt x="17560" y="171"/>
                  </a:lnTo>
                  <a:lnTo>
                    <a:pt x="17390" y="73"/>
                  </a:lnTo>
                  <a:lnTo>
                    <a:pt x="17195" y="25"/>
                  </a:lnTo>
                  <a:lnTo>
                    <a:pt x="17000" y="0"/>
                  </a:lnTo>
                  <a:lnTo>
                    <a:pt x="1700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44" name="CustomShape 178"/>
            <p:cNvSpPr/>
            <p:nvPr/>
          </p:nvSpPr>
          <p:spPr>
            <a:xfrm>
              <a:off x="898920" y="3317760"/>
              <a:ext cx="377280" cy="360"/>
            </a:xfrm>
            <a:custGeom>
              <a:avLst/>
              <a:gdLst/>
              <a:ahLst/>
              <a:rect l="l" t="t" r="r" b="b"/>
              <a:pathLst>
                <a:path w="17975" h="1">
                  <a:moveTo>
                    <a:pt x="17974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45" name="CustomShape 179"/>
            <p:cNvSpPr/>
            <p:nvPr/>
          </p:nvSpPr>
          <p:spPr>
            <a:xfrm>
              <a:off x="898920" y="3366360"/>
              <a:ext cx="377280" cy="360"/>
            </a:xfrm>
            <a:custGeom>
              <a:avLst/>
              <a:gdLst/>
              <a:ahLst/>
              <a:rect l="l" t="t" r="r" b="b"/>
              <a:pathLst>
                <a:path w="17975" h="1">
                  <a:moveTo>
                    <a:pt x="0" y="0"/>
                  </a:moveTo>
                  <a:lnTo>
                    <a:pt x="17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46" name="CustomShape 180"/>
            <p:cNvSpPr/>
            <p:nvPr/>
          </p:nvSpPr>
          <p:spPr>
            <a:xfrm>
              <a:off x="947520" y="3400560"/>
              <a:ext cx="135360" cy="360"/>
            </a:xfrm>
            <a:custGeom>
              <a:avLst/>
              <a:gdLst/>
              <a:ahLst/>
              <a:rect l="l" t="t" r="r" b="b"/>
              <a:pathLst>
                <a:path w="6455" h="1">
                  <a:moveTo>
                    <a:pt x="6455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47" name="CustomShape 181"/>
            <p:cNvSpPr/>
            <p:nvPr/>
          </p:nvSpPr>
          <p:spPr>
            <a:xfrm>
              <a:off x="947520" y="3434400"/>
              <a:ext cx="92160" cy="360"/>
            </a:xfrm>
            <a:custGeom>
              <a:avLst/>
              <a:gdLst/>
              <a:ahLst/>
              <a:rect l="l" t="t" r="r" b="b"/>
              <a:pathLst>
                <a:path w="4410" h="1">
                  <a:moveTo>
                    <a:pt x="4409" y="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48" name="CustomShape 182"/>
            <p:cNvSpPr/>
            <p:nvPr/>
          </p:nvSpPr>
          <p:spPr>
            <a:xfrm>
              <a:off x="1174680" y="3405600"/>
              <a:ext cx="51840" cy="33480"/>
            </a:xfrm>
            <a:custGeom>
              <a:avLst/>
              <a:gdLst/>
              <a:ahLst/>
              <a:rect l="l" t="t" r="r" b="b"/>
              <a:pathLst>
                <a:path w="2485" h="1609">
                  <a:moveTo>
                    <a:pt x="1998" y="1"/>
                  </a:move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5" y="390"/>
                  </a:lnTo>
                  <a:lnTo>
                    <a:pt x="0" y="488"/>
                  </a:lnTo>
                  <a:lnTo>
                    <a:pt x="0" y="1121"/>
                  </a:lnTo>
                  <a:lnTo>
                    <a:pt x="0" y="1121"/>
                  </a:lnTo>
                  <a:lnTo>
                    <a:pt x="25" y="1218"/>
                  </a:lnTo>
                  <a:lnTo>
                    <a:pt x="49" y="1316"/>
                  </a:lnTo>
                  <a:lnTo>
                    <a:pt x="98" y="1389"/>
                  </a:lnTo>
                  <a:lnTo>
                    <a:pt x="147" y="1462"/>
                  </a:lnTo>
                  <a:lnTo>
                    <a:pt x="220" y="1511"/>
                  </a:lnTo>
                  <a:lnTo>
                    <a:pt x="293" y="1559"/>
                  </a:lnTo>
                  <a:lnTo>
                    <a:pt x="390" y="1584"/>
                  </a:lnTo>
                  <a:lnTo>
                    <a:pt x="488" y="1608"/>
                  </a:lnTo>
                  <a:lnTo>
                    <a:pt x="1998" y="1608"/>
                  </a:lnTo>
                  <a:lnTo>
                    <a:pt x="1998" y="1608"/>
                  </a:lnTo>
                  <a:lnTo>
                    <a:pt x="2095" y="1584"/>
                  </a:lnTo>
                  <a:lnTo>
                    <a:pt x="2192" y="1559"/>
                  </a:lnTo>
                  <a:lnTo>
                    <a:pt x="2265" y="1511"/>
                  </a:lnTo>
                  <a:lnTo>
                    <a:pt x="2339" y="1462"/>
                  </a:lnTo>
                  <a:lnTo>
                    <a:pt x="2387" y="1389"/>
                  </a:lnTo>
                  <a:lnTo>
                    <a:pt x="2436" y="1316"/>
                  </a:lnTo>
                  <a:lnTo>
                    <a:pt x="2485" y="1218"/>
                  </a:lnTo>
                  <a:lnTo>
                    <a:pt x="2485" y="1121"/>
                  </a:lnTo>
                  <a:lnTo>
                    <a:pt x="2485" y="488"/>
                  </a:lnTo>
                  <a:lnTo>
                    <a:pt x="2485" y="488"/>
                  </a:lnTo>
                  <a:lnTo>
                    <a:pt x="2485" y="390"/>
                  </a:lnTo>
                  <a:lnTo>
                    <a:pt x="2436" y="293"/>
                  </a:lnTo>
                  <a:lnTo>
                    <a:pt x="2387" y="220"/>
                  </a:lnTo>
                  <a:lnTo>
                    <a:pt x="2339" y="147"/>
                  </a:lnTo>
                  <a:lnTo>
                    <a:pt x="2265" y="74"/>
                  </a:lnTo>
                  <a:lnTo>
                    <a:pt x="2192" y="25"/>
                  </a:lnTo>
                  <a:lnTo>
                    <a:pt x="2095" y="1"/>
                  </a:lnTo>
                  <a:lnTo>
                    <a:pt x="1998" y="1"/>
                  </a:lnTo>
                  <a:lnTo>
                    <a:pt x="1998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49" name="Group 183"/>
          <p:cNvGrpSpPr/>
          <p:nvPr/>
        </p:nvGrpSpPr>
        <p:grpSpPr>
          <a:xfrm>
            <a:off x="1469160" y="3232800"/>
            <a:ext cx="367200" cy="286560"/>
            <a:chOff x="1469160" y="3232800"/>
            <a:chExt cx="367200" cy="286560"/>
          </a:xfrm>
        </p:grpSpPr>
        <p:sp>
          <p:nvSpPr>
            <p:cNvPr id="1350" name="CustomShape 184"/>
            <p:cNvSpPr/>
            <p:nvPr/>
          </p:nvSpPr>
          <p:spPr>
            <a:xfrm>
              <a:off x="1741680" y="3475800"/>
              <a:ext cx="43560" cy="43560"/>
            </a:xfrm>
            <a:custGeom>
              <a:avLst/>
              <a:gdLst/>
              <a:ahLst/>
              <a:rect l="l" t="t" r="r" b="b"/>
              <a:pathLst>
                <a:path w="2096" h="2095">
                  <a:moveTo>
                    <a:pt x="1" y="1048"/>
                  </a:moveTo>
                  <a:lnTo>
                    <a:pt x="1" y="1048"/>
                  </a:lnTo>
                  <a:lnTo>
                    <a:pt x="25" y="828"/>
                  </a:lnTo>
                  <a:lnTo>
                    <a:pt x="74" y="634"/>
                  </a:lnTo>
                  <a:lnTo>
                    <a:pt x="171" y="439"/>
                  </a:lnTo>
                  <a:lnTo>
                    <a:pt x="317" y="293"/>
                  </a:lnTo>
                  <a:lnTo>
                    <a:pt x="463" y="171"/>
                  </a:lnTo>
                  <a:lnTo>
                    <a:pt x="634" y="73"/>
                  </a:lnTo>
                  <a:lnTo>
                    <a:pt x="829" y="0"/>
                  </a:lnTo>
                  <a:lnTo>
                    <a:pt x="1048" y="0"/>
                  </a:lnTo>
                  <a:lnTo>
                    <a:pt x="1048" y="0"/>
                  </a:lnTo>
                  <a:lnTo>
                    <a:pt x="1267" y="0"/>
                  </a:lnTo>
                  <a:lnTo>
                    <a:pt x="1462" y="73"/>
                  </a:lnTo>
                  <a:lnTo>
                    <a:pt x="1633" y="171"/>
                  </a:lnTo>
                  <a:lnTo>
                    <a:pt x="1779" y="293"/>
                  </a:lnTo>
                  <a:lnTo>
                    <a:pt x="1925" y="439"/>
                  </a:lnTo>
                  <a:lnTo>
                    <a:pt x="2022" y="634"/>
                  </a:lnTo>
                  <a:lnTo>
                    <a:pt x="2071" y="828"/>
                  </a:lnTo>
                  <a:lnTo>
                    <a:pt x="2095" y="1048"/>
                  </a:lnTo>
                  <a:lnTo>
                    <a:pt x="2095" y="1048"/>
                  </a:lnTo>
                  <a:lnTo>
                    <a:pt x="2071" y="1242"/>
                  </a:lnTo>
                  <a:lnTo>
                    <a:pt x="2022" y="1437"/>
                  </a:lnTo>
                  <a:lnTo>
                    <a:pt x="1925" y="1632"/>
                  </a:lnTo>
                  <a:lnTo>
                    <a:pt x="1779" y="1778"/>
                  </a:lnTo>
                  <a:lnTo>
                    <a:pt x="1633" y="1900"/>
                  </a:lnTo>
                  <a:lnTo>
                    <a:pt x="1462" y="1997"/>
                  </a:lnTo>
                  <a:lnTo>
                    <a:pt x="1267" y="2070"/>
                  </a:lnTo>
                  <a:lnTo>
                    <a:pt x="1048" y="2095"/>
                  </a:lnTo>
                  <a:lnTo>
                    <a:pt x="1048" y="2095"/>
                  </a:lnTo>
                  <a:lnTo>
                    <a:pt x="829" y="2070"/>
                  </a:lnTo>
                  <a:lnTo>
                    <a:pt x="634" y="1997"/>
                  </a:lnTo>
                  <a:lnTo>
                    <a:pt x="463" y="1900"/>
                  </a:lnTo>
                  <a:lnTo>
                    <a:pt x="317" y="1778"/>
                  </a:lnTo>
                  <a:lnTo>
                    <a:pt x="171" y="1632"/>
                  </a:lnTo>
                  <a:lnTo>
                    <a:pt x="74" y="1437"/>
                  </a:lnTo>
                  <a:lnTo>
                    <a:pt x="25" y="1242"/>
                  </a:lnTo>
                  <a:lnTo>
                    <a:pt x="1" y="1048"/>
                  </a:lnTo>
                  <a:lnTo>
                    <a:pt x="1" y="104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1" name="CustomShape 185"/>
            <p:cNvSpPr/>
            <p:nvPr/>
          </p:nvSpPr>
          <p:spPr>
            <a:xfrm>
              <a:off x="1563120" y="3475800"/>
              <a:ext cx="43560" cy="43560"/>
            </a:xfrm>
            <a:custGeom>
              <a:avLst/>
              <a:gdLst/>
              <a:ahLst/>
              <a:rect l="l" t="t" r="r" b="b"/>
              <a:pathLst>
                <a:path w="2096" h="2095">
                  <a:moveTo>
                    <a:pt x="1" y="1048"/>
                  </a:moveTo>
                  <a:lnTo>
                    <a:pt x="1" y="1048"/>
                  </a:lnTo>
                  <a:lnTo>
                    <a:pt x="25" y="828"/>
                  </a:lnTo>
                  <a:lnTo>
                    <a:pt x="74" y="634"/>
                  </a:lnTo>
                  <a:lnTo>
                    <a:pt x="171" y="439"/>
                  </a:lnTo>
                  <a:lnTo>
                    <a:pt x="317" y="293"/>
                  </a:lnTo>
                  <a:lnTo>
                    <a:pt x="464" y="171"/>
                  </a:lnTo>
                  <a:lnTo>
                    <a:pt x="634" y="73"/>
                  </a:lnTo>
                  <a:lnTo>
                    <a:pt x="829" y="0"/>
                  </a:lnTo>
                  <a:lnTo>
                    <a:pt x="1048" y="0"/>
                  </a:lnTo>
                  <a:lnTo>
                    <a:pt x="1048" y="0"/>
                  </a:lnTo>
                  <a:lnTo>
                    <a:pt x="1267" y="0"/>
                  </a:lnTo>
                  <a:lnTo>
                    <a:pt x="1462" y="73"/>
                  </a:lnTo>
                  <a:lnTo>
                    <a:pt x="1633" y="171"/>
                  </a:lnTo>
                  <a:lnTo>
                    <a:pt x="1779" y="293"/>
                  </a:lnTo>
                  <a:lnTo>
                    <a:pt x="1925" y="439"/>
                  </a:lnTo>
                  <a:lnTo>
                    <a:pt x="2022" y="634"/>
                  </a:lnTo>
                  <a:lnTo>
                    <a:pt x="2071" y="828"/>
                  </a:lnTo>
                  <a:lnTo>
                    <a:pt x="2095" y="1048"/>
                  </a:lnTo>
                  <a:lnTo>
                    <a:pt x="2095" y="1048"/>
                  </a:lnTo>
                  <a:lnTo>
                    <a:pt x="2071" y="1242"/>
                  </a:lnTo>
                  <a:lnTo>
                    <a:pt x="2022" y="1437"/>
                  </a:lnTo>
                  <a:lnTo>
                    <a:pt x="1925" y="1632"/>
                  </a:lnTo>
                  <a:lnTo>
                    <a:pt x="1779" y="1778"/>
                  </a:lnTo>
                  <a:lnTo>
                    <a:pt x="1633" y="1900"/>
                  </a:lnTo>
                  <a:lnTo>
                    <a:pt x="1462" y="1997"/>
                  </a:lnTo>
                  <a:lnTo>
                    <a:pt x="1267" y="2070"/>
                  </a:lnTo>
                  <a:lnTo>
                    <a:pt x="1048" y="2095"/>
                  </a:lnTo>
                  <a:lnTo>
                    <a:pt x="1048" y="2095"/>
                  </a:lnTo>
                  <a:lnTo>
                    <a:pt x="829" y="2070"/>
                  </a:lnTo>
                  <a:lnTo>
                    <a:pt x="634" y="1997"/>
                  </a:lnTo>
                  <a:lnTo>
                    <a:pt x="464" y="1900"/>
                  </a:lnTo>
                  <a:lnTo>
                    <a:pt x="317" y="1778"/>
                  </a:lnTo>
                  <a:lnTo>
                    <a:pt x="171" y="1632"/>
                  </a:lnTo>
                  <a:lnTo>
                    <a:pt x="74" y="1437"/>
                  </a:lnTo>
                  <a:lnTo>
                    <a:pt x="25" y="1242"/>
                  </a:lnTo>
                  <a:lnTo>
                    <a:pt x="1" y="1048"/>
                  </a:lnTo>
                  <a:lnTo>
                    <a:pt x="1" y="104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2" name="CustomShape 186"/>
            <p:cNvSpPr/>
            <p:nvPr/>
          </p:nvSpPr>
          <p:spPr>
            <a:xfrm>
              <a:off x="1469160" y="3232800"/>
              <a:ext cx="367200" cy="235080"/>
            </a:xfrm>
            <a:custGeom>
              <a:avLst/>
              <a:gdLst/>
              <a:ahLst/>
              <a:rect l="l" t="t" r="r" b="b"/>
              <a:pathLst>
                <a:path w="17488" h="11204">
                  <a:moveTo>
                    <a:pt x="14516" y="10912"/>
                  </a:moveTo>
                  <a:lnTo>
                    <a:pt x="5675" y="10912"/>
                  </a:lnTo>
                  <a:lnTo>
                    <a:pt x="6089" y="9889"/>
                  </a:lnTo>
                  <a:lnTo>
                    <a:pt x="6089" y="9889"/>
                  </a:lnTo>
                  <a:lnTo>
                    <a:pt x="6235" y="9913"/>
                  </a:lnTo>
                  <a:lnTo>
                    <a:pt x="6406" y="9913"/>
                  </a:lnTo>
                  <a:lnTo>
                    <a:pt x="13810" y="9231"/>
                  </a:lnTo>
                  <a:lnTo>
                    <a:pt x="13810" y="9231"/>
                  </a:lnTo>
                  <a:lnTo>
                    <a:pt x="13980" y="9207"/>
                  </a:lnTo>
                  <a:lnTo>
                    <a:pt x="14151" y="9134"/>
                  </a:lnTo>
                  <a:lnTo>
                    <a:pt x="14297" y="9061"/>
                  </a:lnTo>
                  <a:lnTo>
                    <a:pt x="14467" y="8963"/>
                  </a:lnTo>
                  <a:lnTo>
                    <a:pt x="14614" y="8866"/>
                  </a:lnTo>
                  <a:lnTo>
                    <a:pt x="14735" y="8744"/>
                  </a:lnTo>
                  <a:lnTo>
                    <a:pt x="14833" y="8598"/>
                  </a:lnTo>
                  <a:lnTo>
                    <a:pt x="14930" y="8452"/>
                  </a:lnTo>
                  <a:lnTo>
                    <a:pt x="17414" y="3142"/>
                  </a:lnTo>
                  <a:lnTo>
                    <a:pt x="17414" y="3142"/>
                  </a:lnTo>
                  <a:lnTo>
                    <a:pt x="17463" y="2996"/>
                  </a:lnTo>
                  <a:lnTo>
                    <a:pt x="17487" y="2875"/>
                  </a:lnTo>
                  <a:lnTo>
                    <a:pt x="17463" y="2753"/>
                  </a:lnTo>
                  <a:lnTo>
                    <a:pt x="17439" y="2631"/>
                  </a:lnTo>
                  <a:lnTo>
                    <a:pt x="17366" y="2558"/>
                  </a:lnTo>
                  <a:lnTo>
                    <a:pt x="17244" y="2485"/>
                  </a:lnTo>
                  <a:lnTo>
                    <a:pt x="17122" y="2436"/>
                  </a:lnTo>
                  <a:lnTo>
                    <a:pt x="16976" y="2412"/>
                  </a:lnTo>
                  <a:lnTo>
                    <a:pt x="4579" y="1998"/>
                  </a:lnTo>
                  <a:lnTo>
                    <a:pt x="4214" y="366"/>
                  </a:lnTo>
                  <a:lnTo>
                    <a:pt x="4214" y="366"/>
                  </a:lnTo>
                  <a:lnTo>
                    <a:pt x="4141" y="220"/>
                  </a:lnTo>
                  <a:lnTo>
                    <a:pt x="4043" y="98"/>
                  </a:lnTo>
                  <a:lnTo>
                    <a:pt x="3897" y="25"/>
                  </a:lnTo>
                  <a:lnTo>
                    <a:pt x="372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0" y="1"/>
                  </a:lnTo>
                  <a:lnTo>
                    <a:pt x="293" y="25"/>
                  </a:lnTo>
                  <a:lnTo>
                    <a:pt x="220" y="74"/>
                  </a:lnTo>
                  <a:lnTo>
                    <a:pt x="147" y="122"/>
                  </a:lnTo>
                  <a:lnTo>
                    <a:pt x="74" y="196"/>
                  </a:lnTo>
                  <a:lnTo>
                    <a:pt x="25" y="293"/>
                  </a:lnTo>
                  <a:lnTo>
                    <a:pt x="1" y="366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585"/>
                  </a:lnTo>
                  <a:lnTo>
                    <a:pt x="25" y="658"/>
                  </a:lnTo>
                  <a:lnTo>
                    <a:pt x="74" y="756"/>
                  </a:lnTo>
                  <a:lnTo>
                    <a:pt x="147" y="829"/>
                  </a:lnTo>
                  <a:lnTo>
                    <a:pt x="220" y="877"/>
                  </a:lnTo>
                  <a:lnTo>
                    <a:pt x="293" y="926"/>
                  </a:lnTo>
                  <a:lnTo>
                    <a:pt x="390" y="951"/>
                  </a:lnTo>
                  <a:lnTo>
                    <a:pt x="488" y="975"/>
                  </a:lnTo>
                  <a:lnTo>
                    <a:pt x="3337" y="975"/>
                  </a:lnTo>
                  <a:lnTo>
                    <a:pt x="5286" y="9256"/>
                  </a:lnTo>
                  <a:lnTo>
                    <a:pt x="4506" y="1120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3" name="CustomShape 187"/>
            <p:cNvSpPr/>
            <p:nvPr/>
          </p:nvSpPr>
          <p:spPr>
            <a:xfrm>
              <a:off x="1752840" y="3306240"/>
              <a:ext cx="40680" cy="90720"/>
            </a:xfrm>
            <a:custGeom>
              <a:avLst/>
              <a:gdLst/>
              <a:ahLst/>
              <a:rect l="l" t="t" r="r" b="b"/>
              <a:pathLst>
                <a:path w="1949" h="4336">
                  <a:moveTo>
                    <a:pt x="1" y="4336"/>
                  </a:moveTo>
                  <a:lnTo>
                    <a:pt x="1949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4" name="CustomShape 188"/>
            <p:cNvSpPr/>
            <p:nvPr/>
          </p:nvSpPr>
          <p:spPr>
            <a:xfrm>
              <a:off x="1723320" y="3305160"/>
              <a:ext cx="26640" cy="95400"/>
            </a:xfrm>
            <a:custGeom>
              <a:avLst/>
              <a:gdLst/>
              <a:ahLst/>
              <a:rect l="l" t="t" r="r" b="b"/>
              <a:pathLst>
                <a:path w="1292" h="4555">
                  <a:moveTo>
                    <a:pt x="1" y="4554"/>
                  </a:moveTo>
                  <a:lnTo>
                    <a:pt x="1292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5" name="CustomShape 189"/>
            <p:cNvSpPr/>
            <p:nvPr/>
          </p:nvSpPr>
          <p:spPr>
            <a:xfrm>
              <a:off x="1693800" y="3304440"/>
              <a:ext cx="12960" cy="100080"/>
            </a:xfrm>
            <a:custGeom>
              <a:avLst/>
              <a:gdLst/>
              <a:ahLst/>
              <a:rect l="l" t="t" r="r" b="b"/>
              <a:pathLst>
                <a:path w="634" h="4774">
                  <a:moveTo>
                    <a:pt x="0" y="4774"/>
                  </a:moveTo>
                  <a:lnTo>
                    <a:pt x="63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6" name="CustomShape 190"/>
            <p:cNvSpPr/>
            <p:nvPr/>
          </p:nvSpPr>
          <p:spPr>
            <a:xfrm>
              <a:off x="1663560" y="3302640"/>
              <a:ext cx="720" cy="105480"/>
            </a:xfrm>
            <a:custGeom>
              <a:avLst/>
              <a:gdLst/>
              <a:ahLst/>
              <a:rect l="l" t="t" r="r" b="b"/>
              <a:pathLst>
                <a:path w="50" h="5042">
                  <a:moveTo>
                    <a:pt x="49" y="5042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7" name="CustomShape 191"/>
            <p:cNvSpPr/>
            <p:nvPr/>
          </p:nvSpPr>
          <p:spPr>
            <a:xfrm>
              <a:off x="1620360" y="3301560"/>
              <a:ext cx="14040" cy="110160"/>
            </a:xfrm>
            <a:custGeom>
              <a:avLst/>
              <a:gdLst/>
              <a:ahLst/>
              <a:rect l="l" t="t" r="r" b="b"/>
              <a:pathLst>
                <a:path w="683" h="5262">
                  <a:moveTo>
                    <a:pt x="683" y="526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58" name="CustomShape 192"/>
            <p:cNvSpPr/>
            <p:nvPr/>
          </p:nvSpPr>
          <p:spPr>
            <a:xfrm>
              <a:off x="1576800" y="3300840"/>
              <a:ext cx="28440" cy="114840"/>
            </a:xfrm>
            <a:custGeom>
              <a:avLst/>
              <a:gdLst/>
              <a:ahLst/>
              <a:rect l="l" t="t" r="r" b="b"/>
              <a:pathLst>
                <a:path w="1365" h="5481">
                  <a:moveTo>
                    <a:pt x="1364" y="548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59" name="Group 193"/>
          <p:cNvGrpSpPr/>
          <p:nvPr/>
        </p:nvGrpSpPr>
        <p:grpSpPr>
          <a:xfrm>
            <a:off x="2037600" y="3228120"/>
            <a:ext cx="360000" cy="295200"/>
            <a:chOff x="2037600" y="3228120"/>
            <a:chExt cx="360000" cy="295200"/>
          </a:xfrm>
        </p:grpSpPr>
        <p:sp>
          <p:nvSpPr>
            <p:cNvPr id="1360" name="CustomShape 194"/>
            <p:cNvSpPr/>
            <p:nvPr/>
          </p:nvSpPr>
          <p:spPr>
            <a:xfrm>
              <a:off x="2037600" y="3228120"/>
              <a:ext cx="360000" cy="141480"/>
            </a:xfrm>
            <a:custGeom>
              <a:avLst/>
              <a:gdLst/>
              <a:ahLst/>
              <a:rect l="l" t="t" r="r" b="b"/>
              <a:pathLst>
                <a:path w="17147" h="6747">
                  <a:moveTo>
                    <a:pt x="16660" y="1876"/>
                  </a:moveTo>
                  <a:lnTo>
                    <a:pt x="11594" y="1876"/>
                  </a:lnTo>
                  <a:lnTo>
                    <a:pt x="11594" y="1462"/>
                  </a:lnTo>
                  <a:lnTo>
                    <a:pt x="11594" y="1462"/>
                  </a:lnTo>
                  <a:lnTo>
                    <a:pt x="11594" y="1316"/>
                  </a:lnTo>
                  <a:lnTo>
                    <a:pt x="11569" y="1170"/>
                  </a:lnTo>
                  <a:lnTo>
                    <a:pt x="11472" y="902"/>
                  </a:lnTo>
                  <a:lnTo>
                    <a:pt x="11350" y="658"/>
                  </a:lnTo>
                  <a:lnTo>
                    <a:pt x="11155" y="439"/>
                  </a:lnTo>
                  <a:lnTo>
                    <a:pt x="10961" y="268"/>
                  </a:lnTo>
                  <a:lnTo>
                    <a:pt x="10693" y="122"/>
                  </a:lnTo>
                  <a:lnTo>
                    <a:pt x="10425" y="49"/>
                  </a:lnTo>
                  <a:lnTo>
                    <a:pt x="10279" y="25"/>
                  </a:lnTo>
                  <a:lnTo>
                    <a:pt x="10133" y="1"/>
                  </a:lnTo>
                  <a:lnTo>
                    <a:pt x="7015" y="1"/>
                  </a:lnTo>
                  <a:lnTo>
                    <a:pt x="7015" y="1"/>
                  </a:lnTo>
                  <a:lnTo>
                    <a:pt x="6869" y="25"/>
                  </a:lnTo>
                  <a:lnTo>
                    <a:pt x="6723" y="49"/>
                  </a:lnTo>
                  <a:lnTo>
                    <a:pt x="6455" y="122"/>
                  </a:lnTo>
                  <a:lnTo>
                    <a:pt x="6187" y="268"/>
                  </a:lnTo>
                  <a:lnTo>
                    <a:pt x="5992" y="439"/>
                  </a:lnTo>
                  <a:lnTo>
                    <a:pt x="5797" y="658"/>
                  </a:lnTo>
                  <a:lnTo>
                    <a:pt x="5676" y="902"/>
                  </a:lnTo>
                  <a:lnTo>
                    <a:pt x="5578" y="1170"/>
                  </a:lnTo>
                  <a:lnTo>
                    <a:pt x="5554" y="1316"/>
                  </a:lnTo>
                  <a:lnTo>
                    <a:pt x="5554" y="1462"/>
                  </a:lnTo>
                  <a:lnTo>
                    <a:pt x="5554" y="1876"/>
                  </a:lnTo>
                  <a:lnTo>
                    <a:pt x="488" y="1876"/>
                  </a:lnTo>
                  <a:lnTo>
                    <a:pt x="488" y="1876"/>
                  </a:lnTo>
                  <a:lnTo>
                    <a:pt x="391" y="1876"/>
                  </a:lnTo>
                  <a:lnTo>
                    <a:pt x="293" y="1900"/>
                  </a:lnTo>
                  <a:lnTo>
                    <a:pt x="220" y="1949"/>
                  </a:lnTo>
                  <a:lnTo>
                    <a:pt x="147" y="2022"/>
                  </a:lnTo>
                  <a:lnTo>
                    <a:pt x="74" y="2071"/>
                  </a:lnTo>
                  <a:lnTo>
                    <a:pt x="50" y="2168"/>
                  </a:lnTo>
                  <a:lnTo>
                    <a:pt x="1" y="2266"/>
                  </a:lnTo>
                  <a:lnTo>
                    <a:pt x="1" y="2363"/>
                  </a:lnTo>
                  <a:lnTo>
                    <a:pt x="1" y="5773"/>
                  </a:lnTo>
                  <a:lnTo>
                    <a:pt x="1" y="5773"/>
                  </a:lnTo>
                  <a:lnTo>
                    <a:pt x="25" y="5967"/>
                  </a:lnTo>
                  <a:lnTo>
                    <a:pt x="74" y="6138"/>
                  </a:lnTo>
                  <a:lnTo>
                    <a:pt x="171" y="6308"/>
                  </a:lnTo>
                  <a:lnTo>
                    <a:pt x="293" y="6455"/>
                  </a:lnTo>
                  <a:lnTo>
                    <a:pt x="439" y="6576"/>
                  </a:lnTo>
                  <a:lnTo>
                    <a:pt x="585" y="6674"/>
                  </a:lnTo>
                  <a:lnTo>
                    <a:pt x="780" y="6722"/>
                  </a:lnTo>
                  <a:lnTo>
                    <a:pt x="975" y="6747"/>
                  </a:lnTo>
                  <a:lnTo>
                    <a:pt x="7721" y="6747"/>
                  </a:lnTo>
                  <a:lnTo>
                    <a:pt x="7721" y="6138"/>
                  </a:lnTo>
                  <a:lnTo>
                    <a:pt x="7721" y="6138"/>
                  </a:lnTo>
                  <a:lnTo>
                    <a:pt x="7746" y="6041"/>
                  </a:lnTo>
                  <a:lnTo>
                    <a:pt x="7770" y="5967"/>
                  </a:lnTo>
                  <a:lnTo>
                    <a:pt x="7819" y="5870"/>
                  </a:lnTo>
                  <a:lnTo>
                    <a:pt x="7868" y="5797"/>
                  </a:lnTo>
                  <a:lnTo>
                    <a:pt x="7941" y="5748"/>
                  </a:lnTo>
                  <a:lnTo>
                    <a:pt x="8038" y="5700"/>
                  </a:lnTo>
                  <a:lnTo>
                    <a:pt x="8111" y="5675"/>
                  </a:lnTo>
                  <a:lnTo>
                    <a:pt x="8209" y="5651"/>
                  </a:lnTo>
                  <a:lnTo>
                    <a:pt x="8939" y="5651"/>
                  </a:lnTo>
                  <a:lnTo>
                    <a:pt x="8939" y="5651"/>
                  </a:lnTo>
                  <a:lnTo>
                    <a:pt x="9037" y="5675"/>
                  </a:lnTo>
                  <a:lnTo>
                    <a:pt x="9110" y="5700"/>
                  </a:lnTo>
                  <a:lnTo>
                    <a:pt x="9207" y="5748"/>
                  </a:lnTo>
                  <a:lnTo>
                    <a:pt x="9280" y="5797"/>
                  </a:lnTo>
                  <a:lnTo>
                    <a:pt x="9329" y="5870"/>
                  </a:lnTo>
                  <a:lnTo>
                    <a:pt x="9378" y="5967"/>
                  </a:lnTo>
                  <a:lnTo>
                    <a:pt x="9402" y="6041"/>
                  </a:lnTo>
                  <a:lnTo>
                    <a:pt x="9426" y="6138"/>
                  </a:lnTo>
                  <a:lnTo>
                    <a:pt x="9426" y="6747"/>
                  </a:lnTo>
                  <a:lnTo>
                    <a:pt x="16173" y="6747"/>
                  </a:lnTo>
                  <a:lnTo>
                    <a:pt x="16173" y="6747"/>
                  </a:lnTo>
                  <a:lnTo>
                    <a:pt x="16367" y="6722"/>
                  </a:lnTo>
                  <a:lnTo>
                    <a:pt x="16562" y="6674"/>
                  </a:lnTo>
                  <a:lnTo>
                    <a:pt x="16708" y="6576"/>
                  </a:lnTo>
                  <a:lnTo>
                    <a:pt x="16855" y="6455"/>
                  </a:lnTo>
                  <a:lnTo>
                    <a:pt x="16976" y="6308"/>
                  </a:lnTo>
                  <a:lnTo>
                    <a:pt x="17074" y="6138"/>
                  </a:lnTo>
                  <a:lnTo>
                    <a:pt x="17122" y="5967"/>
                  </a:lnTo>
                  <a:lnTo>
                    <a:pt x="17147" y="5773"/>
                  </a:lnTo>
                  <a:lnTo>
                    <a:pt x="17147" y="2363"/>
                  </a:lnTo>
                  <a:lnTo>
                    <a:pt x="17147" y="2363"/>
                  </a:lnTo>
                  <a:lnTo>
                    <a:pt x="17147" y="2266"/>
                  </a:lnTo>
                  <a:lnTo>
                    <a:pt x="17098" y="2168"/>
                  </a:lnTo>
                  <a:lnTo>
                    <a:pt x="17074" y="2071"/>
                  </a:lnTo>
                  <a:lnTo>
                    <a:pt x="17001" y="2022"/>
                  </a:lnTo>
                  <a:lnTo>
                    <a:pt x="16928" y="1949"/>
                  </a:lnTo>
                  <a:lnTo>
                    <a:pt x="16855" y="1900"/>
                  </a:lnTo>
                  <a:lnTo>
                    <a:pt x="16757" y="1876"/>
                  </a:lnTo>
                  <a:lnTo>
                    <a:pt x="16660" y="1876"/>
                  </a:lnTo>
                  <a:lnTo>
                    <a:pt x="16660" y="1876"/>
                  </a:lnTo>
                  <a:close/>
                  <a:moveTo>
                    <a:pt x="10620" y="1876"/>
                  </a:moveTo>
                  <a:lnTo>
                    <a:pt x="6528" y="1876"/>
                  </a:lnTo>
                  <a:lnTo>
                    <a:pt x="6528" y="1462"/>
                  </a:lnTo>
                  <a:lnTo>
                    <a:pt x="6528" y="1462"/>
                  </a:lnTo>
                  <a:lnTo>
                    <a:pt x="6528" y="1364"/>
                  </a:lnTo>
                  <a:lnTo>
                    <a:pt x="6577" y="1291"/>
                  </a:lnTo>
                  <a:lnTo>
                    <a:pt x="6601" y="1194"/>
                  </a:lnTo>
                  <a:lnTo>
                    <a:pt x="6674" y="1121"/>
                  </a:lnTo>
                  <a:lnTo>
                    <a:pt x="6747" y="1072"/>
                  </a:lnTo>
                  <a:lnTo>
                    <a:pt x="6820" y="1023"/>
                  </a:lnTo>
                  <a:lnTo>
                    <a:pt x="6918" y="999"/>
                  </a:lnTo>
                  <a:lnTo>
                    <a:pt x="7015" y="975"/>
                  </a:lnTo>
                  <a:lnTo>
                    <a:pt x="10133" y="975"/>
                  </a:lnTo>
                  <a:lnTo>
                    <a:pt x="10133" y="975"/>
                  </a:lnTo>
                  <a:lnTo>
                    <a:pt x="10230" y="999"/>
                  </a:lnTo>
                  <a:lnTo>
                    <a:pt x="10327" y="1023"/>
                  </a:lnTo>
                  <a:lnTo>
                    <a:pt x="10400" y="1072"/>
                  </a:lnTo>
                  <a:lnTo>
                    <a:pt x="10474" y="1121"/>
                  </a:lnTo>
                  <a:lnTo>
                    <a:pt x="10547" y="1194"/>
                  </a:lnTo>
                  <a:lnTo>
                    <a:pt x="10571" y="1291"/>
                  </a:lnTo>
                  <a:lnTo>
                    <a:pt x="10620" y="1364"/>
                  </a:lnTo>
                  <a:lnTo>
                    <a:pt x="10620" y="1462"/>
                  </a:lnTo>
                  <a:lnTo>
                    <a:pt x="10620" y="187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61" name="CustomShape 195"/>
            <p:cNvSpPr/>
            <p:nvPr/>
          </p:nvSpPr>
          <p:spPr>
            <a:xfrm>
              <a:off x="2199600" y="3373920"/>
              <a:ext cx="35640" cy="19800"/>
            </a:xfrm>
            <a:custGeom>
              <a:avLst/>
              <a:gdLst/>
              <a:ahLst/>
              <a:rect l="l" t="t" r="r" b="b"/>
              <a:pathLst>
                <a:path w="1706" h="951">
                  <a:moveTo>
                    <a:pt x="1705" y="1"/>
                  </a:moveTo>
                  <a:lnTo>
                    <a:pt x="1705" y="463"/>
                  </a:lnTo>
                  <a:lnTo>
                    <a:pt x="1705" y="463"/>
                  </a:lnTo>
                  <a:lnTo>
                    <a:pt x="1681" y="561"/>
                  </a:lnTo>
                  <a:lnTo>
                    <a:pt x="1657" y="658"/>
                  </a:lnTo>
                  <a:lnTo>
                    <a:pt x="1608" y="756"/>
                  </a:lnTo>
                  <a:lnTo>
                    <a:pt x="1559" y="804"/>
                  </a:lnTo>
                  <a:lnTo>
                    <a:pt x="1486" y="877"/>
                  </a:lnTo>
                  <a:lnTo>
                    <a:pt x="1389" y="926"/>
                  </a:lnTo>
                  <a:lnTo>
                    <a:pt x="1316" y="951"/>
                  </a:lnTo>
                  <a:lnTo>
                    <a:pt x="1218" y="951"/>
                  </a:lnTo>
                  <a:lnTo>
                    <a:pt x="488" y="951"/>
                  </a:lnTo>
                  <a:lnTo>
                    <a:pt x="488" y="951"/>
                  </a:lnTo>
                  <a:lnTo>
                    <a:pt x="390" y="951"/>
                  </a:lnTo>
                  <a:lnTo>
                    <a:pt x="317" y="926"/>
                  </a:lnTo>
                  <a:lnTo>
                    <a:pt x="220" y="877"/>
                  </a:lnTo>
                  <a:lnTo>
                    <a:pt x="147" y="804"/>
                  </a:lnTo>
                  <a:lnTo>
                    <a:pt x="98" y="756"/>
                  </a:lnTo>
                  <a:lnTo>
                    <a:pt x="49" y="658"/>
                  </a:lnTo>
                  <a:lnTo>
                    <a:pt x="25" y="561"/>
                  </a:lnTo>
                  <a:lnTo>
                    <a:pt x="0" y="463"/>
                  </a:ln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62" name="CustomShape 196"/>
            <p:cNvSpPr/>
            <p:nvPr/>
          </p:nvSpPr>
          <p:spPr>
            <a:xfrm>
              <a:off x="2037600" y="3365640"/>
              <a:ext cx="360000" cy="157680"/>
            </a:xfrm>
            <a:custGeom>
              <a:avLst/>
              <a:gdLst/>
              <a:ahLst/>
              <a:rect l="l" t="t" r="r" b="b"/>
              <a:pathLst>
                <a:path w="17147" h="7527">
                  <a:moveTo>
                    <a:pt x="1" y="1"/>
                  </a:moveTo>
                  <a:lnTo>
                    <a:pt x="1" y="7040"/>
                  </a:lnTo>
                  <a:lnTo>
                    <a:pt x="1" y="7040"/>
                  </a:lnTo>
                  <a:lnTo>
                    <a:pt x="1" y="7137"/>
                  </a:lnTo>
                  <a:lnTo>
                    <a:pt x="50" y="7210"/>
                  </a:lnTo>
                  <a:lnTo>
                    <a:pt x="74" y="7307"/>
                  </a:lnTo>
                  <a:lnTo>
                    <a:pt x="147" y="7381"/>
                  </a:lnTo>
                  <a:lnTo>
                    <a:pt x="220" y="7429"/>
                  </a:lnTo>
                  <a:lnTo>
                    <a:pt x="293" y="7478"/>
                  </a:lnTo>
                  <a:lnTo>
                    <a:pt x="391" y="7502"/>
                  </a:lnTo>
                  <a:lnTo>
                    <a:pt x="488" y="7527"/>
                  </a:lnTo>
                  <a:lnTo>
                    <a:pt x="16660" y="7527"/>
                  </a:lnTo>
                  <a:lnTo>
                    <a:pt x="16660" y="7527"/>
                  </a:lnTo>
                  <a:lnTo>
                    <a:pt x="16757" y="7502"/>
                  </a:lnTo>
                  <a:lnTo>
                    <a:pt x="16855" y="7478"/>
                  </a:lnTo>
                  <a:lnTo>
                    <a:pt x="16928" y="7429"/>
                  </a:lnTo>
                  <a:lnTo>
                    <a:pt x="17001" y="7381"/>
                  </a:lnTo>
                  <a:lnTo>
                    <a:pt x="17074" y="7307"/>
                  </a:lnTo>
                  <a:lnTo>
                    <a:pt x="17098" y="7210"/>
                  </a:lnTo>
                  <a:lnTo>
                    <a:pt x="17147" y="7137"/>
                  </a:lnTo>
                  <a:lnTo>
                    <a:pt x="17147" y="7040"/>
                  </a:lnTo>
                  <a:lnTo>
                    <a:pt x="17147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63" name="Group 197"/>
          <p:cNvGrpSpPr/>
          <p:nvPr/>
        </p:nvGrpSpPr>
        <p:grpSpPr>
          <a:xfrm>
            <a:off x="2620080" y="3207600"/>
            <a:ext cx="333360" cy="328680"/>
            <a:chOff x="2620080" y="3207600"/>
            <a:chExt cx="333360" cy="328680"/>
          </a:xfrm>
        </p:grpSpPr>
        <p:sp>
          <p:nvSpPr>
            <p:cNvPr id="1364" name="CustomShape 198"/>
            <p:cNvSpPr/>
            <p:nvPr/>
          </p:nvSpPr>
          <p:spPr>
            <a:xfrm>
              <a:off x="2620080" y="3221280"/>
              <a:ext cx="315000" cy="315000"/>
            </a:xfrm>
            <a:custGeom>
              <a:avLst/>
              <a:gdLst/>
              <a:ahLst/>
              <a:rect l="l" t="t" r="r" b="b"/>
              <a:pathLst>
                <a:path w="15004" h="15004">
                  <a:moveTo>
                    <a:pt x="7502" y="1"/>
                  </a:moveTo>
                  <a:lnTo>
                    <a:pt x="7502" y="1"/>
                  </a:lnTo>
                  <a:lnTo>
                    <a:pt x="7112" y="1"/>
                  </a:lnTo>
                  <a:lnTo>
                    <a:pt x="6747" y="50"/>
                  </a:lnTo>
                  <a:lnTo>
                    <a:pt x="6357" y="98"/>
                  </a:lnTo>
                  <a:lnTo>
                    <a:pt x="5992" y="147"/>
                  </a:lnTo>
                  <a:lnTo>
                    <a:pt x="5627" y="244"/>
                  </a:lnTo>
                  <a:lnTo>
                    <a:pt x="5261" y="342"/>
                  </a:lnTo>
                  <a:lnTo>
                    <a:pt x="4921" y="464"/>
                  </a:lnTo>
                  <a:lnTo>
                    <a:pt x="4580" y="585"/>
                  </a:lnTo>
                  <a:lnTo>
                    <a:pt x="4239" y="732"/>
                  </a:lnTo>
                  <a:lnTo>
                    <a:pt x="3922" y="902"/>
                  </a:lnTo>
                  <a:lnTo>
                    <a:pt x="3605" y="1097"/>
                  </a:lnTo>
                  <a:lnTo>
                    <a:pt x="3313" y="1292"/>
                  </a:lnTo>
                  <a:lnTo>
                    <a:pt x="3021" y="1487"/>
                  </a:lnTo>
                  <a:lnTo>
                    <a:pt x="2729" y="1706"/>
                  </a:lnTo>
                  <a:lnTo>
                    <a:pt x="2461" y="1949"/>
                  </a:lnTo>
                  <a:lnTo>
                    <a:pt x="2193" y="2193"/>
                  </a:lnTo>
                  <a:lnTo>
                    <a:pt x="1949" y="2461"/>
                  </a:lnTo>
                  <a:lnTo>
                    <a:pt x="1706" y="2729"/>
                  </a:lnTo>
                  <a:lnTo>
                    <a:pt x="1486" y="3021"/>
                  </a:lnTo>
                  <a:lnTo>
                    <a:pt x="1292" y="3313"/>
                  </a:lnTo>
                  <a:lnTo>
                    <a:pt x="1097" y="3605"/>
                  </a:lnTo>
                  <a:lnTo>
                    <a:pt x="902" y="3922"/>
                  </a:lnTo>
                  <a:lnTo>
                    <a:pt x="731" y="4239"/>
                  </a:lnTo>
                  <a:lnTo>
                    <a:pt x="585" y="4580"/>
                  </a:lnTo>
                  <a:lnTo>
                    <a:pt x="464" y="4921"/>
                  </a:lnTo>
                  <a:lnTo>
                    <a:pt x="342" y="5262"/>
                  </a:lnTo>
                  <a:lnTo>
                    <a:pt x="244" y="5627"/>
                  </a:lnTo>
                  <a:lnTo>
                    <a:pt x="147" y="5992"/>
                  </a:lnTo>
                  <a:lnTo>
                    <a:pt x="98" y="6358"/>
                  </a:lnTo>
                  <a:lnTo>
                    <a:pt x="50" y="6747"/>
                  </a:lnTo>
                  <a:lnTo>
                    <a:pt x="1" y="7113"/>
                  </a:lnTo>
                  <a:lnTo>
                    <a:pt x="1" y="7502"/>
                  </a:lnTo>
                  <a:lnTo>
                    <a:pt x="1" y="7502"/>
                  </a:lnTo>
                  <a:lnTo>
                    <a:pt x="1" y="7892"/>
                  </a:lnTo>
                  <a:lnTo>
                    <a:pt x="50" y="8257"/>
                  </a:lnTo>
                  <a:lnTo>
                    <a:pt x="98" y="8647"/>
                  </a:lnTo>
                  <a:lnTo>
                    <a:pt x="147" y="9012"/>
                  </a:lnTo>
                  <a:lnTo>
                    <a:pt x="244" y="9378"/>
                  </a:lnTo>
                  <a:lnTo>
                    <a:pt x="342" y="9743"/>
                  </a:lnTo>
                  <a:lnTo>
                    <a:pt x="464" y="10084"/>
                  </a:lnTo>
                  <a:lnTo>
                    <a:pt x="585" y="10425"/>
                  </a:lnTo>
                  <a:lnTo>
                    <a:pt x="731" y="10766"/>
                  </a:lnTo>
                  <a:lnTo>
                    <a:pt x="902" y="11082"/>
                  </a:lnTo>
                  <a:lnTo>
                    <a:pt x="1097" y="11399"/>
                  </a:lnTo>
                  <a:lnTo>
                    <a:pt x="1292" y="11691"/>
                  </a:lnTo>
                  <a:lnTo>
                    <a:pt x="1486" y="11984"/>
                  </a:lnTo>
                  <a:lnTo>
                    <a:pt x="1706" y="12276"/>
                  </a:lnTo>
                  <a:lnTo>
                    <a:pt x="1949" y="12544"/>
                  </a:lnTo>
                  <a:lnTo>
                    <a:pt x="2193" y="12812"/>
                  </a:lnTo>
                  <a:lnTo>
                    <a:pt x="2461" y="13055"/>
                  </a:lnTo>
                  <a:lnTo>
                    <a:pt x="2729" y="13299"/>
                  </a:lnTo>
                  <a:lnTo>
                    <a:pt x="3021" y="13518"/>
                  </a:lnTo>
                  <a:lnTo>
                    <a:pt x="3313" y="13713"/>
                  </a:lnTo>
                  <a:lnTo>
                    <a:pt x="3605" y="13908"/>
                  </a:lnTo>
                  <a:lnTo>
                    <a:pt x="3922" y="14102"/>
                  </a:lnTo>
                  <a:lnTo>
                    <a:pt x="4239" y="14273"/>
                  </a:lnTo>
                  <a:lnTo>
                    <a:pt x="4580" y="14419"/>
                  </a:lnTo>
                  <a:lnTo>
                    <a:pt x="4921" y="14541"/>
                  </a:lnTo>
                  <a:lnTo>
                    <a:pt x="5261" y="14663"/>
                  </a:lnTo>
                  <a:lnTo>
                    <a:pt x="5627" y="14760"/>
                  </a:lnTo>
                  <a:lnTo>
                    <a:pt x="5992" y="14857"/>
                  </a:lnTo>
                  <a:lnTo>
                    <a:pt x="6357" y="14906"/>
                  </a:lnTo>
                  <a:lnTo>
                    <a:pt x="6747" y="14955"/>
                  </a:lnTo>
                  <a:lnTo>
                    <a:pt x="7112" y="15004"/>
                  </a:lnTo>
                  <a:lnTo>
                    <a:pt x="7502" y="15004"/>
                  </a:lnTo>
                  <a:lnTo>
                    <a:pt x="7502" y="15004"/>
                  </a:lnTo>
                  <a:lnTo>
                    <a:pt x="7892" y="15004"/>
                  </a:lnTo>
                  <a:lnTo>
                    <a:pt x="8257" y="14955"/>
                  </a:lnTo>
                  <a:lnTo>
                    <a:pt x="8647" y="14906"/>
                  </a:lnTo>
                  <a:lnTo>
                    <a:pt x="9012" y="14857"/>
                  </a:lnTo>
                  <a:lnTo>
                    <a:pt x="9377" y="14760"/>
                  </a:lnTo>
                  <a:lnTo>
                    <a:pt x="9743" y="14663"/>
                  </a:lnTo>
                  <a:lnTo>
                    <a:pt x="10084" y="14541"/>
                  </a:lnTo>
                  <a:lnTo>
                    <a:pt x="10425" y="14419"/>
                  </a:lnTo>
                  <a:lnTo>
                    <a:pt x="10766" y="14273"/>
                  </a:lnTo>
                  <a:lnTo>
                    <a:pt x="11082" y="14102"/>
                  </a:lnTo>
                  <a:lnTo>
                    <a:pt x="11399" y="13908"/>
                  </a:lnTo>
                  <a:lnTo>
                    <a:pt x="11691" y="13713"/>
                  </a:lnTo>
                  <a:lnTo>
                    <a:pt x="11983" y="13518"/>
                  </a:lnTo>
                  <a:lnTo>
                    <a:pt x="12276" y="13299"/>
                  </a:lnTo>
                  <a:lnTo>
                    <a:pt x="12544" y="13055"/>
                  </a:lnTo>
                  <a:lnTo>
                    <a:pt x="12812" y="12812"/>
                  </a:lnTo>
                  <a:lnTo>
                    <a:pt x="13055" y="12544"/>
                  </a:lnTo>
                  <a:lnTo>
                    <a:pt x="13299" y="12276"/>
                  </a:lnTo>
                  <a:lnTo>
                    <a:pt x="13518" y="11984"/>
                  </a:lnTo>
                  <a:lnTo>
                    <a:pt x="13713" y="11691"/>
                  </a:lnTo>
                  <a:lnTo>
                    <a:pt x="13907" y="11399"/>
                  </a:lnTo>
                  <a:lnTo>
                    <a:pt x="14102" y="11082"/>
                  </a:lnTo>
                  <a:lnTo>
                    <a:pt x="14273" y="10766"/>
                  </a:lnTo>
                  <a:lnTo>
                    <a:pt x="14419" y="10425"/>
                  </a:lnTo>
                  <a:lnTo>
                    <a:pt x="14541" y="10084"/>
                  </a:lnTo>
                  <a:lnTo>
                    <a:pt x="14662" y="9743"/>
                  </a:lnTo>
                  <a:lnTo>
                    <a:pt x="14760" y="9378"/>
                  </a:lnTo>
                  <a:lnTo>
                    <a:pt x="14857" y="9012"/>
                  </a:lnTo>
                  <a:lnTo>
                    <a:pt x="14906" y="8647"/>
                  </a:lnTo>
                  <a:lnTo>
                    <a:pt x="14955" y="8257"/>
                  </a:lnTo>
                  <a:lnTo>
                    <a:pt x="15003" y="7892"/>
                  </a:lnTo>
                  <a:lnTo>
                    <a:pt x="15003" y="7502"/>
                  </a:lnTo>
                  <a:lnTo>
                    <a:pt x="7502" y="7502"/>
                  </a:lnTo>
                  <a:lnTo>
                    <a:pt x="7502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65" name="CustomShape 199"/>
            <p:cNvSpPr/>
            <p:nvPr/>
          </p:nvSpPr>
          <p:spPr>
            <a:xfrm>
              <a:off x="2797920" y="3207600"/>
              <a:ext cx="110160" cy="128520"/>
            </a:xfrm>
            <a:custGeom>
              <a:avLst/>
              <a:gdLst/>
              <a:ahLst/>
              <a:rect l="l" t="t" r="r" b="b"/>
              <a:pathLst>
                <a:path w="5261" h="6138">
                  <a:moveTo>
                    <a:pt x="0" y="0"/>
                  </a:moveTo>
                  <a:lnTo>
                    <a:pt x="0" y="0"/>
                  </a:lnTo>
                  <a:lnTo>
                    <a:pt x="390" y="25"/>
                  </a:lnTo>
                  <a:lnTo>
                    <a:pt x="780" y="98"/>
                  </a:lnTo>
                  <a:lnTo>
                    <a:pt x="1169" y="171"/>
                  </a:lnTo>
                  <a:lnTo>
                    <a:pt x="1559" y="268"/>
                  </a:lnTo>
                  <a:lnTo>
                    <a:pt x="1924" y="414"/>
                  </a:lnTo>
                  <a:lnTo>
                    <a:pt x="2314" y="560"/>
                  </a:lnTo>
                  <a:lnTo>
                    <a:pt x="2655" y="731"/>
                  </a:lnTo>
                  <a:lnTo>
                    <a:pt x="3020" y="901"/>
                  </a:lnTo>
                  <a:lnTo>
                    <a:pt x="3020" y="901"/>
                  </a:lnTo>
                  <a:lnTo>
                    <a:pt x="3337" y="1121"/>
                  </a:lnTo>
                  <a:lnTo>
                    <a:pt x="3654" y="1340"/>
                  </a:lnTo>
                  <a:lnTo>
                    <a:pt x="3946" y="1559"/>
                  </a:lnTo>
                  <a:lnTo>
                    <a:pt x="4238" y="1803"/>
                  </a:lnTo>
                  <a:lnTo>
                    <a:pt x="4530" y="2070"/>
                  </a:lnTo>
                  <a:lnTo>
                    <a:pt x="4774" y="2363"/>
                  </a:lnTo>
                  <a:lnTo>
                    <a:pt x="5017" y="2655"/>
                  </a:lnTo>
                  <a:lnTo>
                    <a:pt x="5261" y="2972"/>
                  </a:lnTo>
                  <a:lnTo>
                    <a:pt x="0" y="61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66" name="CustomShape 200"/>
            <p:cNvSpPr/>
            <p:nvPr/>
          </p:nvSpPr>
          <p:spPr>
            <a:xfrm>
              <a:off x="2796120" y="3279240"/>
              <a:ext cx="157320" cy="81000"/>
            </a:xfrm>
            <a:custGeom>
              <a:avLst/>
              <a:gdLst/>
              <a:ahLst/>
              <a:rect l="l" t="t" r="r" b="b"/>
              <a:pathLst>
                <a:path w="7503" h="3873">
                  <a:moveTo>
                    <a:pt x="6431" y="0"/>
                  </a:moveTo>
                  <a:lnTo>
                    <a:pt x="1" y="3872"/>
                  </a:lnTo>
                  <a:lnTo>
                    <a:pt x="7502" y="3872"/>
                  </a:lnTo>
                  <a:lnTo>
                    <a:pt x="7502" y="3872"/>
                  </a:lnTo>
                  <a:lnTo>
                    <a:pt x="7478" y="3337"/>
                  </a:lnTo>
                  <a:lnTo>
                    <a:pt x="7429" y="2825"/>
                  </a:lnTo>
                  <a:lnTo>
                    <a:pt x="7332" y="2314"/>
                  </a:lnTo>
                  <a:lnTo>
                    <a:pt x="7210" y="1827"/>
                  </a:lnTo>
                  <a:lnTo>
                    <a:pt x="7064" y="1340"/>
                  </a:lnTo>
                  <a:lnTo>
                    <a:pt x="6893" y="877"/>
                  </a:lnTo>
                  <a:lnTo>
                    <a:pt x="6674" y="438"/>
                  </a:lnTo>
                  <a:lnTo>
                    <a:pt x="6431" y="0"/>
                  </a:lnTo>
                  <a:lnTo>
                    <a:pt x="6431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67" name="Group 201"/>
          <p:cNvGrpSpPr/>
          <p:nvPr/>
        </p:nvGrpSpPr>
        <p:grpSpPr>
          <a:xfrm>
            <a:off x="3157920" y="3250080"/>
            <a:ext cx="369000" cy="267840"/>
            <a:chOff x="3157920" y="3250080"/>
            <a:chExt cx="369000" cy="267840"/>
          </a:xfrm>
        </p:grpSpPr>
        <p:sp>
          <p:nvSpPr>
            <p:cNvPr id="1368" name="CustomShape 202"/>
            <p:cNvSpPr/>
            <p:nvPr/>
          </p:nvSpPr>
          <p:spPr>
            <a:xfrm>
              <a:off x="3157920" y="3250080"/>
              <a:ext cx="369000" cy="267840"/>
            </a:xfrm>
            <a:custGeom>
              <a:avLst/>
              <a:gdLst/>
              <a:ahLst/>
              <a:rect l="l" t="t" r="r" b="b"/>
              <a:pathLst>
                <a:path w="17586" h="12763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3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69" name="CustomShape 203"/>
            <p:cNvSpPr/>
            <p:nvPr/>
          </p:nvSpPr>
          <p:spPr>
            <a:xfrm>
              <a:off x="3189600" y="3374280"/>
              <a:ext cx="64800" cy="111240"/>
            </a:xfrm>
            <a:custGeom>
              <a:avLst/>
              <a:gdLst/>
              <a:ah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70" name="CustomShape 204"/>
            <p:cNvSpPr/>
            <p:nvPr/>
          </p:nvSpPr>
          <p:spPr>
            <a:xfrm>
              <a:off x="3448800" y="3374280"/>
              <a:ext cx="64800" cy="111240"/>
            </a:xfrm>
            <a:custGeom>
              <a:avLst/>
              <a:gdLst/>
              <a:ahLst/>
              <a:rect l="l" t="t" r="r" b="b"/>
              <a:pathLst>
                <a:path w="3094" h="5310">
                  <a:moveTo>
                    <a:pt x="3094" y="530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0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5309"/>
                  </a:lnTo>
                  <a:lnTo>
                    <a:pt x="3094" y="530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71" name="CustomShape 205"/>
            <p:cNvSpPr/>
            <p:nvPr/>
          </p:nvSpPr>
          <p:spPr>
            <a:xfrm>
              <a:off x="3276000" y="3251520"/>
              <a:ext cx="64800" cy="234000"/>
            </a:xfrm>
            <a:custGeom>
              <a:avLst/>
              <a:gdLst/>
              <a:ahLst/>
              <a:rect l="l" t="t" r="r" b="b"/>
              <a:pathLst>
                <a:path w="3094" h="11156">
                  <a:moveTo>
                    <a:pt x="3094" y="11155"/>
                  </a:moveTo>
                  <a:lnTo>
                    <a:pt x="3094" y="488"/>
                  </a:lnTo>
                  <a:lnTo>
                    <a:pt x="3094" y="488"/>
                  </a:lnTo>
                  <a:lnTo>
                    <a:pt x="3094" y="391"/>
                  </a:lnTo>
                  <a:lnTo>
                    <a:pt x="3070" y="293"/>
                  </a:lnTo>
                  <a:lnTo>
                    <a:pt x="3021" y="220"/>
                  </a:lnTo>
                  <a:lnTo>
                    <a:pt x="2948" y="147"/>
                  </a:lnTo>
                  <a:lnTo>
                    <a:pt x="2899" y="98"/>
                  </a:lnTo>
                  <a:lnTo>
                    <a:pt x="2802" y="50"/>
                  </a:lnTo>
                  <a:lnTo>
                    <a:pt x="2704" y="25"/>
                  </a:lnTo>
                  <a:lnTo>
                    <a:pt x="2607" y="1"/>
                  </a:lnTo>
                  <a:lnTo>
                    <a:pt x="488" y="1"/>
                  </a:lnTo>
                  <a:lnTo>
                    <a:pt x="488" y="1"/>
                  </a:lnTo>
                  <a:lnTo>
                    <a:pt x="391" y="25"/>
                  </a:lnTo>
                  <a:lnTo>
                    <a:pt x="293" y="50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11155"/>
                  </a:lnTo>
                  <a:lnTo>
                    <a:pt x="3094" y="111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72" name="CustomShape 206"/>
            <p:cNvSpPr/>
            <p:nvPr/>
          </p:nvSpPr>
          <p:spPr>
            <a:xfrm>
              <a:off x="3362400" y="3310920"/>
              <a:ext cx="64800" cy="174600"/>
            </a:xfrm>
            <a:custGeom>
              <a:avLst/>
              <a:gdLst/>
              <a:ahLst/>
              <a:rect l="l" t="t" r="r" b="b"/>
              <a:pathLst>
                <a:path w="3094" h="8330">
                  <a:moveTo>
                    <a:pt x="3094" y="8329"/>
                  </a:moveTo>
                  <a:lnTo>
                    <a:pt x="3094" y="487"/>
                  </a:lnTo>
                  <a:lnTo>
                    <a:pt x="3094" y="487"/>
                  </a:lnTo>
                  <a:lnTo>
                    <a:pt x="3094" y="390"/>
                  </a:lnTo>
                  <a:lnTo>
                    <a:pt x="3070" y="292"/>
                  </a:lnTo>
                  <a:lnTo>
                    <a:pt x="3021" y="219"/>
                  </a:lnTo>
                  <a:lnTo>
                    <a:pt x="2948" y="146"/>
                  </a:lnTo>
                  <a:lnTo>
                    <a:pt x="2899" y="97"/>
                  </a:lnTo>
                  <a:lnTo>
                    <a:pt x="2802" y="49"/>
                  </a:lnTo>
                  <a:lnTo>
                    <a:pt x="2704" y="24"/>
                  </a:lnTo>
                  <a:lnTo>
                    <a:pt x="2607" y="0"/>
                  </a:lnTo>
                  <a:lnTo>
                    <a:pt x="488" y="0"/>
                  </a:lnTo>
                  <a:lnTo>
                    <a:pt x="488" y="0"/>
                  </a:lnTo>
                  <a:lnTo>
                    <a:pt x="391" y="24"/>
                  </a:lnTo>
                  <a:lnTo>
                    <a:pt x="293" y="49"/>
                  </a:lnTo>
                  <a:lnTo>
                    <a:pt x="220" y="97"/>
                  </a:lnTo>
                  <a:lnTo>
                    <a:pt x="147" y="146"/>
                  </a:lnTo>
                  <a:lnTo>
                    <a:pt x="74" y="219"/>
                  </a:lnTo>
                  <a:lnTo>
                    <a:pt x="50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8329"/>
                  </a:lnTo>
                  <a:lnTo>
                    <a:pt x="3094" y="832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73" name="Group 207"/>
          <p:cNvGrpSpPr/>
          <p:nvPr/>
        </p:nvGrpSpPr>
        <p:grpSpPr>
          <a:xfrm>
            <a:off x="3722760" y="3250080"/>
            <a:ext cx="369000" cy="267840"/>
            <a:chOff x="3722760" y="3250080"/>
            <a:chExt cx="369000" cy="267840"/>
          </a:xfrm>
        </p:grpSpPr>
        <p:sp>
          <p:nvSpPr>
            <p:cNvPr id="1374" name="CustomShape 208"/>
            <p:cNvSpPr/>
            <p:nvPr/>
          </p:nvSpPr>
          <p:spPr>
            <a:xfrm>
              <a:off x="3722760" y="3250080"/>
              <a:ext cx="369000" cy="267840"/>
            </a:xfrm>
            <a:custGeom>
              <a:avLst/>
              <a:gdLst/>
              <a:ahLst/>
              <a:rect l="l" t="t" r="r" b="b"/>
              <a:pathLst>
                <a:path w="17585" h="12763">
                  <a:moveTo>
                    <a:pt x="1" y="1"/>
                  </a:moveTo>
                  <a:lnTo>
                    <a:pt x="1" y="12276"/>
                  </a:lnTo>
                  <a:lnTo>
                    <a:pt x="1" y="12276"/>
                  </a:lnTo>
                  <a:lnTo>
                    <a:pt x="1" y="12373"/>
                  </a:lnTo>
                  <a:lnTo>
                    <a:pt x="25" y="12471"/>
                  </a:lnTo>
                  <a:lnTo>
                    <a:pt x="74" y="12544"/>
                  </a:lnTo>
                  <a:lnTo>
                    <a:pt x="122" y="12617"/>
                  </a:lnTo>
                  <a:lnTo>
                    <a:pt x="196" y="12690"/>
                  </a:lnTo>
                  <a:lnTo>
                    <a:pt x="293" y="12714"/>
                  </a:lnTo>
                  <a:lnTo>
                    <a:pt x="366" y="12763"/>
                  </a:lnTo>
                  <a:lnTo>
                    <a:pt x="488" y="12763"/>
                  </a:lnTo>
                  <a:lnTo>
                    <a:pt x="17585" y="127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75" name="CustomShape 209"/>
            <p:cNvSpPr/>
            <p:nvPr/>
          </p:nvSpPr>
          <p:spPr>
            <a:xfrm>
              <a:off x="3758760" y="3289320"/>
              <a:ext cx="297360" cy="179280"/>
            </a:xfrm>
            <a:custGeom>
              <a:avLst/>
              <a:gdLst/>
              <a:ahLst/>
              <a:rect l="l" t="t" r="r" b="b"/>
              <a:pathLst>
                <a:path w="14176" h="8549">
                  <a:moveTo>
                    <a:pt x="1" y="8549"/>
                  </a:moveTo>
                  <a:lnTo>
                    <a:pt x="3654" y="4408"/>
                  </a:lnTo>
                  <a:lnTo>
                    <a:pt x="5821" y="5699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85" y="1924"/>
                  </a:lnTo>
                  <a:lnTo>
                    <a:pt x="9061" y="1924"/>
                  </a:lnTo>
                  <a:lnTo>
                    <a:pt x="9085" y="1924"/>
                  </a:lnTo>
                  <a:lnTo>
                    <a:pt x="10571" y="3337"/>
                  </a:lnTo>
                  <a:lnTo>
                    <a:pt x="1417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76" name="Group 210"/>
          <p:cNvGrpSpPr/>
          <p:nvPr/>
        </p:nvGrpSpPr>
        <p:grpSpPr>
          <a:xfrm>
            <a:off x="4300920" y="3222360"/>
            <a:ext cx="352800" cy="313560"/>
            <a:chOff x="4300920" y="3222360"/>
            <a:chExt cx="352800" cy="313560"/>
          </a:xfrm>
        </p:grpSpPr>
        <p:sp>
          <p:nvSpPr>
            <p:cNvPr id="1377" name="CustomShape 211"/>
            <p:cNvSpPr/>
            <p:nvPr/>
          </p:nvSpPr>
          <p:spPr>
            <a:xfrm>
              <a:off x="4300920" y="3243240"/>
              <a:ext cx="352800" cy="223920"/>
            </a:xfrm>
            <a:custGeom>
              <a:avLst/>
              <a:gdLst/>
              <a:ahLst/>
              <a:rect l="l" t="t" r="r" b="b"/>
              <a:pathLst>
                <a:path w="16806" h="10668">
                  <a:moveTo>
                    <a:pt x="16319" y="0"/>
                  </a:moveTo>
                  <a:lnTo>
                    <a:pt x="488" y="0"/>
                  </a:lnTo>
                  <a:lnTo>
                    <a:pt x="488" y="0"/>
                  </a:lnTo>
                  <a:lnTo>
                    <a:pt x="390" y="0"/>
                  </a:lnTo>
                  <a:lnTo>
                    <a:pt x="293" y="25"/>
                  </a:lnTo>
                  <a:lnTo>
                    <a:pt x="196" y="73"/>
                  </a:lnTo>
                  <a:lnTo>
                    <a:pt x="123" y="146"/>
                  </a:lnTo>
                  <a:lnTo>
                    <a:pt x="74" y="219"/>
                  </a:lnTo>
                  <a:lnTo>
                    <a:pt x="25" y="292"/>
                  </a:lnTo>
                  <a:lnTo>
                    <a:pt x="1" y="390"/>
                  </a:lnTo>
                  <a:lnTo>
                    <a:pt x="1" y="487"/>
                  </a:lnTo>
                  <a:lnTo>
                    <a:pt x="1" y="10181"/>
                  </a:lnTo>
                  <a:lnTo>
                    <a:pt x="1" y="10181"/>
                  </a:lnTo>
                  <a:lnTo>
                    <a:pt x="1" y="10278"/>
                  </a:lnTo>
                  <a:lnTo>
                    <a:pt x="25" y="10375"/>
                  </a:lnTo>
                  <a:lnTo>
                    <a:pt x="74" y="10448"/>
                  </a:lnTo>
                  <a:lnTo>
                    <a:pt x="123" y="10522"/>
                  </a:lnTo>
                  <a:lnTo>
                    <a:pt x="196" y="10570"/>
                  </a:lnTo>
                  <a:lnTo>
                    <a:pt x="293" y="10619"/>
                  </a:lnTo>
                  <a:lnTo>
                    <a:pt x="390" y="10643"/>
                  </a:lnTo>
                  <a:lnTo>
                    <a:pt x="488" y="10668"/>
                  </a:lnTo>
                  <a:lnTo>
                    <a:pt x="16319" y="10668"/>
                  </a:lnTo>
                  <a:lnTo>
                    <a:pt x="16319" y="10668"/>
                  </a:lnTo>
                  <a:lnTo>
                    <a:pt x="16416" y="10643"/>
                  </a:lnTo>
                  <a:lnTo>
                    <a:pt x="16513" y="10619"/>
                  </a:lnTo>
                  <a:lnTo>
                    <a:pt x="16611" y="10570"/>
                  </a:lnTo>
                  <a:lnTo>
                    <a:pt x="16684" y="10522"/>
                  </a:lnTo>
                  <a:lnTo>
                    <a:pt x="16733" y="10448"/>
                  </a:lnTo>
                  <a:lnTo>
                    <a:pt x="16781" y="10375"/>
                  </a:lnTo>
                  <a:lnTo>
                    <a:pt x="16806" y="10278"/>
                  </a:lnTo>
                  <a:lnTo>
                    <a:pt x="16806" y="10181"/>
                  </a:lnTo>
                  <a:lnTo>
                    <a:pt x="16806" y="487"/>
                  </a:lnTo>
                  <a:lnTo>
                    <a:pt x="16806" y="487"/>
                  </a:lnTo>
                  <a:lnTo>
                    <a:pt x="16806" y="390"/>
                  </a:lnTo>
                  <a:lnTo>
                    <a:pt x="16781" y="292"/>
                  </a:lnTo>
                  <a:lnTo>
                    <a:pt x="16733" y="219"/>
                  </a:lnTo>
                  <a:lnTo>
                    <a:pt x="16684" y="146"/>
                  </a:lnTo>
                  <a:lnTo>
                    <a:pt x="16611" y="73"/>
                  </a:lnTo>
                  <a:lnTo>
                    <a:pt x="16513" y="25"/>
                  </a:lnTo>
                  <a:lnTo>
                    <a:pt x="16416" y="0"/>
                  </a:lnTo>
                  <a:lnTo>
                    <a:pt x="16319" y="0"/>
                  </a:lnTo>
                  <a:lnTo>
                    <a:pt x="16319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78" name="CustomShape 212"/>
            <p:cNvSpPr/>
            <p:nvPr/>
          </p:nvSpPr>
          <p:spPr>
            <a:xfrm>
              <a:off x="4467240" y="3222360"/>
              <a:ext cx="20160" cy="20520"/>
            </a:xfrm>
            <a:custGeom>
              <a:avLst/>
              <a:gdLst/>
              <a:ahLst/>
              <a:rect l="l" t="t" r="r" b="b"/>
              <a:pathLst>
                <a:path w="975" h="1000">
                  <a:moveTo>
                    <a:pt x="974" y="999"/>
                  </a:moveTo>
                  <a:lnTo>
                    <a:pt x="974" y="488"/>
                  </a:lnTo>
                  <a:lnTo>
                    <a:pt x="974" y="488"/>
                  </a:lnTo>
                  <a:lnTo>
                    <a:pt x="974" y="390"/>
                  </a:lnTo>
                  <a:lnTo>
                    <a:pt x="926" y="293"/>
                  </a:lnTo>
                  <a:lnTo>
                    <a:pt x="901" y="220"/>
                  </a:lnTo>
                  <a:lnTo>
                    <a:pt x="828" y="147"/>
                  </a:lnTo>
                  <a:lnTo>
                    <a:pt x="755" y="74"/>
                  </a:lnTo>
                  <a:lnTo>
                    <a:pt x="682" y="49"/>
                  </a:lnTo>
                  <a:lnTo>
                    <a:pt x="585" y="1"/>
                  </a:lnTo>
                  <a:lnTo>
                    <a:pt x="487" y="1"/>
                  </a:lnTo>
                  <a:lnTo>
                    <a:pt x="487" y="1"/>
                  </a:lnTo>
                  <a:lnTo>
                    <a:pt x="390" y="1"/>
                  </a:lnTo>
                  <a:lnTo>
                    <a:pt x="292" y="49"/>
                  </a:lnTo>
                  <a:lnTo>
                    <a:pt x="219" y="74"/>
                  </a:lnTo>
                  <a:lnTo>
                    <a:pt x="146" y="147"/>
                  </a:lnTo>
                  <a:lnTo>
                    <a:pt x="73" y="220"/>
                  </a:lnTo>
                  <a:lnTo>
                    <a:pt x="49" y="293"/>
                  </a:lnTo>
                  <a:lnTo>
                    <a:pt x="0" y="390"/>
                  </a:lnTo>
                  <a:lnTo>
                    <a:pt x="0" y="488"/>
                  </a:lnTo>
                  <a:lnTo>
                    <a:pt x="0" y="99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79" name="CustomShape 213"/>
            <p:cNvSpPr/>
            <p:nvPr/>
          </p:nvSpPr>
          <p:spPr>
            <a:xfrm>
              <a:off x="4356360" y="3467520"/>
              <a:ext cx="50760" cy="68400"/>
            </a:xfrm>
            <a:custGeom>
              <a:avLst/>
              <a:gdLst/>
              <a:ahLst/>
              <a:rect l="l" t="t" r="r" b="b"/>
              <a:pathLst>
                <a:path w="2436" h="3265">
                  <a:moveTo>
                    <a:pt x="1340" y="1"/>
                  </a:moveTo>
                  <a:lnTo>
                    <a:pt x="49" y="2558"/>
                  </a:lnTo>
                  <a:lnTo>
                    <a:pt x="49" y="2558"/>
                  </a:lnTo>
                  <a:lnTo>
                    <a:pt x="24" y="2631"/>
                  </a:lnTo>
                  <a:lnTo>
                    <a:pt x="0" y="2728"/>
                  </a:lnTo>
                  <a:lnTo>
                    <a:pt x="0" y="2826"/>
                  </a:lnTo>
                  <a:lnTo>
                    <a:pt x="24" y="2923"/>
                  </a:lnTo>
                  <a:lnTo>
                    <a:pt x="73" y="2996"/>
                  </a:lnTo>
                  <a:lnTo>
                    <a:pt x="122" y="3094"/>
                  </a:lnTo>
                  <a:lnTo>
                    <a:pt x="195" y="3142"/>
                  </a:lnTo>
                  <a:lnTo>
                    <a:pt x="268" y="3215"/>
                  </a:lnTo>
                  <a:lnTo>
                    <a:pt x="268" y="3215"/>
                  </a:lnTo>
                  <a:lnTo>
                    <a:pt x="390" y="3240"/>
                  </a:lnTo>
                  <a:lnTo>
                    <a:pt x="487" y="3264"/>
                  </a:lnTo>
                  <a:lnTo>
                    <a:pt x="487" y="3264"/>
                  </a:lnTo>
                  <a:lnTo>
                    <a:pt x="633" y="3240"/>
                  </a:lnTo>
                  <a:lnTo>
                    <a:pt x="755" y="3191"/>
                  </a:lnTo>
                  <a:lnTo>
                    <a:pt x="853" y="3094"/>
                  </a:lnTo>
                  <a:lnTo>
                    <a:pt x="926" y="2996"/>
                  </a:lnTo>
                  <a:lnTo>
                    <a:pt x="2436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0" name="CustomShape 214"/>
            <p:cNvSpPr/>
            <p:nvPr/>
          </p:nvSpPr>
          <p:spPr>
            <a:xfrm>
              <a:off x="4547880" y="3467520"/>
              <a:ext cx="50760" cy="68400"/>
            </a:xfrm>
            <a:custGeom>
              <a:avLst/>
              <a:gdLst/>
              <a:ahLst/>
              <a:rect l="l" t="t" r="r" b="b"/>
              <a:pathLst>
                <a:path w="2437" h="3265">
                  <a:moveTo>
                    <a:pt x="1" y="1"/>
                  </a:moveTo>
                  <a:lnTo>
                    <a:pt x="1511" y="2996"/>
                  </a:lnTo>
                  <a:lnTo>
                    <a:pt x="1511" y="2996"/>
                  </a:lnTo>
                  <a:lnTo>
                    <a:pt x="1584" y="3094"/>
                  </a:lnTo>
                  <a:lnTo>
                    <a:pt x="1681" y="3191"/>
                  </a:lnTo>
                  <a:lnTo>
                    <a:pt x="1803" y="3240"/>
                  </a:lnTo>
                  <a:lnTo>
                    <a:pt x="1949" y="3264"/>
                  </a:lnTo>
                  <a:lnTo>
                    <a:pt x="1949" y="3264"/>
                  </a:lnTo>
                  <a:lnTo>
                    <a:pt x="2047" y="3240"/>
                  </a:lnTo>
                  <a:lnTo>
                    <a:pt x="2168" y="3215"/>
                  </a:lnTo>
                  <a:lnTo>
                    <a:pt x="2168" y="3215"/>
                  </a:lnTo>
                  <a:lnTo>
                    <a:pt x="2241" y="3142"/>
                  </a:lnTo>
                  <a:lnTo>
                    <a:pt x="2315" y="3094"/>
                  </a:lnTo>
                  <a:lnTo>
                    <a:pt x="2363" y="2996"/>
                  </a:lnTo>
                  <a:lnTo>
                    <a:pt x="2412" y="2923"/>
                  </a:lnTo>
                  <a:lnTo>
                    <a:pt x="2436" y="2826"/>
                  </a:lnTo>
                  <a:lnTo>
                    <a:pt x="2436" y="2728"/>
                  </a:lnTo>
                  <a:lnTo>
                    <a:pt x="2412" y="2631"/>
                  </a:lnTo>
                  <a:lnTo>
                    <a:pt x="2388" y="2558"/>
                  </a:lnTo>
                  <a:lnTo>
                    <a:pt x="1097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1" name="CustomShape 215"/>
            <p:cNvSpPr/>
            <p:nvPr/>
          </p:nvSpPr>
          <p:spPr>
            <a:xfrm>
              <a:off x="4321440" y="3263760"/>
              <a:ext cx="311760" cy="182880"/>
            </a:xfrm>
            <a:custGeom>
              <a:avLst/>
              <a:gdLst/>
              <a:ahLst/>
              <a:rect l="l" t="t" r="r" b="b"/>
              <a:pathLst>
                <a:path w="14858" h="8720">
                  <a:moveTo>
                    <a:pt x="1" y="0"/>
                  </a:moveTo>
                  <a:lnTo>
                    <a:pt x="1" y="8719"/>
                  </a:lnTo>
                  <a:lnTo>
                    <a:pt x="14857" y="8719"/>
                  </a:lnTo>
                  <a:lnTo>
                    <a:pt x="14857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2" name="CustomShape 216"/>
            <p:cNvSpPr/>
            <p:nvPr/>
          </p:nvSpPr>
          <p:spPr>
            <a:xfrm>
              <a:off x="4374720" y="3308760"/>
              <a:ext cx="192960" cy="96840"/>
            </a:xfrm>
            <a:custGeom>
              <a:avLst/>
              <a:gdLst/>
              <a:ahLst/>
              <a:rect l="l" t="t" r="r" b="b"/>
              <a:pathLst>
                <a:path w="9208" h="4629">
                  <a:moveTo>
                    <a:pt x="9207" y="1"/>
                  </a:moveTo>
                  <a:lnTo>
                    <a:pt x="5213" y="3995"/>
                  </a:lnTo>
                  <a:lnTo>
                    <a:pt x="5213" y="3995"/>
                  </a:lnTo>
                  <a:lnTo>
                    <a:pt x="5140" y="4044"/>
                  </a:lnTo>
                  <a:lnTo>
                    <a:pt x="5067" y="4092"/>
                  </a:lnTo>
                  <a:lnTo>
                    <a:pt x="4969" y="4117"/>
                  </a:lnTo>
                  <a:lnTo>
                    <a:pt x="4872" y="4141"/>
                  </a:lnTo>
                  <a:lnTo>
                    <a:pt x="4774" y="4117"/>
                  </a:lnTo>
                  <a:lnTo>
                    <a:pt x="4677" y="4092"/>
                  </a:lnTo>
                  <a:lnTo>
                    <a:pt x="4604" y="4044"/>
                  </a:lnTo>
                  <a:lnTo>
                    <a:pt x="4531" y="3995"/>
                  </a:lnTo>
                  <a:lnTo>
                    <a:pt x="2582" y="2046"/>
                  </a:lnTo>
                  <a:lnTo>
                    <a:pt x="1" y="46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3" name="CustomShape 217"/>
            <p:cNvSpPr/>
            <p:nvPr/>
          </p:nvSpPr>
          <p:spPr>
            <a:xfrm>
              <a:off x="4515480" y="3304800"/>
              <a:ext cx="57600" cy="57600"/>
            </a:xfrm>
            <a:custGeom>
              <a:avLst/>
              <a:gdLst/>
              <a:ahLst/>
              <a:rect l="l" t="t" r="r" b="b"/>
              <a:pathLst>
                <a:path w="2753" h="2753">
                  <a:moveTo>
                    <a:pt x="0" y="1"/>
                  </a:moveTo>
                  <a:lnTo>
                    <a:pt x="2265" y="1"/>
                  </a:lnTo>
                  <a:lnTo>
                    <a:pt x="2265" y="1"/>
                  </a:lnTo>
                  <a:lnTo>
                    <a:pt x="2363" y="1"/>
                  </a:lnTo>
                  <a:lnTo>
                    <a:pt x="2460" y="25"/>
                  </a:lnTo>
                  <a:lnTo>
                    <a:pt x="2533" y="74"/>
                  </a:lnTo>
                  <a:lnTo>
                    <a:pt x="2606" y="147"/>
                  </a:lnTo>
                  <a:lnTo>
                    <a:pt x="2680" y="220"/>
                  </a:lnTo>
                  <a:lnTo>
                    <a:pt x="2728" y="293"/>
                  </a:lnTo>
                  <a:lnTo>
                    <a:pt x="2753" y="390"/>
                  </a:lnTo>
                  <a:lnTo>
                    <a:pt x="2753" y="488"/>
                  </a:lnTo>
                  <a:lnTo>
                    <a:pt x="2753" y="275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84" name="Group 218"/>
          <p:cNvGrpSpPr/>
          <p:nvPr/>
        </p:nvGrpSpPr>
        <p:grpSpPr>
          <a:xfrm>
            <a:off x="4845960" y="3182400"/>
            <a:ext cx="392760" cy="392760"/>
            <a:chOff x="4845960" y="3182400"/>
            <a:chExt cx="392760" cy="392760"/>
          </a:xfrm>
        </p:grpSpPr>
        <p:sp>
          <p:nvSpPr>
            <p:cNvPr id="1385" name="CustomShape 219"/>
            <p:cNvSpPr/>
            <p:nvPr/>
          </p:nvSpPr>
          <p:spPr>
            <a:xfrm>
              <a:off x="4845960" y="3182400"/>
              <a:ext cx="392760" cy="392760"/>
            </a:xfrm>
            <a:custGeom>
              <a:avLst/>
              <a:gdLst/>
              <a:ahLst/>
              <a:rect l="l" t="t" r="r" b="b"/>
              <a:pathLst>
                <a:path w="18706" h="18706">
                  <a:moveTo>
                    <a:pt x="9353" y="1"/>
                  </a:moveTo>
                  <a:lnTo>
                    <a:pt x="9353" y="1"/>
                  </a:lnTo>
                  <a:lnTo>
                    <a:pt x="8866" y="25"/>
                  </a:lnTo>
                  <a:lnTo>
                    <a:pt x="8403" y="50"/>
                  </a:lnTo>
                  <a:lnTo>
                    <a:pt x="7940" y="123"/>
                  </a:lnTo>
                  <a:lnTo>
                    <a:pt x="7478" y="196"/>
                  </a:lnTo>
                  <a:lnTo>
                    <a:pt x="7015" y="293"/>
                  </a:lnTo>
                  <a:lnTo>
                    <a:pt x="6577" y="439"/>
                  </a:lnTo>
                  <a:lnTo>
                    <a:pt x="6138" y="585"/>
                  </a:lnTo>
                  <a:lnTo>
                    <a:pt x="5724" y="732"/>
                  </a:lnTo>
                  <a:lnTo>
                    <a:pt x="5310" y="926"/>
                  </a:lnTo>
                  <a:lnTo>
                    <a:pt x="4896" y="1146"/>
                  </a:lnTo>
                  <a:lnTo>
                    <a:pt x="4506" y="1365"/>
                  </a:lnTo>
                  <a:lnTo>
                    <a:pt x="4117" y="1608"/>
                  </a:lnTo>
                  <a:lnTo>
                    <a:pt x="3751" y="1876"/>
                  </a:lnTo>
                  <a:lnTo>
                    <a:pt x="3410" y="2144"/>
                  </a:lnTo>
                  <a:lnTo>
                    <a:pt x="3069" y="2436"/>
                  </a:lnTo>
                  <a:lnTo>
                    <a:pt x="2753" y="2753"/>
                  </a:lnTo>
                  <a:lnTo>
                    <a:pt x="2436" y="3070"/>
                  </a:lnTo>
                  <a:lnTo>
                    <a:pt x="2144" y="3411"/>
                  </a:lnTo>
                  <a:lnTo>
                    <a:pt x="1876" y="3752"/>
                  </a:lnTo>
                  <a:lnTo>
                    <a:pt x="1608" y="4117"/>
                  </a:lnTo>
                  <a:lnTo>
                    <a:pt x="1365" y="4507"/>
                  </a:lnTo>
                  <a:lnTo>
                    <a:pt x="1145" y="4896"/>
                  </a:lnTo>
                  <a:lnTo>
                    <a:pt x="926" y="5310"/>
                  </a:lnTo>
                  <a:lnTo>
                    <a:pt x="731" y="5724"/>
                  </a:lnTo>
                  <a:lnTo>
                    <a:pt x="585" y="6138"/>
                  </a:lnTo>
                  <a:lnTo>
                    <a:pt x="439" y="6577"/>
                  </a:lnTo>
                  <a:lnTo>
                    <a:pt x="293" y="7015"/>
                  </a:lnTo>
                  <a:lnTo>
                    <a:pt x="196" y="7478"/>
                  </a:lnTo>
                  <a:lnTo>
                    <a:pt x="123" y="7941"/>
                  </a:lnTo>
                  <a:lnTo>
                    <a:pt x="49" y="8403"/>
                  </a:lnTo>
                  <a:lnTo>
                    <a:pt x="25" y="8866"/>
                  </a:lnTo>
                  <a:lnTo>
                    <a:pt x="1" y="9353"/>
                  </a:lnTo>
                  <a:lnTo>
                    <a:pt x="1" y="9353"/>
                  </a:lnTo>
                  <a:lnTo>
                    <a:pt x="25" y="9840"/>
                  </a:lnTo>
                  <a:lnTo>
                    <a:pt x="49" y="10303"/>
                  </a:lnTo>
                  <a:lnTo>
                    <a:pt x="123" y="10766"/>
                  </a:lnTo>
                  <a:lnTo>
                    <a:pt x="196" y="11229"/>
                  </a:lnTo>
                  <a:lnTo>
                    <a:pt x="293" y="11691"/>
                  </a:lnTo>
                  <a:lnTo>
                    <a:pt x="439" y="12130"/>
                  </a:lnTo>
                  <a:lnTo>
                    <a:pt x="585" y="12568"/>
                  </a:lnTo>
                  <a:lnTo>
                    <a:pt x="731" y="12982"/>
                  </a:lnTo>
                  <a:lnTo>
                    <a:pt x="926" y="13396"/>
                  </a:lnTo>
                  <a:lnTo>
                    <a:pt x="1145" y="13810"/>
                  </a:lnTo>
                  <a:lnTo>
                    <a:pt x="1365" y="14200"/>
                  </a:lnTo>
                  <a:lnTo>
                    <a:pt x="1608" y="14590"/>
                  </a:lnTo>
                  <a:lnTo>
                    <a:pt x="1876" y="14955"/>
                  </a:lnTo>
                  <a:lnTo>
                    <a:pt x="2144" y="15296"/>
                  </a:lnTo>
                  <a:lnTo>
                    <a:pt x="2436" y="15637"/>
                  </a:lnTo>
                  <a:lnTo>
                    <a:pt x="2753" y="15953"/>
                  </a:lnTo>
                  <a:lnTo>
                    <a:pt x="3069" y="16270"/>
                  </a:lnTo>
                  <a:lnTo>
                    <a:pt x="3410" y="16562"/>
                  </a:lnTo>
                  <a:lnTo>
                    <a:pt x="3751" y="16830"/>
                  </a:lnTo>
                  <a:lnTo>
                    <a:pt x="4117" y="17098"/>
                  </a:lnTo>
                  <a:lnTo>
                    <a:pt x="4506" y="17342"/>
                  </a:lnTo>
                  <a:lnTo>
                    <a:pt x="4896" y="17561"/>
                  </a:lnTo>
                  <a:lnTo>
                    <a:pt x="5310" y="17780"/>
                  </a:lnTo>
                  <a:lnTo>
                    <a:pt x="5724" y="17975"/>
                  </a:lnTo>
                  <a:lnTo>
                    <a:pt x="6138" y="18121"/>
                  </a:lnTo>
                  <a:lnTo>
                    <a:pt x="6577" y="18267"/>
                  </a:lnTo>
                  <a:lnTo>
                    <a:pt x="7015" y="18413"/>
                  </a:lnTo>
                  <a:lnTo>
                    <a:pt x="7478" y="18511"/>
                  </a:lnTo>
                  <a:lnTo>
                    <a:pt x="7940" y="18584"/>
                  </a:lnTo>
                  <a:lnTo>
                    <a:pt x="8403" y="18657"/>
                  </a:lnTo>
                  <a:lnTo>
                    <a:pt x="8866" y="18681"/>
                  </a:lnTo>
                  <a:lnTo>
                    <a:pt x="9353" y="18706"/>
                  </a:lnTo>
                  <a:lnTo>
                    <a:pt x="9353" y="18706"/>
                  </a:lnTo>
                  <a:lnTo>
                    <a:pt x="9840" y="18681"/>
                  </a:lnTo>
                  <a:lnTo>
                    <a:pt x="10303" y="18657"/>
                  </a:lnTo>
                  <a:lnTo>
                    <a:pt x="10766" y="18584"/>
                  </a:lnTo>
                  <a:lnTo>
                    <a:pt x="11228" y="18511"/>
                  </a:lnTo>
                  <a:lnTo>
                    <a:pt x="11691" y="18413"/>
                  </a:lnTo>
                  <a:lnTo>
                    <a:pt x="12130" y="18267"/>
                  </a:lnTo>
                  <a:lnTo>
                    <a:pt x="12568" y="18121"/>
                  </a:lnTo>
                  <a:lnTo>
                    <a:pt x="12982" y="17975"/>
                  </a:lnTo>
                  <a:lnTo>
                    <a:pt x="13396" y="17780"/>
                  </a:lnTo>
                  <a:lnTo>
                    <a:pt x="13810" y="17561"/>
                  </a:lnTo>
                  <a:lnTo>
                    <a:pt x="14200" y="17342"/>
                  </a:lnTo>
                  <a:lnTo>
                    <a:pt x="14589" y="17098"/>
                  </a:lnTo>
                  <a:lnTo>
                    <a:pt x="14955" y="16830"/>
                  </a:lnTo>
                  <a:lnTo>
                    <a:pt x="15296" y="16562"/>
                  </a:lnTo>
                  <a:lnTo>
                    <a:pt x="15637" y="16270"/>
                  </a:lnTo>
                  <a:lnTo>
                    <a:pt x="15953" y="15953"/>
                  </a:lnTo>
                  <a:lnTo>
                    <a:pt x="16270" y="15637"/>
                  </a:lnTo>
                  <a:lnTo>
                    <a:pt x="16562" y="15296"/>
                  </a:lnTo>
                  <a:lnTo>
                    <a:pt x="16830" y="14955"/>
                  </a:lnTo>
                  <a:lnTo>
                    <a:pt x="17098" y="14590"/>
                  </a:lnTo>
                  <a:lnTo>
                    <a:pt x="17341" y="14200"/>
                  </a:lnTo>
                  <a:lnTo>
                    <a:pt x="17561" y="13810"/>
                  </a:lnTo>
                  <a:lnTo>
                    <a:pt x="17780" y="13396"/>
                  </a:lnTo>
                  <a:lnTo>
                    <a:pt x="17975" y="12982"/>
                  </a:lnTo>
                  <a:lnTo>
                    <a:pt x="18121" y="12568"/>
                  </a:lnTo>
                  <a:lnTo>
                    <a:pt x="18267" y="12130"/>
                  </a:lnTo>
                  <a:lnTo>
                    <a:pt x="18413" y="11691"/>
                  </a:lnTo>
                  <a:lnTo>
                    <a:pt x="18511" y="11229"/>
                  </a:lnTo>
                  <a:lnTo>
                    <a:pt x="18584" y="10766"/>
                  </a:lnTo>
                  <a:lnTo>
                    <a:pt x="18657" y="10303"/>
                  </a:lnTo>
                  <a:lnTo>
                    <a:pt x="18681" y="9840"/>
                  </a:lnTo>
                  <a:lnTo>
                    <a:pt x="18705" y="9353"/>
                  </a:lnTo>
                  <a:lnTo>
                    <a:pt x="18705" y="9353"/>
                  </a:lnTo>
                  <a:lnTo>
                    <a:pt x="18681" y="8866"/>
                  </a:lnTo>
                  <a:lnTo>
                    <a:pt x="18657" y="8403"/>
                  </a:lnTo>
                  <a:lnTo>
                    <a:pt x="18584" y="7941"/>
                  </a:lnTo>
                  <a:lnTo>
                    <a:pt x="18511" y="7478"/>
                  </a:lnTo>
                  <a:lnTo>
                    <a:pt x="18413" y="7015"/>
                  </a:lnTo>
                  <a:lnTo>
                    <a:pt x="18267" y="6577"/>
                  </a:lnTo>
                  <a:lnTo>
                    <a:pt x="18121" y="6138"/>
                  </a:lnTo>
                  <a:lnTo>
                    <a:pt x="17975" y="5724"/>
                  </a:lnTo>
                  <a:lnTo>
                    <a:pt x="17780" y="5310"/>
                  </a:lnTo>
                  <a:lnTo>
                    <a:pt x="17561" y="4896"/>
                  </a:lnTo>
                  <a:lnTo>
                    <a:pt x="17341" y="4507"/>
                  </a:lnTo>
                  <a:lnTo>
                    <a:pt x="17098" y="4117"/>
                  </a:lnTo>
                  <a:lnTo>
                    <a:pt x="16830" y="3752"/>
                  </a:lnTo>
                  <a:lnTo>
                    <a:pt x="16562" y="3411"/>
                  </a:lnTo>
                  <a:lnTo>
                    <a:pt x="16270" y="3070"/>
                  </a:lnTo>
                  <a:lnTo>
                    <a:pt x="15953" y="2753"/>
                  </a:lnTo>
                  <a:lnTo>
                    <a:pt x="15637" y="2436"/>
                  </a:lnTo>
                  <a:lnTo>
                    <a:pt x="15296" y="2144"/>
                  </a:lnTo>
                  <a:lnTo>
                    <a:pt x="14955" y="1876"/>
                  </a:lnTo>
                  <a:lnTo>
                    <a:pt x="14589" y="1608"/>
                  </a:lnTo>
                  <a:lnTo>
                    <a:pt x="14200" y="1365"/>
                  </a:lnTo>
                  <a:lnTo>
                    <a:pt x="13810" y="1146"/>
                  </a:lnTo>
                  <a:lnTo>
                    <a:pt x="13396" y="926"/>
                  </a:lnTo>
                  <a:lnTo>
                    <a:pt x="12982" y="732"/>
                  </a:lnTo>
                  <a:lnTo>
                    <a:pt x="12568" y="585"/>
                  </a:lnTo>
                  <a:lnTo>
                    <a:pt x="12130" y="439"/>
                  </a:lnTo>
                  <a:lnTo>
                    <a:pt x="11691" y="293"/>
                  </a:lnTo>
                  <a:lnTo>
                    <a:pt x="11228" y="196"/>
                  </a:lnTo>
                  <a:lnTo>
                    <a:pt x="10766" y="123"/>
                  </a:lnTo>
                  <a:lnTo>
                    <a:pt x="10303" y="50"/>
                  </a:lnTo>
                  <a:lnTo>
                    <a:pt x="9840" y="25"/>
                  </a:lnTo>
                  <a:lnTo>
                    <a:pt x="9353" y="1"/>
                  </a:lnTo>
                  <a:lnTo>
                    <a:pt x="935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6" name="CustomShape 220"/>
            <p:cNvSpPr/>
            <p:nvPr/>
          </p:nvSpPr>
          <p:spPr>
            <a:xfrm>
              <a:off x="5073840" y="3282120"/>
              <a:ext cx="16200" cy="15480"/>
            </a:xfrm>
            <a:custGeom>
              <a:avLst/>
              <a:gdLst/>
              <a:ahLst/>
              <a:rect l="l" t="t" r="r" b="b"/>
              <a:pathLst>
                <a:path w="781" h="756">
                  <a:moveTo>
                    <a:pt x="585" y="0"/>
                  </a:moveTo>
                  <a:lnTo>
                    <a:pt x="585" y="0"/>
                  </a:lnTo>
                  <a:lnTo>
                    <a:pt x="658" y="24"/>
                  </a:lnTo>
                  <a:lnTo>
                    <a:pt x="707" y="49"/>
                  </a:lnTo>
                  <a:lnTo>
                    <a:pt x="756" y="122"/>
                  </a:lnTo>
                  <a:lnTo>
                    <a:pt x="780" y="195"/>
                  </a:lnTo>
                  <a:lnTo>
                    <a:pt x="780" y="195"/>
                  </a:lnTo>
                  <a:lnTo>
                    <a:pt x="756" y="268"/>
                  </a:lnTo>
                  <a:lnTo>
                    <a:pt x="707" y="390"/>
                  </a:lnTo>
                  <a:lnTo>
                    <a:pt x="658" y="487"/>
                  </a:lnTo>
                  <a:lnTo>
                    <a:pt x="585" y="560"/>
                  </a:lnTo>
                  <a:lnTo>
                    <a:pt x="585" y="560"/>
                  </a:lnTo>
                  <a:lnTo>
                    <a:pt x="488" y="633"/>
                  </a:lnTo>
                  <a:lnTo>
                    <a:pt x="390" y="706"/>
                  </a:lnTo>
                  <a:lnTo>
                    <a:pt x="293" y="755"/>
                  </a:lnTo>
                  <a:lnTo>
                    <a:pt x="196" y="755"/>
                  </a:lnTo>
                  <a:lnTo>
                    <a:pt x="196" y="755"/>
                  </a:lnTo>
                  <a:lnTo>
                    <a:pt x="122" y="755"/>
                  </a:lnTo>
                  <a:lnTo>
                    <a:pt x="74" y="706"/>
                  </a:lnTo>
                  <a:lnTo>
                    <a:pt x="25" y="633"/>
                  </a:lnTo>
                  <a:lnTo>
                    <a:pt x="1" y="560"/>
                  </a:lnTo>
                  <a:lnTo>
                    <a:pt x="1" y="560"/>
                  </a:lnTo>
                  <a:lnTo>
                    <a:pt x="25" y="487"/>
                  </a:lnTo>
                  <a:lnTo>
                    <a:pt x="74" y="390"/>
                  </a:lnTo>
                  <a:lnTo>
                    <a:pt x="122" y="268"/>
                  </a:lnTo>
                  <a:lnTo>
                    <a:pt x="196" y="195"/>
                  </a:lnTo>
                  <a:lnTo>
                    <a:pt x="196" y="195"/>
                  </a:lnTo>
                  <a:lnTo>
                    <a:pt x="293" y="122"/>
                  </a:lnTo>
                  <a:lnTo>
                    <a:pt x="390" y="49"/>
                  </a:lnTo>
                  <a:lnTo>
                    <a:pt x="488" y="24"/>
                  </a:lnTo>
                  <a:lnTo>
                    <a:pt x="585" y="0"/>
                  </a:lnTo>
                  <a:lnTo>
                    <a:pt x="58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7" name="CustomShape 221"/>
            <p:cNvSpPr/>
            <p:nvPr/>
          </p:nvSpPr>
          <p:spPr>
            <a:xfrm>
              <a:off x="4848120" y="3234240"/>
              <a:ext cx="149040" cy="294840"/>
            </a:xfrm>
            <a:custGeom>
              <a:avLst/>
              <a:gdLst/>
              <a:ahLst/>
              <a:rect l="l" t="t" r="r" b="b"/>
              <a:pathLst>
                <a:path w="7112" h="14054">
                  <a:moveTo>
                    <a:pt x="2582" y="780"/>
                  </a:moveTo>
                  <a:lnTo>
                    <a:pt x="2582" y="780"/>
                  </a:lnTo>
                  <a:lnTo>
                    <a:pt x="2752" y="780"/>
                  </a:lnTo>
                  <a:lnTo>
                    <a:pt x="2752" y="780"/>
                  </a:lnTo>
                  <a:lnTo>
                    <a:pt x="2996" y="780"/>
                  </a:lnTo>
                  <a:lnTo>
                    <a:pt x="3215" y="829"/>
                  </a:lnTo>
                  <a:lnTo>
                    <a:pt x="3386" y="878"/>
                  </a:lnTo>
                  <a:lnTo>
                    <a:pt x="3507" y="951"/>
                  </a:lnTo>
                  <a:lnTo>
                    <a:pt x="3507" y="951"/>
                  </a:lnTo>
                  <a:lnTo>
                    <a:pt x="3605" y="1024"/>
                  </a:lnTo>
                  <a:lnTo>
                    <a:pt x="3702" y="1048"/>
                  </a:lnTo>
                  <a:lnTo>
                    <a:pt x="3800" y="1024"/>
                  </a:lnTo>
                  <a:lnTo>
                    <a:pt x="3897" y="951"/>
                  </a:lnTo>
                  <a:lnTo>
                    <a:pt x="3897" y="951"/>
                  </a:lnTo>
                  <a:lnTo>
                    <a:pt x="3970" y="878"/>
                  </a:lnTo>
                  <a:lnTo>
                    <a:pt x="4092" y="829"/>
                  </a:lnTo>
                  <a:lnTo>
                    <a:pt x="4189" y="780"/>
                  </a:lnTo>
                  <a:lnTo>
                    <a:pt x="4262" y="780"/>
                  </a:lnTo>
                  <a:lnTo>
                    <a:pt x="4262" y="780"/>
                  </a:lnTo>
                  <a:lnTo>
                    <a:pt x="4384" y="731"/>
                  </a:lnTo>
                  <a:lnTo>
                    <a:pt x="4506" y="658"/>
                  </a:lnTo>
                  <a:lnTo>
                    <a:pt x="4676" y="537"/>
                  </a:lnTo>
                  <a:lnTo>
                    <a:pt x="4847" y="390"/>
                  </a:lnTo>
                  <a:lnTo>
                    <a:pt x="4847" y="390"/>
                  </a:lnTo>
                  <a:lnTo>
                    <a:pt x="5042" y="244"/>
                  </a:lnTo>
                  <a:lnTo>
                    <a:pt x="5285" y="123"/>
                  </a:lnTo>
                  <a:lnTo>
                    <a:pt x="5529" y="49"/>
                  </a:lnTo>
                  <a:lnTo>
                    <a:pt x="5797" y="1"/>
                  </a:lnTo>
                  <a:lnTo>
                    <a:pt x="5797" y="1"/>
                  </a:lnTo>
                  <a:lnTo>
                    <a:pt x="5894" y="25"/>
                  </a:lnTo>
                  <a:lnTo>
                    <a:pt x="5992" y="49"/>
                  </a:lnTo>
                  <a:lnTo>
                    <a:pt x="6040" y="74"/>
                  </a:lnTo>
                  <a:lnTo>
                    <a:pt x="6089" y="123"/>
                  </a:lnTo>
                  <a:lnTo>
                    <a:pt x="6089" y="171"/>
                  </a:lnTo>
                  <a:lnTo>
                    <a:pt x="6089" y="244"/>
                  </a:lnTo>
                  <a:lnTo>
                    <a:pt x="6040" y="317"/>
                  </a:lnTo>
                  <a:lnTo>
                    <a:pt x="5992" y="390"/>
                  </a:lnTo>
                  <a:lnTo>
                    <a:pt x="5992" y="390"/>
                  </a:lnTo>
                  <a:lnTo>
                    <a:pt x="5845" y="561"/>
                  </a:lnTo>
                  <a:lnTo>
                    <a:pt x="5772" y="707"/>
                  </a:lnTo>
                  <a:lnTo>
                    <a:pt x="5748" y="853"/>
                  </a:lnTo>
                  <a:lnTo>
                    <a:pt x="5772" y="926"/>
                  </a:lnTo>
                  <a:lnTo>
                    <a:pt x="5797" y="951"/>
                  </a:lnTo>
                  <a:lnTo>
                    <a:pt x="5797" y="951"/>
                  </a:lnTo>
                  <a:lnTo>
                    <a:pt x="5870" y="1048"/>
                  </a:lnTo>
                  <a:lnTo>
                    <a:pt x="5918" y="1145"/>
                  </a:lnTo>
                  <a:lnTo>
                    <a:pt x="5967" y="1243"/>
                  </a:lnTo>
                  <a:lnTo>
                    <a:pt x="5992" y="1340"/>
                  </a:lnTo>
                  <a:lnTo>
                    <a:pt x="5992" y="1340"/>
                  </a:lnTo>
                  <a:lnTo>
                    <a:pt x="5967" y="1438"/>
                  </a:lnTo>
                  <a:lnTo>
                    <a:pt x="5918" y="1535"/>
                  </a:lnTo>
                  <a:lnTo>
                    <a:pt x="5870" y="1633"/>
                  </a:lnTo>
                  <a:lnTo>
                    <a:pt x="5797" y="1730"/>
                  </a:lnTo>
                  <a:lnTo>
                    <a:pt x="5797" y="1730"/>
                  </a:lnTo>
                  <a:lnTo>
                    <a:pt x="5748" y="1754"/>
                  </a:lnTo>
                  <a:lnTo>
                    <a:pt x="5699" y="1754"/>
                  </a:lnTo>
                  <a:lnTo>
                    <a:pt x="5553" y="1754"/>
                  </a:lnTo>
                  <a:lnTo>
                    <a:pt x="5383" y="1657"/>
                  </a:lnTo>
                  <a:lnTo>
                    <a:pt x="5212" y="1535"/>
                  </a:lnTo>
                  <a:lnTo>
                    <a:pt x="5212" y="1535"/>
                  </a:lnTo>
                  <a:lnTo>
                    <a:pt x="5066" y="1389"/>
                  </a:lnTo>
                  <a:lnTo>
                    <a:pt x="4896" y="1316"/>
                  </a:lnTo>
                  <a:lnTo>
                    <a:pt x="4749" y="1292"/>
                  </a:lnTo>
                  <a:lnTo>
                    <a:pt x="4701" y="1316"/>
                  </a:lnTo>
                  <a:lnTo>
                    <a:pt x="4652" y="1340"/>
                  </a:lnTo>
                  <a:lnTo>
                    <a:pt x="4652" y="1340"/>
                  </a:lnTo>
                  <a:lnTo>
                    <a:pt x="4555" y="1413"/>
                  </a:lnTo>
                  <a:lnTo>
                    <a:pt x="4457" y="1486"/>
                  </a:lnTo>
                  <a:lnTo>
                    <a:pt x="4360" y="1511"/>
                  </a:lnTo>
                  <a:lnTo>
                    <a:pt x="4262" y="1535"/>
                  </a:lnTo>
                  <a:lnTo>
                    <a:pt x="4262" y="1535"/>
                  </a:lnTo>
                  <a:lnTo>
                    <a:pt x="4116" y="1559"/>
                  </a:lnTo>
                  <a:lnTo>
                    <a:pt x="4043" y="1584"/>
                  </a:lnTo>
                  <a:lnTo>
                    <a:pt x="3994" y="1633"/>
                  </a:lnTo>
                  <a:lnTo>
                    <a:pt x="3994" y="1633"/>
                  </a:lnTo>
                  <a:lnTo>
                    <a:pt x="3946" y="1657"/>
                  </a:lnTo>
                  <a:lnTo>
                    <a:pt x="3873" y="1681"/>
                  </a:lnTo>
                  <a:lnTo>
                    <a:pt x="3702" y="1730"/>
                  </a:lnTo>
                  <a:lnTo>
                    <a:pt x="3702" y="1730"/>
                  </a:lnTo>
                  <a:lnTo>
                    <a:pt x="3605" y="1730"/>
                  </a:lnTo>
                  <a:lnTo>
                    <a:pt x="3507" y="1779"/>
                  </a:lnTo>
                  <a:lnTo>
                    <a:pt x="3410" y="1827"/>
                  </a:lnTo>
                  <a:lnTo>
                    <a:pt x="3312" y="1900"/>
                  </a:lnTo>
                  <a:lnTo>
                    <a:pt x="3312" y="1900"/>
                  </a:lnTo>
                  <a:lnTo>
                    <a:pt x="3288" y="1949"/>
                  </a:lnTo>
                  <a:lnTo>
                    <a:pt x="3288" y="2022"/>
                  </a:lnTo>
                  <a:lnTo>
                    <a:pt x="3288" y="2144"/>
                  </a:lnTo>
                  <a:lnTo>
                    <a:pt x="3386" y="2314"/>
                  </a:lnTo>
                  <a:lnTo>
                    <a:pt x="3507" y="2485"/>
                  </a:lnTo>
                  <a:lnTo>
                    <a:pt x="3507" y="2485"/>
                  </a:lnTo>
                  <a:lnTo>
                    <a:pt x="3605" y="2558"/>
                  </a:lnTo>
                  <a:lnTo>
                    <a:pt x="3702" y="2582"/>
                  </a:lnTo>
                  <a:lnTo>
                    <a:pt x="3800" y="2607"/>
                  </a:lnTo>
                  <a:lnTo>
                    <a:pt x="3921" y="2607"/>
                  </a:lnTo>
                  <a:lnTo>
                    <a:pt x="4043" y="2582"/>
                  </a:lnTo>
                  <a:lnTo>
                    <a:pt x="4141" y="2534"/>
                  </a:lnTo>
                  <a:lnTo>
                    <a:pt x="4262" y="2461"/>
                  </a:lnTo>
                  <a:lnTo>
                    <a:pt x="4360" y="2388"/>
                  </a:lnTo>
                  <a:lnTo>
                    <a:pt x="4360" y="2388"/>
                  </a:lnTo>
                  <a:lnTo>
                    <a:pt x="4555" y="2193"/>
                  </a:lnTo>
                  <a:lnTo>
                    <a:pt x="4749" y="2047"/>
                  </a:lnTo>
                  <a:lnTo>
                    <a:pt x="4920" y="1949"/>
                  </a:lnTo>
                  <a:lnTo>
                    <a:pt x="5042" y="1900"/>
                  </a:lnTo>
                  <a:lnTo>
                    <a:pt x="5042" y="1900"/>
                  </a:lnTo>
                  <a:lnTo>
                    <a:pt x="5115" y="1925"/>
                  </a:lnTo>
                  <a:lnTo>
                    <a:pt x="5163" y="1974"/>
                  </a:lnTo>
                  <a:lnTo>
                    <a:pt x="5212" y="2022"/>
                  </a:lnTo>
                  <a:lnTo>
                    <a:pt x="5212" y="2095"/>
                  </a:lnTo>
                  <a:lnTo>
                    <a:pt x="5212" y="2095"/>
                  </a:lnTo>
                  <a:lnTo>
                    <a:pt x="5236" y="2168"/>
                  </a:lnTo>
                  <a:lnTo>
                    <a:pt x="5285" y="2241"/>
                  </a:lnTo>
                  <a:lnTo>
                    <a:pt x="5334" y="2266"/>
                  </a:lnTo>
                  <a:lnTo>
                    <a:pt x="5407" y="2290"/>
                  </a:lnTo>
                  <a:lnTo>
                    <a:pt x="5407" y="2290"/>
                  </a:lnTo>
                  <a:lnTo>
                    <a:pt x="5504" y="2314"/>
                  </a:lnTo>
                  <a:lnTo>
                    <a:pt x="5602" y="2339"/>
                  </a:lnTo>
                  <a:lnTo>
                    <a:pt x="5699" y="2412"/>
                  </a:lnTo>
                  <a:lnTo>
                    <a:pt x="5797" y="2485"/>
                  </a:lnTo>
                  <a:lnTo>
                    <a:pt x="5797" y="2485"/>
                  </a:lnTo>
                  <a:lnTo>
                    <a:pt x="5845" y="2558"/>
                  </a:lnTo>
                  <a:lnTo>
                    <a:pt x="5870" y="2680"/>
                  </a:lnTo>
                  <a:lnTo>
                    <a:pt x="5845" y="2777"/>
                  </a:lnTo>
                  <a:lnTo>
                    <a:pt x="5797" y="2850"/>
                  </a:lnTo>
                  <a:lnTo>
                    <a:pt x="5797" y="2850"/>
                  </a:lnTo>
                  <a:lnTo>
                    <a:pt x="5699" y="2923"/>
                  </a:lnTo>
                  <a:lnTo>
                    <a:pt x="5602" y="2996"/>
                  </a:lnTo>
                  <a:lnTo>
                    <a:pt x="5504" y="3045"/>
                  </a:lnTo>
                  <a:lnTo>
                    <a:pt x="5407" y="3045"/>
                  </a:lnTo>
                  <a:lnTo>
                    <a:pt x="5407" y="3045"/>
                  </a:lnTo>
                  <a:lnTo>
                    <a:pt x="5310" y="3069"/>
                  </a:lnTo>
                  <a:lnTo>
                    <a:pt x="5163" y="3167"/>
                  </a:lnTo>
                  <a:lnTo>
                    <a:pt x="4993" y="3289"/>
                  </a:lnTo>
                  <a:lnTo>
                    <a:pt x="4847" y="3435"/>
                  </a:lnTo>
                  <a:lnTo>
                    <a:pt x="4847" y="3435"/>
                  </a:lnTo>
                  <a:lnTo>
                    <a:pt x="4676" y="3581"/>
                  </a:lnTo>
                  <a:lnTo>
                    <a:pt x="4506" y="3703"/>
                  </a:lnTo>
                  <a:lnTo>
                    <a:pt x="4384" y="3776"/>
                  </a:lnTo>
                  <a:lnTo>
                    <a:pt x="4262" y="3800"/>
                  </a:lnTo>
                  <a:lnTo>
                    <a:pt x="4262" y="3800"/>
                  </a:lnTo>
                  <a:lnTo>
                    <a:pt x="4141" y="3849"/>
                  </a:lnTo>
                  <a:lnTo>
                    <a:pt x="3970" y="3971"/>
                  </a:lnTo>
                  <a:lnTo>
                    <a:pt x="3726" y="4165"/>
                  </a:lnTo>
                  <a:lnTo>
                    <a:pt x="3483" y="4409"/>
                  </a:lnTo>
                  <a:lnTo>
                    <a:pt x="3142" y="4750"/>
                  </a:lnTo>
                  <a:lnTo>
                    <a:pt x="3142" y="4750"/>
                  </a:lnTo>
                  <a:lnTo>
                    <a:pt x="3020" y="4847"/>
                  </a:lnTo>
                  <a:lnTo>
                    <a:pt x="2874" y="4969"/>
                  </a:lnTo>
                  <a:lnTo>
                    <a:pt x="2557" y="5164"/>
                  </a:lnTo>
                  <a:lnTo>
                    <a:pt x="2265" y="5286"/>
                  </a:lnTo>
                  <a:lnTo>
                    <a:pt x="2119" y="5310"/>
                  </a:lnTo>
                  <a:lnTo>
                    <a:pt x="1997" y="5335"/>
                  </a:lnTo>
                  <a:lnTo>
                    <a:pt x="1997" y="5335"/>
                  </a:lnTo>
                  <a:lnTo>
                    <a:pt x="1754" y="5335"/>
                  </a:lnTo>
                  <a:lnTo>
                    <a:pt x="1535" y="5383"/>
                  </a:lnTo>
                  <a:lnTo>
                    <a:pt x="1364" y="5456"/>
                  </a:lnTo>
                  <a:lnTo>
                    <a:pt x="1242" y="5529"/>
                  </a:lnTo>
                  <a:lnTo>
                    <a:pt x="1242" y="5529"/>
                  </a:lnTo>
                  <a:lnTo>
                    <a:pt x="1169" y="5602"/>
                  </a:lnTo>
                  <a:lnTo>
                    <a:pt x="1096" y="5700"/>
                  </a:lnTo>
                  <a:lnTo>
                    <a:pt x="1047" y="5797"/>
                  </a:lnTo>
                  <a:lnTo>
                    <a:pt x="1047" y="5895"/>
                  </a:lnTo>
                  <a:lnTo>
                    <a:pt x="1047" y="5895"/>
                  </a:lnTo>
                  <a:lnTo>
                    <a:pt x="1047" y="5992"/>
                  </a:lnTo>
                  <a:lnTo>
                    <a:pt x="1096" y="6090"/>
                  </a:lnTo>
                  <a:lnTo>
                    <a:pt x="1169" y="6187"/>
                  </a:lnTo>
                  <a:lnTo>
                    <a:pt x="1242" y="6284"/>
                  </a:lnTo>
                  <a:lnTo>
                    <a:pt x="1242" y="6284"/>
                  </a:lnTo>
                  <a:lnTo>
                    <a:pt x="1315" y="6357"/>
                  </a:lnTo>
                  <a:lnTo>
                    <a:pt x="1413" y="6406"/>
                  </a:lnTo>
                  <a:lnTo>
                    <a:pt x="1535" y="6455"/>
                  </a:lnTo>
                  <a:lnTo>
                    <a:pt x="1608" y="6455"/>
                  </a:lnTo>
                  <a:lnTo>
                    <a:pt x="1608" y="6455"/>
                  </a:lnTo>
                  <a:lnTo>
                    <a:pt x="1729" y="6504"/>
                  </a:lnTo>
                  <a:lnTo>
                    <a:pt x="1876" y="6601"/>
                  </a:lnTo>
                  <a:lnTo>
                    <a:pt x="2070" y="6747"/>
                  </a:lnTo>
                  <a:lnTo>
                    <a:pt x="2290" y="6942"/>
                  </a:lnTo>
                  <a:lnTo>
                    <a:pt x="2290" y="6942"/>
                  </a:lnTo>
                  <a:lnTo>
                    <a:pt x="2484" y="7137"/>
                  </a:lnTo>
                  <a:lnTo>
                    <a:pt x="2679" y="7283"/>
                  </a:lnTo>
                  <a:lnTo>
                    <a:pt x="2825" y="7380"/>
                  </a:lnTo>
                  <a:lnTo>
                    <a:pt x="2947" y="7405"/>
                  </a:lnTo>
                  <a:lnTo>
                    <a:pt x="2947" y="7405"/>
                  </a:lnTo>
                  <a:lnTo>
                    <a:pt x="3093" y="7380"/>
                  </a:lnTo>
                  <a:lnTo>
                    <a:pt x="3166" y="7356"/>
                  </a:lnTo>
                  <a:lnTo>
                    <a:pt x="3239" y="7332"/>
                  </a:lnTo>
                  <a:lnTo>
                    <a:pt x="3239" y="7332"/>
                  </a:lnTo>
                  <a:lnTo>
                    <a:pt x="3288" y="7283"/>
                  </a:lnTo>
                  <a:lnTo>
                    <a:pt x="3410" y="7259"/>
                  </a:lnTo>
                  <a:lnTo>
                    <a:pt x="3556" y="7234"/>
                  </a:lnTo>
                  <a:lnTo>
                    <a:pt x="3702" y="7234"/>
                  </a:lnTo>
                  <a:lnTo>
                    <a:pt x="3702" y="7234"/>
                  </a:lnTo>
                  <a:lnTo>
                    <a:pt x="3873" y="7234"/>
                  </a:lnTo>
                  <a:lnTo>
                    <a:pt x="4019" y="7283"/>
                  </a:lnTo>
                  <a:lnTo>
                    <a:pt x="4165" y="7332"/>
                  </a:lnTo>
                  <a:lnTo>
                    <a:pt x="4262" y="7429"/>
                  </a:lnTo>
                  <a:lnTo>
                    <a:pt x="4262" y="7429"/>
                  </a:lnTo>
                  <a:lnTo>
                    <a:pt x="4360" y="7502"/>
                  </a:lnTo>
                  <a:lnTo>
                    <a:pt x="4457" y="7551"/>
                  </a:lnTo>
                  <a:lnTo>
                    <a:pt x="4555" y="7600"/>
                  </a:lnTo>
                  <a:lnTo>
                    <a:pt x="4652" y="7600"/>
                  </a:lnTo>
                  <a:lnTo>
                    <a:pt x="4652" y="7600"/>
                  </a:lnTo>
                  <a:lnTo>
                    <a:pt x="4749" y="7648"/>
                  </a:lnTo>
                  <a:lnTo>
                    <a:pt x="4896" y="7721"/>
                  </a:lnTo>
                  <a:lnTo>
                    <a:pt x="5066" y="7843"/>
                  </a:lnTo>
                  <a:lnTo>
                    <a:pt x="5212" y="7989"/>
                  </a:lnTo>
                  <a:lnTo>
                    <a:pt x="5212" y="7989"/>
                  </a:lnTo>
                  <a:lnTo>
                    <a:pt x="5383" y="8135"/>
                  </a:lnTo>
                  <a:lnTo>
                    <a:pt x="5553" y="8257"/>
                  </a:lnTo>
                  <a:lnTo>
                    <a:pt x="5699" y="8330"/>
                  </a:lnTo>
                  <a:lnTo>
                    <a:pt x="5797" y="8355"/>
                  </a:lnTo>
                  <a:lnTo>
                    <a:pt x="5797" y="8355"/>
                  </a:lnTo>
                  <a:lnTo>
                    <a:pt x="5870" y="8379"/>
                  </a:lnTo>
                  <a:lnTo>
                    <a:pt x="5992" y="8428"/>
                  </a:lnTo>
                  <a:lnTo>
                    <a:pt x="6089" y="8476"/>
                  </a:lnTo>
                  <a:lnTo>
                    <a:pt x="6162" y="8549"/>
                  </a:lnTo>
                  <a:lnTo>
                    <a:pt x="6162" y="8549"/>
                  </a:lnTo>
                  <a:lnTo>
                    <a:pt x="6259" y="8622"/>
                  </a:lnTo>
                  <a:lnTo>
                    <a:pt x="6357" y="8695"/>
                  </a:lnTo>
                  <a:lnTo>
                    <a:pt x="6454" y="8720"/>
                  </a:lnTo>
                  <a:lnTo>
                    <a:pt x="6552" y="8744"/>
                  </a:lnTo>
                  <a:lnTo>
                    <a:pt x="6552" y="8744"/>
                  </a:lnTo>
                  <a:lnTo>
                    <a:pt x="6649" y="8769"/>
                  </a:lnTo>
                  <a:lnTo>
                    <a:pt x="6747" y="8793"/>
                  </a:lnTo>
                  <a:lnTo>
                    <a:pt x="6844" y="8866"/>
                  </a:lnTo>
                  <a:lnTo>
                    <a:pt x="6941" y="8939"/>
                  </a:lnTo>
                  <a:lnTo>
                    <a:pt x="6941" y="8939"/>
                  </a:lnTo>
                  <a:lnTo>
                    <a:pt x="7014" y="9036"/>
                  </a:lnTo>
                  <a:lnTo>
                    <a:pt x="7063" y="9134"/>
                  </a:lnTo>
                  <a:lnTo>
                    <a:pt x="7112" y="9231"/>
                  </a:lnTo>
                  <a:lnTo>
                    <a:pt x="7112" y="9304"/>
                  </a:lnTo>
                  <a:lnTo>
                    <a:pt x="7112" y="9304"/>
                  </a:lnTo>
                  <a:lnTo>
                    <a:pt x="7112" y="9402"/>
                  </a:lnTo>
                  <a:lnTo>
                    <a:pt x="7063" y="9499"/>
                  </a:lnTo>
                  <a:lnTo>
                    <a:pt x="7014" y="9597"/>
                  </a:lnTo>
                  <a:lnTo>
                    <a:pt x="6941" y="9694"/>
                  </a:lnTo>
                  <a:lnTo>
                    <a:pt x="6941" y="9694"/>
                  </a:lnTo>
                  <a:lnTo>
                    <a:pt x="6868" y="9791"/>
                  </a:lnTo>
                  <a:lnTo>
                    <a:pt x="6795" y="9889"/>
                  </a:lnTo>
                  <a:lnTo>
                    <a:pt x="6747" y="9986"/>
                  </a:lnTo>
                  <a:lnTo>
                    <a:pt x="6747" y="10084"/>
                  </a:lnTo>
                  <a:lnTo>
                    <a:pt x="6747" y="10084"/>
                  </a:lnTo>
                  <a:lnTo>
                    <a:pt x="6722" y="10181"/>
                  </a:lnTo>
                  <a:lnTo>
                    <a:pt x="6625" y="10327"/>
                  </a:lnTo>
                  <a:lnTo>
                    <a:pt x="6503" y="10473"/>
                  </a:lnTo>
                  <a:lnTo>
                    <a:pt x="6357" y="10644"/>
                  </a:lnTo>
                  <a:lnTo>
                    <a:pt x="6357" y="10644"/>
                  </a:lnTo>
                  <a:lnTo>
                    <a:pt x="6211" y="10814"/>
                  </a:lnTo>
                  <a:lnTo>
                    <a:pt x="6089" y="10961"/>
                  </a:lnTo>
                  <a:lnTo>
                    <a:pt x="6016" y="11107"/>
                  </a:lnTo>
                  <a:lnTo>
                    <a:pt x="5992" y="11204"/>
                  </a:lnTo>
                  <a:lnTo>
                    <a:pt x="5992" y="11204"/>
                  </a:lnTo>
                  <a:lnTo>
                    <a:pt x="5943" y="11326"/>
                  </a:lnTo>
                  <a:lnTo>
                    <a:pt x="5870" y="11472"/>
                  </a:lnTo>
                  <a:lnTo>
                    <a:pt x="5748" y="11618"/>
                  </a:lnTo>
                  <a:lnTo>
                    <a:pt x="5602" y="11789"/>
                  </a:lnTo>
                  <a:lnTo>
                    <a:pt x="5602" y="11789"/>
                  </a:lnTo>
                  <a:lnTo>
                    <a:pt x="5456" y="11935"/>
                  </a:lnTo>
                  <a:lnTo>
                    <a:pt x="5334" y="12105"/>
                  </a:lnTo>
                  <a:lnTo>
                    <a:pt x="5261" y="12251"/>
                  </a:lnTo>
                  <a:lnTo>
                    <a:pt x="5212" y="12349"/>
                  </a:lnTo>
                  <a:lnTo>
                    <a:pt x="5212" y="12349"/>
                  </a:lnTo>
                  <a:lnTo>
                    <a:pt x="5188" y="12446"/>
                  </a:lnTo>
                  <a:lnTo>
                    <a:pt x="5139" y="12568"/>
                  </a:lnTo>
                  <a:lnTo>
                    <a:pt x="5042" y="12714"/>
                  </a:lnTo>
                  <a:lnTo>
                    <a:pt x="4944" y="12836"/>
                  </a:lnTo>
                  <a:lnTo>
                    <a:pt x="4944" y="12836"/>
                  </a:lnTo>
                  <a:lnTo>
                    <a:pt x="4822" y="12958"/>
                  </a:lnTo>
                  <a:lnTo>
                    <a:pt x="4725" y="13079"/>
                  </a:lnTo>
                  <a:lnTo>
                    <a:pt x="4676" y="13201"/>
                  </a:lnTo>
                  <a:lnTo>
                    <a:pt x="4652" y="13299"/>
                  </a:lnTo>
                  <a:lnTo>
                    <a:pt x="4652" y="13299"/>
                  </a:lnTo>
                  <a:lnTo>
                    <a:pt x="4676" y="13469"/>
                  </a:lnTo>
                  <a:lnTo>
                    <a:pt x="4701" y="13542"/>
                  </a:lnTo>
                  <a:lnTo>
                    <a:pt x="4749" y="13591"/>
                  </a:lnTo>
                  <a:lnTo>
                    <a:pt x="4749" y="13591"/>
                  </a:lnTo>
                  <a:lnTo>
                    <a:pt x="4774" y="13640"/>
                  </a:lnTo>
                  <a:lnTo>
                    <a:pt x="4822" y="13713"/>
                  </a:lnTo>
                  <a:lnTo>
                    <a:pt x="4847" y="13883"/>
                  </a:lnTo>
                  <a:lnTo>
                    <a:pt x="4847" y="13883"/>
                  </a:lnTo>
                  <a:lnTo>
                    <a:pt x="4822" y="13956"/>
                  </a:lnTo>
                  <a:lnTo>
                    <a:pt x="4774" y="14005"/>
                  </a:lnTo>
                  <a:lnTo>
                    <a:pt x="4725" y="14054"/>
                  </a:lnTo>
                  <a:lnTo>
                    <a:pt x="4652" y="14054"/>
                  </a:lnTo>
                  <a:lnTo>
                    <a:pt x="4652" y="14054"/>
                  </a:lnTo>
                  <a:lnTo>
                    <a:pt x="4555" y="14054"/>
                  </a:lnTo>
                  <a:lnTo>
                    <a:pt x="4457" y="14005"/>
                  </a:lnTo>
                  <a:lnTo>
                    <a:pt x="4360" y="13956"/>
                  </a:lnTo>
                  <a:lnTo>
                    <a:pt x="4262" y="13883"/>
                  </a:lnTo>
                  <a:lnTo>
                    <a:pt x="4262" y="13883"/>
                  </a:lnTo>
                  <a:lnTo>
                    <a:pt x="4189" y="13761"/>
                  </a:lnTo>
                  <a:lnTo>
                    <a:pt x="4141" y="13615"/>
                  </a:lnTo>
                  <a:lnTo>
                    <a:pt x="4092" y="13469"/>
                  </a:lnTo>
                  <a:lnTo>
                    <a:pt x="4092" y="13299"/>
                  </a:lnTo>
                  <a:lnTo>
                    <a:pt x="4092" y="13299"/>
                  </a:lnTo>
                  <a:lnTo>
                    <a:pt x="4067" y="13152"/>
                  </a:lnTo>
                  <a:lnTo>
                    <a:pt x="4019" y="12982"/>
                  </a:lnTo>
                  <a:lnTo>
                    <a:pt x="3970" y="12836"/>
                  </a:lnTo>
                  <a:lnTo>
                    <a:pt x="3897" y="12738"/>
                  </a:lnTo>
                  <a:lnTo>
                    <a:pt x="3897" y="12738"/>
                  </a:lnTo>
                  <a:lnTo>
                    <a:pt x="3848" y="12690"/>
                  </a:lnTo>
                  <a:lnTo>
                    <a:pt x="3824" y="12592"/>
                  </a:lnTo>
                  <a:lnTo>
                    <a:pt x="3751" y="12349"/>
                  </a:lnTo>
                  <a:lnTo>
                    <a:pt x="3726" y="12056"/>
                  </a:lnTo>
                  <a:lnTo>
                    <a:pt x="3702" y="11716"/>
                  </a:lnTo>
                  <a:lnTo>
                    <a:pt x="3702" y="11472"/>
                  </a:lnTo>
                  <a:lnTo>
                    <a:pt x="3702" y="11472"/>
                  </a:lnTo>
                  <a:lnTo>
                    <a:pt x="3702" y="11301"/>
                  </a:lnTo>
                  <a:lnTo>
                    <a:pt x="3653" y="11107"/>
                  </a:lnTo>
                  <a:lnTo>
                    <a:pt x="3629" y="10936"/>
                  </a:lnTo>
                  <a:lnTo>
                    <a:pt x="3556" y="10741"/>
                  </a:lnTo>
                  <a:lnTo>
                    <a:pt x="3483" y="10571"/>
                  </a:lnTo>
                  <a:lnTo>
                    <a:pt x="3410" y="10425"/>
                  </a:lnTo>
                  <a:lnTo>
                    <a:pt x="3312" y="10279"/>
                  </a:lnTo>
                  <a:lnTo>
                    <a:pt x="3239" y="10181"/>
                  </a:lnTo>
                  <a:lnTo>
                    <a:pt x="3239" y="10181"/>
                  </a:lnTo>
                  <a:lnTo>
                    <a:pt x="3045" y="9962"/>
                  </a:lnTo>
                  <a:lnTo>
                    <a:pt x="2898" y="9767"/>
                  </a:lnTo>
                  <a:lnTo>
                    <a:pt x="2801" y="9621"/>
                  </a:lnTo>
                  <a:lnTo>
                    <a:pt x="2752" y="9499"/>
                  </a:lnTo>
                  <a:lnTo>
                    <a:pt x="2752" y="9499"/>
                  </a:lnTo>
                  <a:lnTo>
                    <a:pt x="2728" y="9353"/>
                  </a:lnTo>
                  <a:lnTo>
                    <a:pt x="2704" y="9280"/>
                  </a:lnTo>
                  <a:lnTo>
                    <a:pt x="2655" y="9231"/>
                  </a:lnTo>
                  <a:lnTo>
                    <a:pt x="2655" y="9231"/>
                  </a:lnTo>
                  <a:lnTo>
                    <a:pt x="2631" y="9158"/>
                  </a:lnTo>
                  <a:lnTo>
                    <a:pt x="2582" y="9036"/>
                  </a:lnTo>
                  <a:lnTo>
                    <a:pt x="2582" y="8890"/>
                  </a:lnTo>
                  <a:lnTo>
                    <a:pt x="2557" y="8744"/>
                  </a:lnTo>
                  <a:lnTo>
                    <a:pt x="2557" y="8744"/>
                  </a:lnTo>
                  <a:lnTo>
                    <a:pt x="2582" y="8598"/>
                  </a:lnTo>
                  <a:lnTo>
                    <a:pt x="2582" y="8452"/>
                  </a:lnTo>
                  <a:lnTo>
                    <a:pt x="2631" y="8330"/>
                  </a:lnTo>
                  <a:lnTo>
                    <a:pt x="2655" y="8281"/>
                  </a:lnTo>
                  <a:lnTo>
                    <a:pt x="2655" y="8281"/>
                  </a:lnTo>
                  <a:lnTo>
                    <a:pt x="2704" y="8208"/>
                  </a:lnTo>
                  <a:lnTo>
                    <a:pt x="2728" y="8160"/>
                  </a:lnTo>
                  <a:lnTo>
                    <a:pt x="2752" y="7989"/>
                  </a:lnTo>
                  <a:lnTo>
                    <a:pt x="2752" y="7989"/>
                  </a:lnTo>
                  <a:lnTo>
                    <a:pt x="2728" y="7819"/>
                  </a:lnTo>
                  <a:lnTo>
                    <a:pt x="2704" y="7746"/>
                  </a:lnTo>
                  <a:lnTo>
                    <a:pt x="2655" y="7697"/>
                  </a:lnTo>
                  <a:lnTo>
                    <a:pt x="2655" y="7697"/>
                  </a:lnTo>
                  <a:lnTo>
                    <a:pt x="2606" y="7673"/>
                  </a:lnTo>
                  <a:lnTo>
                    <a:pt x="2533" y="7624"/>
                  </a:lnTo>
                  <a:lnTo>
                    <a:pt x="2363" y="7600"/>
                  </a:lnTo>
                  <a:lnTo>
                    <a:pt x="2363" y="7600"/>
                  </a:lnTo>
                  <a:lnTo>
                    <a:pt x="2265" y="7575"/>
                  </a:lnTo>
                  <a:lnTo>
                    <a:pt x="2119" y="7502"/>
                  </a:lnTo>
                  <a:lnTo>
                    <a:pt x="1973" y="7380"/>
                  </a:lnTo>
                  <a:lnTo>
                    <a:pt x="1802" y="7234"/>
                  </a:lnTo>
                  <a:lnTo>
                    <a:pt x="1802" y="7234"/>
                  </a:lnTo>
                  <a:lnTo>
                    <a:pt x="1632" y="7088"/>
                  </a:lnTo>
                  <a:lnTo>
                    <a:pt x="1486" y="6966"/>
                  </a:lnTo>
                  <a:lnTo>
                    <a:pt x="1340" y="6869"/>
                  </a:lnTo>
                  <a:lnTo>
                    <a:pt x="1242" y="6845"/>
                  </a:lnTo>
                  <a:lnTo>
                    <a:pt x="1242" y="6845"/>
                  </a:lnTo>
                  <a:lnTo>
                    <a:pt x="1121" y="6796"/>
                  </a:lnTo>
                  <a:lnTo>
                    <a:pt x="926" y="6674"/>
                  </a:lnTo>
                  <a:lnTo>
                    <a:pt x="706" y="6504"/>
                  </a:lnTo>
                  <a:lnTo>
                    <a:pt x="463" y="6284"/>
                  </a:lnTo>
                  <a:lnTo>
                    <a:pt x="463" y="6284"/>
                  </a:lnTo>
                  <a:lnTo>
                    <a:pt x="171" y="5919"/>
                  </a:lnTo>
                  <a:lnTo>
                    <a:pt x="0" y="5700"/>
                  </a:lnTo>
                  <a:lnTo>
                    <a:pt x="0" y="5700"/>
                  </a:lnTo>
                  <a:lnTo>
                    <a:pt x="0" y="572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8" name="CustomShape 222"/>
            <p:cNvSpPr/>
            <p:nvPr/>
          </p:nvSpPr>
          <p:spPr>
            <a:xfrm>
              <a:off x="5003640" y="3234240"/>
              <a:ext cx="72360" cy="39600"/>
            </a:xfrm>
            <a:custGeom>
              <a:avLst/>
              <a:gdLst/>
              <a:ahLst/>
              <a:rect l="l" t="t" r="r" b="b"/>
              <a:pathLst>
                <a:path w="3459" h="1901">
                  <a:moveTo>
                    <a:pt x="2022" y="1340"/>
                  </a:moveTo>
                  <a:lnTo>
                    <a:pt x="2022" y="1340"/>
                  </a:lnTo>
                  <a:lnTo>
                    <a:pt x="1924" y="1413"/>
                  </a:lnTo>
                  <a:lnTo>
                    <a:pt x="1827" y="1486"/>
                  </a:lnTo>
                  <a:lnTo>
                    <a:pt x="1729" y="1511"/>
                  </a:lnTo>
                  <a:lnTo>
                    <a:pt x="1632" y="1535"/>
                  </a:lnTo>
                  <a:lnTo>
                    <a:pt x="1632" y="1535"/>
                  </a:lnTo>
                  <a:lnTo>
                    <a:pt x="1559" y="1535"/>
                  </a:lnTo>
                  <a:lnTo>
                    <a:pt x="1461" y="1584"/>
                  </a:lnTo>
                  <a:lnTo>
                    <a:pt x="1340" y="1657"/>
                  </a:lnTo>
                  <a:lnTo>
                    <a:pt x="1267" y="1730"/>
                  </a:lnTo>
                  <a:lnTo>
                    <a:pt x="1267" y="1730"/>
                  </a:lnTo>
                  <a:lnTo>
                    <a:pt x="1169" y="1803"/>
                  </a:lnTo>
                  <a:lnTo>
                    <a:pt x="1072" y="1852"/>
                  </a:lnTo>
                  <a:lnTo>
                    <a:pt x="974" y="1900"/>
                  </a:lnTo>
                  <a:lnTo>
                    <a:pt x="877" y="1900"/>
                  </a:lnTo>
                  <a:lnTo>
                    <a:pt x="877" y="1900"/>
                  </a:lnTo>
                  <a:lnTo>
                    <a:pt x="779" y="1900"/>
                  </a:lnTo>
                  <a:lnTo>
                    <a:pt x="682" y="1852"/>
                  </a:lnTo>
                  <a:lnTo>
                    <a:pt x="585" y="1803"/>
                  </a:lnTo>
                  <a:lnTo>
                    <a:pt x="512" y="1730"/>
                  </a:lnTo>
                  <a:lnTo>
                    <a:pt x="512" y="1730"/>
                  </a:lnTo>
                  <a:lnTo>
                    <a:pt x="438" y="1633"/>
                  </a:lnTo>
                  <a:lnTo>
                    <a:pt x="414" y="1535"/>
                  </a:lnTo>
                  <a:lnTo>
                    <a:pt x="438" y="1438"/>
                  </a:lnTo>
                  <a:lnTo>
                    <a:pt x="512" y="1340"/>
                  </a:lnTo>
                  <a:lnTo>
                    <a:pt x="512" y="1340"/>
                  </a:lnTo>
                  <a:lnTo>
                    <a:pt x="585" y="1243"/>
                  </a:lnTo>
                  <a:lnTo>
                    <a:pt x="633" y="1145"/>
                  </a:lnTo>
                  <a:lnTo>
                    <a:pt x="682" y="1048"/>
                  </a:lnTo>
                  <a:lnTo>
                    <a:pt x="682" y="951"/>
                  </a:lnTo>
                  <a:lnTo>
                    <a:pt x="682" y="951"/>
                  </a:lnTo>
                  <a:lnTo>
                    <a:pt x="658" y="804"/>
                  </a:lnTo>
                  <a:lnTo>
                    <a:pt x="633" y="731"/>
                  </a:lnTo>
                  <a:lnTo>
                    <a:pt x="585" y="683"/>
                  </a:lnTo>
                  <a:lnTo>
                    <a:pt x="585" y="683"/>
                  </a:lnTo>
                  <a:lnTo>
                    <a:pt x="536" y="634"/>
                  </a:lnTo>
                  <a:lnTo>
                    <a:pt x="463" y="610"/>
                  </a:lnTo>
                  <a:lnTo>
                    <a:pt x="317" y="585"/>
                  </a:lnTo>
                  <a:lnTo>
                    <a:pt x="317" y="585"/>
                  </a:lnTo>
                  <a:lnTo>
                    <a:pt x="146" y="561"/>
                  </a:lnTo>
                  <a:lnTo>
                    <a:pt x="73" y="512"/>
                  </a:lnTo>
                  <a:lnTo>
                    <a:pt x="24" y="488"/>
                  </a:lnTo>
                  <a:lnTo>
                    <a:pt x="24" y="488"/>
                  </a:lnTo>
                  <a:lnTo>
                    <a:pt x="0" y="439"/>
                  </a:lnTo>
                  <a:lnTo>
                    <a:pt x="24" y="366"/>
                  </a:lnTo>
                  <a:lnTo>
                    <a:pt x="49" y="293"/>
                  </a:lnTo>
                  <a:lnTo>
                    <a:pt x="122" y="196"/>
                  </a:lnTo>
                  <a:lnTo>
                    <a:pt x="122" y="196"/>
                  </a:lnTo>
                  <a:lnTo>
                    <a:pt x="171" y="171"/>
                  </a:lnTo>
                  <a:lnTo>
                    <a:pt x="268" y="123"/>
                  </a:lnTo>
                  <a:lnTo>
                    <a:pt x="512" y="74"/>
                  </a:lnTo>
                  <a:lnTo>
                    <a:pt x="804" y="25"/>
                  </a:lnTo>
                  <a:lnTo>
                    <a:pt x="1145" y="1"/>
                  </a:lnTo>
                  <a:lnTo>
                    <a:pt x="2509" y="1"/>
                  </a:lnTo>
                  <a:lnTo>
                    <a:pt x="2509" y="1"/>
                  </a:lnTo>
                  <a:lnTo>
                    <a:pt x="2850" y="25"/>
                  </a:lnTo>
                  <a:lnTo>
                    <a:pt x="3142" y="49"/>
                  </a:lnTo>
                  <a:lnTo>
                    <a:pt x="3337" y="74"/>
                  </a:lnTo>
                  <a:lnTo>
                    <a:pt x="3434" y="98"/>
                  </a:lnTo>
                  <a:lnTo>
                    <a:pt x="3434" y="98"/>
                  </a:lnTo>
                  <a:lnTo>
                    <a:pt x="3458" y="123"/>
                  </a:lnTo>
                  <a:lnTo>
                    <a:pt x="3434" y="171"/>
                  </a:lnTo>
                  <a:lnTo>
                    <a:pt x="3361" y="317"/>
                  </a:lnTo>
                  <a:lnTo>
                    <a:pt x="3239" y="488"/>
                  </a:lnTo>
                  <a:lnTo>
                    <a:pt x="3069" y="683"/>
                  </a:lnTo>
                  <a:lnTo>
                    <a:pt x="3069" y="683"/>
                  </a:lnTo>
                  <a:lnTo>
                    <a:pt x="2874" y="853"/>
                  </a:lnTo>
                  <a:lnTo>
                    <a:pt x="2679" y="999"/>
                  </a:lnTo>
                  <a:lnTo>
                    <a:pt x="2509" y="1121"/>
                  </a:lnTo>
                  <a:lnTo>
                    <a:pt x="2411" y="1145"/>
                  </a:lnTo>
                  <a:lnTo>
                    <a:pt x="2411" y="1145"/>
                  </a:lnTo>
                  <a:lnTo>
                    <a:pt x="2314" y="1170"/>
                  </a:lnTo>
                  <a:lnTo>
                    <a:pt x="2216" y="1194"/>
                  </a:lnTo>
                  <a:lnTo>
                    <a:pt x="2119" y="1267"/>
                  </a:lnTo>
                  <a:lnTo>
                    <a:pt x="2022" y="1340"/>
                  </a:lnTo>
                  <a:lnTo>
                    <a:pt x="2022" y="134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9" name="CustomShape 223"/>
            <p:cNvSpPr/>
            <p:nvPr/>
          </p:nvSpPr>
          <p:spPr>
            <a:xfrm>
              <a:off x="5196240" y="3439440"/>
              <a:ext cx="15480" cy="28800"/>
            </a:xfrm>
            <a:custGeom>
              <a:avLst/>
              <a:gdLst/>
              <a:ahLst/>
              <a:rect l="l" t="t" r="r" b="b"/>
              <a:pathLst>
                <a:path w="756" h="1389">
                  <a:moveTo>
                    <a:pt x="585" y="682"/>
                  </a:moveTo>
                  <a:lnTo>
                    <a:pt x="585" y="682"/>
                  </a:lnTo>
                  <a:lnTo>
                    <a:pt x="512" y="779"/>
                  </a:lnTo>
                  <a:lnTo>
                    <a:pt x="439" y="877"/>
                  </a:lnTo>
                  <a:lnTo>
                    <a:pt x="390" y="974"/>
                  </a:lnTo>
                  <a:lnTo>
                    <a:pt x="390" y="1072"/>
                  </a:lnTo>
                  <a:lnTo>
                    <a:pt x="390" y="1072"/>
                  </a:lnTo>
                  <a:lnTo>
                    <a:pt x="366" y="1218"/>
                  </a:lnTo>
                  <a:lnTo>
                    <a:pt x="317" y="1291"/>
                  </a:lnTo>
                  <a:lnTo>
                    <a:pt x="293" y="1364"/>
                  </a:lnTo>
                  <a:lnTo>
                    <a:pt x="293" y="1364"/>
                  </a:lnTo>
                  <a:lnTo>
                    <a:pt x="244" y="1388"/>
                  </a:lnTo>
                  <a:lnTo>
                    <a:pt x="195" y="1388"/>
                  </a:lnTo>
                  <a:lnTo>
                    <a:pt x="147" y="1388"/>
                  </a:lnTo>
                  <a:lnTo>
                    <a:pt x="98" y="1364"/>
                  </a:lnTo>
                  <a:lnTo>
                    <a:pt x="98" y="1364"/>
                  </a:lnTo>
                  <a:lnTo>
                    <a:pt x="74" y="1291"/>
                  </a:lnTo>
                  <a:lnTo>
                    <a:pt x="25" y="1169"/>
                  </a:lnTo>
                  <a:lnTo>
                    <a:pt x="25" y="1023"/>
                  </a:lnTo>
                  <a:lnTo>
                    <a:pt x="1" y="877"/>
                  </a:lnTo>
                  <a:lnTo>
                    <a:pt x="1" y="877"/>
                  </a:lnTo>
                  <a:lnTo>
                    <a:pt x="25" y="706"/>
                  </a:lnTo>
                  <a:lnTo>
                    <a:pt x="98" y="536"/>
                  </a:lnTo>
                  <a:lnTo>
                    <a:pt x="171" y="365"/>
                  </a:lnTo>
                  <a:lnTo>
                    <a:pt x="293" y="219"/>
                  </a:lnTo>
                  <a:lnTo>
                    <a:pt x="293" y="219"/>
                  </a:lnTo>
                  <a:lnTo>
                    <a:pt x="415" y="122"/>
                  </a:lnTo>
                  <a:lnTo>
                    <a:pt x="512" y="49"/>
                  </a:lnTo>
                  <a:lnTo>
                    <a:pt x="609" y="0"/>
                  </a:lnTo>
                  <a:lnTo>
                    <a:pt x="682" y="24"/>
                  </a:lnTo>
                  <a:lnTo>
                    <a:pt x="682" y="24"/>
                  </a:lnTo>
                  <a:lnTo>
                    <a:pt x="707" y="73"/>
                  </a:lnTo>
                  <a:lnTo>
                    <a:pt x="731" y="146"/>
                  </a:lnTo>
                  <a:lnTo>
                    <a:pt x="756" y="317"/>
                  </a:lnTo>
                  <a:lnTo>
                    <a:pt x="756" y="317"/>
                  </a:lnTo>
                  <a:lnTo>
                    <a:pt x="756" y="390"/>
                  </a:lnTo>
                  <a:lnTo>
                    <a:pt x="707" y="487"/>
                  </a:lnTo>
                  <a:lnTo>
                    <a:pt x="658" y="609"/>
                  </a:lnTo>
                  <a:lnTo>
                    <a:pt x="585" y="682"/>
                  </a:lnTo>
                  <a:lnTo>
                    <a:pt x="585" y="68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90" name="CustomShape 224"/>
            <p:cNvSpPr/>
            <p:nvPr/>
          </p:nvSpPr>
          <p:spPr>
            <a:xfrm>
              <a:off x="5066280" y="3255120"/>
              <a:ext cx="171000" cy="234000"/>
            </a:xfrm>
            <a:custGeom>
              <a:avLst/>
              <a:gdLst/>
              <a:ahLst/>
              <a:rect l="l" t="t" r="r" b="b"/>
              <a:pathLst>
                <a:path w="8160" h="11155">
                  <a:moveTo>
                    <a:pt x="8159" y="4774"/>
                  </a:moveTo>
                  <a:lnTo>
                    <a:pt x="8159" y="4774"/>
                  </a:lnTo>
                  <a:lnTo>
                    <a:pt x="7599" y="4701"/>
                  </a:lnTo>
                  <a:lnTo>
                    <a:pt x="7283" y="4652"/>
                  </a:lnTo>
                  <a:lnTo>
                    <a:pt x="7136" y="4603"/>
                  </a:lnTo>
                  <a:lnTo>
                    <a:pt x="7136" y="4603"/>
                  </a:lnTo>
                  <a:lnTo>
                    <a:pt x="7088" y="4579"/>
                  </a:lnTo>
                  <a:lnTo>
                    <a:pt x="7015" y="4555"/>
                  </a:lnTo>
                  <a:lnTo>
                    <a:pt x="6844" y="4530"/>
                  </a:lnTo>
                  <a:lnTo>
                    <a:pt x="6844" y="4530"/>
                  </a:lnTo>
                  <a:lnTo>
                    <a:pt x="6747" y="4506"/>
                  </a:lnTo>
                  <a:lnTo>
                    <a:pt x="6649" y="4457"/>
                  </a:lnTo>
                  <a:lnTo>
                    <a:pt x="6552" y="4409"/>
                  </a:lnTo>
                  <a:lnTo>
                    <a:pt x="6454" y="4336"/>
                  </a:lnTo>
                  <a:lnTo>
                    <a:pt x="6454" y="4336"/>
                  </a:lnTo>
                  <a:lnTo>
                    <a:pt x="6381" y="4262"/>
                  </a:lnTo>
                  <a:lnTo>
                    <a:pt x="6308" y="4214"/>
                  </a:lnTo>
                  <a:lnTo>
                    <a:pt x="6235" y="4214"/>
                  </a:lnTo>
                  <a:lnTo>
                    <a:pt x="6187" y="4238"/>
                  </a:lnTo>
                  <a:lnTo>
                    <a:pt x="6187" y="4238"/>
                  </a:lnTo>
                  <a:lnTo>
                    <a:pt x="6162" y="4287"/>
                  </a:lnTo>
                  <a:lnTo>
                    <a:pt x="6162" y="4360"/>
                  </a:lnTo>
                  <a:lnTo>
                    <a:pt x="6211" y="4433"/>
                  </a:lnTo>
                  <a:lnTo>
                    <a:pt x="6284" y="4530"/>
                  </a:lnTo>
                  <a:lnTo>
                    <a:pt x="6284" y="4530"/>
                  </a:lnTo>
                  <a:lnTo>
                    <a:pt x="6357" y="4603"/>
                  </a:lnTo>
                  <a:lnTo>
                    <a:pt x="6454" y="4652"/>
                  </a:lnTo>
                  <a:lnTo>
                    <a:pt x="6576" y="4701"/>
                  </a:lnTo>
                  <a:lnTo>
                    <a:pt x="6649" y="4701"/>
                  </a:lnTo>
                  <a:lnTo>
                    <a:pt x="6649" y="4701"/>
                  </a:lnTo>
                  <a:lnTo>
                    <a:pt x="6747" y="4725"/>
                  </a:lnTo>
                  <a:lnTo>
                    <a:pt x="6844" y="4774"/>
                  </a:lnTo>
                  <a:lnTo>
                    <a:pt x="6942" y="4823"/>
                  </a:lnTo>
                  <a:lnTo>
                    <a:pt x="7039" y="4896"/>
                  </a:lnTo>
                  <a:lnTo>
                    <a:pt x="7039" y="4896"/>
                  </a:lnTo>
                  <a:lnTo>
                    <a:pt x="7063" y="4944"/>
                  </a:lnTo>
                  <a:lnTo>
                    <a:pt x="7088" y="4993"/>
                  </a:lnTo>
                  <a:lnTo>
                    <a:pt x="7063" y="5139"/>
                  </a:lnTo>
                  <a:lnTo>
                    <a:pt x="6966" y="5310"/>
                  </a:lnTo>
                  <a:lnTo>
                    <a:pt x="6844" y="5480"/>
                  </a:lnTo>
                  <a:lnTo>
                    <a:pt x="6844" y="5480"/>
                  </a:lnTo>
                  <a:lnTo>
                    <a:pt x="6674" y="5626"/>
                  </a:lnTo>
                  <a:lnTo>
                    <a:pt x="6528" y="5748"/>
                  </a:lnTo>
                  <a:lnTo>
                    <a:pt x="6381" y="5821"/>
                  </a:lnTo>
                  <a:lnTo>
                    <a:pt x="6284" y="5846"/>
                  </a:lnTo>
                  <a:lnTo>
                    <a:pt x="6284" y="5846"/>
                  </a:lnTo>
                  <a:lnTo>
                    <a:pt x="6113" y="5870"/>
                  </a:lnTo>
                  <a:lnTo>
                    <a:pt x="6040" y="5894"/>
                  </a:lnTo>
                  <a:lnTo>
                    <a:pt x="5992" y="5943"/>
                  </a:lnTo>
                  <a:lnTo>
                    <a:pt x="5992" y="5943"/>
                  </a:lnTo>
                  <a:lnTo>
                    <a:pt x="5943" y="5967"/>
                  </a:lnTo>
                  <a:lnTo>
                    <a:pt x="5894" y="5992"/>
                  </a:lnTo>
                  <a:lnTo>
                    <a:pt x="5846" y="5967"/>
                  </a:lnTo>
                  <a:lnTo>
                    <a:pt x="5797" y="5943"/>
                  </a:lnTo>
                  <a:lnTo>
                    <a:pt x="5797" y="5943"/>
                  </a:lnTo>
                  <a:lnTo>
                    <a:pt x="5773" y="5894"/>
                  </a:lnTo>
                  <a:lnTo>
                    <a:pt x="5724" y="5821"/>
                  </a:lnTo>
                  <a:lnTo>
                    <a:pt x="5699" y="5651"/>
                  </a:lnTo>
                  <a:lnTo>
                    <a:pt x="5699" y="5651"/>
                  </a:lnTo>
                  <a:lnTo>
                    <a:pt x="5675" y="5553"/>
                  </a:lnTo>
                  <a:lnTo>
                    <a:pt x="5602" y="5407"/>
                  </a:lnTo>
                  <a:lnTo>
                    <a:pt x="5480" y="5261"/>
                  </a:lnTo>
                  <a:lnTo>
                    <a:pt x="5334" y="5091"/>
                  </a:lnTo>
                  <a:lnTo>
                    <a:pt x="5334" y="5091"/>
                  </a:lnTo>
                  <a:lnTo>
                    <a:pt x="5188" y="4920"/>
                  </a:lnTo>
                  <a:lnTo>
                    <a:pt x="5066" y="4774"/>
                  </a:lnTo>
                  <a:lnTo>
                    <a:pt x="4969" y="4628"/>
                  </a:lnTo>
                  <a:lnTo>
                    <a:pt x="4944" y="4530"/>
                  </a:lnTo>
                  <a:lnTo>
                    <a:pt x="4944" y="4530"/>
                  </a:lnTo>
                  <a:lnTo>
                    <a:pt x="4944" y="4457"/>
                  </a:lnTo>
                  <a:lnTo>
                    <a:pt x="4920" y="4409"/>
                  </a:lnTo>
                  <a:lnTo>
                    <a:pt x="4896" y="4409"/>
                  </a:lnTo>
                  <a:lnTo>
                    <a:pt x="4847" y="4433"/>
                  </a:lnTo>
                  <a:lnTo>
                    <a:pt x="4847" y="4433"/>
                  </a:lnTo>
                  <a:lnTo>
                    <a:pt x="4823" y="4482"/>
                  </a:lnTo>
                  <a:lnTo>
                    <a:pt x="4774" y="4555"/>
                  </a:lnTo>
                  <a:lnTo>
                    <a:pt x="4750" y="4701"/>
                  </a:lnTo>
                  <a:lnTo>
                    <a:pt x="4750" y="4701"/>
                  </a:lnTo>
                  <a:lnTo>
                    <a:pt x="4774" y="4798"/>
                  </a:lnTo>
                  <a:lnTo>
                    <a:pt x="4847" y="4920"/>
                  </a:lnTo>
                  <a:lnTo>
                    <a:pt x="4920" y="5066"/>
                  </a:lnTo>
                  <a:lnTo>
                    <a:pt x="5042" y="5188"/>
                  </a:lnTo>
                  <a:lnTo>
                    <a:pt x="5042" y="5188"/>
                  </a:lnTo>
                  <a:lnTo>
                    <a:pt x="5139" y="5310"/>
                  </a:lnTo>
                  <a:lnTo>
                    <a:pt x="5237" y="5431"/>
                  </a:lnTo>
                  <a:lnTo>
                    <a:pt x="5310" y="5553"/>
                  </a:lnTo>
                  <a:lnTo>
                    <a:pt x="5334" y="5651"/>
                  </a:lnTo>
                  <a:lnTo>
                    <a:pt x="5334" y="5651"/>
                  </a:lnTo>
                  <a:lnTo>
                    <a:pt x="5334" y="5748"/>
                  </a:lnTo>
                  <a:lnTo>
                    <a:pt x="5383" y="5846"/>
                  </a:lnTo>
                  <a:lnTo>
                    <a:pt x="5432" y="5943"/>
                  </a:lnTo>
                  <a:lnTo>
                    <a:pt x="5505" y="6040"/>
                  </a:lnTo>
                  <a:lnTo>
                    <a:pt x="5505" y="6040"/>
                  </a:lnTo>
                  <a:lnTo>
                    <a:pt x="5626" y="6113"/>
                  </a:lnTo>
                  <a:lnTo>
                    <a:pt x="5773" y="6162"/>
                  </a:lnTo>
                  <a:lnTo>
                    <a:pt x="5919" y="6211"/>
                  </a:lnTo>
                  <a:lnTo>
                    <a:pt x="6089" y="6235"/>
                  </a:lnTo>
                  <a:lnTo>
                    <a:pt x="6089" y="6235"/>
                  </a:lnTo>
                  <a:lnTo>
                    <a:pt x="6235" y="6235"/>
                  </a:lnTo>
                  <a:lnTo>
                    <a:pt x="6357" y="6284"/>
                  </a:lnTo>
                  <a:lnTo>
                    <a:pt x="6430" y="6333"/>
                  </a:lnTo>
                  <a:lnTo>
                    <a:pt x="6454" y="6381"/>
                  </a:lnTo>
                  <a:lnTo>
                    <a:pt x="6454" y="6430"/>
                  </a:lnTo>
                  <a:lnTo>
                    <a:pt x="6454" y="6430"/>
                  </a:lnTo>
                  <a:lnTo>
                    <a:pt x="6430" y="6527"/>
                  </a:lnTo>
                  <a:lnTo>
                    <a:pt x="6308" y="6722"/>
                  </a:lnTo>
                  <a:lnTo>
                    <a:pt x="6113" y="6941"/>
                  </a:lnTo>
                  <a:lnTo>
                    <a:pt x="5894" y="7185"/>
                  </a:lnTo>
                  <a:lnTo>
                    <a:pt x="5894" y="7185"/>
                  </a:lnTo>
                  <a:lnTo>
                    <a:pt x="5675" y="7429"/>
                  </a:lnTo>
                  <a:lnTo>
                    <a:pt x="5505" y="7696"/>
                  </a:lnTo>
                  <a:lnTo>
                    <a:pt x="5358" y="7940"/>
                  </a:lnTo>
                  <a:lnTo>
                    <a:pt x="5334" y="8037"/>
                  </a:lnTo>
                  <a:lnTo>
                    <a:pt x="5334" y="8135"/>
                  </a:lnTo>
                  <a:lnTo>
                    <a:pt x="5334" y="8135"/>
                  </a:lnTo>
                  <a:lnTo>
                    <a:pt x="5334" y="8281"/>
                  </a:lnTo>
                  <a:lnTo>
                    <a:pt x="5358" y="8427"/>
                  </a:lnTo>
                  <a:lnTo>
                    <a:pt x="5383" y="8525"/>
                  </a:lnTo>
                  <a:lnTo>
                    <a:pt x="5432" y="8598"/>
                  </a:lnTo>
                  <a:lnTo>
                    <a:pt x="5432" y="8598"/>
                  </a:lnTo>
                  <a:lnTo>
                    <a:pt x="5456" y="8646"/>
                  </a:lnTo>
                  <a:lnTo>
                    <a:pt x="5480" y="8719"/>
                  </a:lnTo>
                  <a:lnTo>
                    <a:pt x="5505" y="8890"/>
                  </a:lnTo>
                  <a:lnTo>
                    <a:pt x="5505" y="8890"/>
                  </a:lnTo>
                  <a:lnTo>
                    <a:pt x="5480" y="8987"/>
                  </a:lnTo>
                  <a:lnTo>
                    <a:pt x="5383" y="9158"/>
                  </a:lnTo>
                  <a:lnTo>
                    <a:pt x="5237" y="9353"/>
                  </a:lnTo>
                  <a:lnTo>
                    <a:pt x="5042" y="9547"/>
                  </a:lnTo>
                  <a:lnTo>
                    <a:pt x="5042" y="9547"/>
                  </a:lnTo>
                  <a:lnTo>
                    <a:pt x="4847" y="9742"/>
                  </a:lnTo>
                  <a:lnTo>
                    <a:pt x="4701" y="9937"/>
                  </a:lnTo>
                  <a:lnTo>
                    <a:pt x="4603" y="10108"/>
                  </a:lnTo>
                  <a:lnTo>
                    <a:pt x="4555" y="10205"/>
                  </a:lnTo>
                  <a:lnTo>
                    <a:pt x="4555" y="10205"/>
                  </a:lnTo>
                  <a:lnTo>
                    <a:pt x="4530" y="10327"/>
                  </a:lnTo>
                  <a:lnTo>
                    <a:pt x="4457" y="10473"/>
                  </a:lnTo>
                  <a:lnTo>
                    <a:pt x="4336" y="10619"/>
                  </a:lnTo>
                  <a:lnTo>
                    <a:pt x="4189" y="10790"/>
                  </a:lnTo>
                  <a:lnTo>
                    <a:pt x="4189" y="10790"/>
                  </a:lnTo>
                  <a:lnTo>
                    <a:pt x="4019" y="10936"/>
                  </a:lnTo>
                  <a:lnTo>
                    <a:pt x="3873" y="11057"/>
                  </a:lnTo>
                  <a:lnTo>
                    <a:pt x="3727" y="11131"/>
                  </a:lnTo>
                  <a:lnTo>
                    <a:pt x="3605" y="11155"/>
                  </a:lnTo>
                  <a:lnTo>
                    <a:pt x="3605" y="11155"/>
                  </a:lnTo>
                  <a:lnTo>
                    <a:pt x="3532" y="11155"/>
                  </a:lnTo>
                  <a:lnTo>
                    <a:pt x="3434" y="11106"/>
                  </a:lnTo>
                  <a:lnTo>
                    <a:pt x="3337" y="11057"/>
                  </a:lnTo>
                  <a:lnTo>
                    <a:pt x="3240" y="10984"/>
                  </a:lnTo>
                  <a:lnTo>
                    <a:pt x="3240" y="10984"/>
                  </a:lnTo>
                  <a:lnTo>
                    <a:pt x="3167" y="10887"/>
                  </a:lnTo>
                  <a:lnTo>
                    <a:pt x="3093" y="10790"/>
                  </a:lnTo>
                  <a:lnTo>
                    <a:pt x="3069" y="10692"/>
                  </a:lnTo>
                  <a:lnTo>
                    <a:pt x="3045" y="10595"/>
                  </a:lnTo>
                  <a:lnTo>
                    <a:pt x="3045" y="10595"/>
                  </a:lnTo>
                  <a:lnTo>
                    <a:pt x="3020" y="10424"/>
                  </a:lnTo>
                  <a:lnTo>
                    <a:pt x="2996" y="10351"/>
                  </a:lnTo>
                  <a:lnTo>
                    <a:pt x="2947" y="10302"/>
                  </a:lnTo>
                  <a:lnTo>
                    <a:pt x="2947" y="10302"/>
                  </a:lnTo>
                  <a:lnTo>
                    <a:pt x="2923" y="10254"/>
                  </a:lnTo>
                  <a:lnTo>
                    <a:pt x="2874" y="10181"/>
                  </a:lnTo>
                  <a:lnTo>
                    <a:pt x="2850" y="10035"/>
                  </a:lnTo>
                  <a:lnTo>
                    <a:pt x="2850" y="10035"/>
                  </a:lnTo>
                  <a:lnTo>
                    <a:pt x="2826" y="9864"/>
                  </a:lnTo>
                  <a:lnTo>
                    <a:pt x="2801" y="9791"/>
                  </a:lnTo>
                  <a:lnTo>
                    <a:pt x="2752" y="9742"/>
                  </a:lnTo>
                  <a:lnTo>
                    <a:pt x="2752" y="9742"/>
                  </a:lnTo>
                  <a:lnTo>
                    <a:pt x="2728" y="9669"/>
                  </a:lnTo>
                  <a:lnTo>
                    <a:pt x="2704" y="9572"/>
                  </a:lnTo>
                  <a:lnTo>
                    <a:pt x="2679" y="9426"/>
                  </a:lnTo>
                  <a:lnTo>
                    <a:pt x="2655" y="9255"/>
                  </a:lnTo>
                  <a:lnTo>
                    <a:pt x="2655" y="9255"/>
                  </a:lnTo>
                  <a:lnTo>
                    <a:pt x="2679" y="9109"/>
                  </a:lnTo>
                  <a:lnTo>
                    <a:pt x="2704" y="8963"/>
                  </a:lnTo>
                  <a:lnTo>
                    <a:pt x="2728" y="8866"/>
                  </a:lnTo>
                  <a:lnTo>
                    <a:pt x="2752" y="8792"/>
                  </a:lnTo>
                  <a:lnTo>
                    <a:pt x="2752" y="8792"/>
                  </a:lnTo>
                  <a:lnTo>
                    <a:pt x="2801" y="8744"/>
                  </a:lnTo>
                  <a:lnTo>
                    <a:pt x="2826" y="8671"/>
                  </a:lnTo>
                  <a:lnTo>
                    <a:pt x="2850" y="8500"/>
                  </a:lnTo>
                  <a:lnTo>
                    <a:pt x="2850" y="8500"/>
                  </a:lnTo>
                  <a:lnTo>
                    <a:pt x="2826" y="8403"/>
                  </a:lnTo>
                  <a:lnTo>
                    <a:pt x="2777" y="8281"/>
                  </a:lnTo>
                  <a:lnTo>
                    <a:pt x="2679" y="8159"/>
                  </a:lnTo>
                  <a:lnTo>
                    <a:pt x="2582" y="8037"/>
                  </a:lnTo>
                  <a:lnTo>
                    <a:pt x="2582" y="8037"/>
                  </a:lnTo>
                  <a:lnTo>
                    <a:pt x="2460" y="7891"/>
                  </a:lnTo>
                  <a:lnTo>
                    <a:pt x="2363" y="7721"/>
                  </a:lnTo>
                  <a:lnTo>
                    <a:pt x="2314" y="7526"/>
                  </a:lnTo>
                  <a:lnTo>
                    <a:pt x="2290" y="7356"/>
                  </a:lnTo>
                  <a:lnTo>
                    <a:pt x="2290" y="7356"/>
                  </a:lnTo>
                  <a:lnTo>
                    <a:pt x="2290" y="7209"/>
                  </a:lnTo>
                  <a:lnTo>
                    <a:pt x="2265" y="7063"/>
                  </a:lnTo>
                  <a:lnTo>
                    <a:pt x="2217" y="6966"/>
                  </a:lnTo>
                  <a:lnTo>
                    <a:pt x="2192" y="6893"/>
                  </a:lnTo>
                  <a:lnTo>
                    <a:pt x="2192" y="6893"/>
                  </a:lnTo>
                  <a:lnTo>
                    <a:pt x="2144" y="6844"/>
                  </a:lnTo>
                  <a:lnTo>
                    <a:pt x="2071" y="6820"/>
                  </a:lnTo>
                  <a:lnTo>
                    <a:pt x="1900" y="6795"/>
                  </a:lnTo>
                  <a:lnTo>
                    <a:pt x="1900" y="6795"/>
                  </a:lnTo>
                  <a:lnTo>
                    <a:pt x="1754" y="6820"/>
                  </a:lnTo>
                  <a:lnTo>
                    <a:pt x="1681" y="6844"/>
                  </a:lnTo>
                  <a:lnTo>
                    <a:pt x="1632" y="6893"/>
                  </a:lnTo>
                  <a:lnTo>
                    <a:pt x="1632" y="6893"/>
                  </a:lnTo>
                  <a:lnTo>
                    <a:pt x="1559" y="6941"/>
                  </a:lnTo>
                  <a:lnTo>
                    <a:pt x="1437" y="6966"/>
                  </a:lnTo>
                  <a:lnTo>
                    <a:pt x="1291" y="6990"/>
                  </a:lnTo>
                  <a:lnTo>
                    <a:pt x="1145" y="6990"/>
                  </a:lnTo>
                  <a:lnTo>
                    <a:pt x="1145" y="6990"/>
                  </a:lnTo>
                  <a:lnTo>
                    <a:pt x="975" y="6966"/>
                  </a:lnTo>
                  <a:lnTo>
                    <a:pt x="780" y="6868"/>
                  </a:lnTo>
                  <a:lnTo>
                    <a:pt x="561" y="6747"/>
                  </a:lnTo>
                  <a:lnTo>
                    <a:pt x="390" y="6601"/>
                  </a:lnTo>
                  <a:lnTo>
                    <a:pt x="390" y="6601"/>
                  </a:lnTo>
                  <a:lnTo>
                    <a:pt x="317" y="6527"/>
                  </a:lnTo>
                  <a:lnTo>
                    <a:pt x="244" y="6406"/>
                  </a:lnTo>
                  <a:lnTo>
                    <a:pt x="122" y="6113"/>
                  </a:lnTo>
                  <a:lnTo>
                    <a:pt x="49" y="5797"/>
                  </a:lnTo>
                  <a:lnTo>
                    <a:pt x="0" y="5480"/>
                  </a:lnTo>
                  <a:lnTo>
                    <a:pt x="0" y="5480"/>
                  </a:lnTo>
                  <a:lnTo>
                    <a:pt x="25" y="5310"/>
                  </a:lnTo>
                  <a:lnTo>
                    <a:pt x="49" y="5139"/>
                  </a:lnTo>
                  <a:lnTo>
                    <a:pt x="147" y="4798"/>
                  </a:lnTo>
                  <a:lnTo>
                    <a:pt x="220" y="4628"/>
                  </a:lnTo>
                  <a:lnTo>
                    <a:pt x="293" y="4482"/>
                  </a:lnTo>
                  <a:lnTo>
                    <a:pt x="390" y="4336"/>
                  </a:lnTo>
                  <a:lnTo>
                    <a:pt x="487" y="4238"/>
                  </a:lnTo>
                  <a:lnTo>
                    <a:pt x="487" y="4238"/>
                  </a:lnTo>
                  <a:lnTo>
                    <a:pt x="682" y="4043"/>
                  </a:lnTo>
                  <a:lnTo>
                    <a:pt x="877" y="3897"/>
                  </a:lnTo>
                  <a:lnTo>
                    <a:pt x="1048" y="3800"/>
                  </a:lnTo>
                  <a:lnTo>
                    <a:pt x="1145" y="3751"/>
                  </a:lnTo>
                  <a:lnTo>
                    <a:pt x="1145" y="3751"/>
                  </a:lnTo>
                  <a:lnTo>
                    <a:pt x="1316" y="3727"/>
                  </a:lnTo>
                  <a:lnTo>
                    <a:pt x="1389" y="3702"/>
                  </a:lnTo>
                  <a:lnTo>
                    <a:pt x="1437" y="3654"/>
                  </a:lnTo>
                  <a:lnTo>
                    <a:pt x="1437" y="3654"/>
                  </a:lnTo>
                  <a:lnTo>
                    <a:pt x="1510" y="3629"/>
                  </a:lnTo>
                  <a:lnTo>
                    <a:pt x="1608" y="3605"/>
                  </a:lnTo>
                  <a:lnTo>
                    <a:pt x="1754" y="3581"/>
                  </a:lnTo>
                  <a:lnTo>
                    <a:pt x="1900" y="3581"/>
                  </a:lnTo>
                  <a:lnTo>
                    <a:pt x="1900" y="3581"/>
                  </a:lnTo>
                  <a:lnTo>
                    <a:pt x="2071" y="3581"/>
                  </a:lnTo>
                  <a:lnTo>
                    <a:pt x="2241" y="3629"/>
                  </a:lnTo>
                  <a:lnTo>
                    <a:pt x="2363" y="3678"/>
                  </a:lnTo>
                  <a:lnTo>
                    <a:pt x="2485" y="3751"/>
                  </a:lnTo>
                  <a:lnTo>
                    <a:pt x="2485" y="3751"/>
                  </a:lnTo>
                  <a:lnTo>
                    <a:pt x="2558" y="3824"/>
                  </a:lnTo>
                  <a:lnTo>
                    <a:pt x="2655" y="3897"/>
                  </a:lnTo>
                  <a:lnTo>
                    <a:pt x="2777" y="3946"/>
                  </a:lnTo>
                  <a:lnTo>
                    <a:pt x="2850" y="3946"/>
                  </a:lnTo>
                  <a:lnTo>
                    <a:pt x="2850" y="3946"/>
                  </a:lnTo>
                  <a:lnTo>
                    <a:pt x="3020" y="3970"/>
                  </a:lnTo>
                  <a:lnTo>
                    <a:pt x="3093" y="4019"/>
                  </a:lnTo>
                  <a:lnTo>
                    <a:pt x="3142" y="4043"/>
                  </a:lnTo>
                  <a:lnTo>
                    <a:pt x="3142" y="4043"/>
                  </a:lnTo>
                  <a:lnTo>
                    <a:pt x="3191" y="4068"/>
                  </a:lnTo>
                  <a:lnTo>
                    <a:pt x="3240" y="4092"/>
                  </a:lnTo>
                  <a:lnTo>
                    <a:pt x="3288" y="4068"/>
                  </a:lnTo>
                  <a:lnTo>
                    <a:pt x="3337" y="4043"/>
                  </a:lnTo>
                  <a:lnTo>
                    <a:pt x="3337" y="4043"/>
                  </a:lnTo>
                  <a:lnTo>
                    <a:pt x="3386" y="4019"/>
                  </a:lnTo>
                  <a:lnTo>
                    <a:pt x="3459" y="3970"/>
                  </a:lnTo>
                  <a:lnTo>
                    <a:pt x="3605" y="3946"/>
                  </a:lnTo>
                  <a:lnTo>
                    <a:pt x="3605" y="3946"/>
                  </a:lnTo>
                  <a:lnTo>
                    <a:pt x="3775" y="3970"/>
                  </a:lnTo>
                  <a:lnTo>
                    <a:pt x="3848" y="4019"/>
                  </a:lnTo>
                  <a:lnTo>
                    <a:pt x="3897" y="4043"/>
                  </a:lnTo>
                  <a:lnTo>
                    <a:pt x="3897" y="4043"/>
                  </a:lnTo>
                  <a:lnTo>
                    <a:pt x="3970" y="4092"/>
                  </a:lnTo>
                  <a:lnTo>
                    <a:pt x="4068" y="4116"/>
                  </a:lnTo>
                  <a:lnTo>
                    <a:pt x="4214" y="4141"/>
                  </a:lnTo>
                  <a:lnTo>
                    <a:pt x="4384" y="4141"/>
                  </a:lnTo>
                  <a:lnTo>
                    <a:pt x="4384" y="4141"/>
                  </a:lnTo>
                  <a:lnTo>
                    <a:pt x="4530" y="4141"/>
                  </a:lnTo>
                  <a:lnTo>
                    <a:pt x="4677" y="4116"/>
                  </a:lnTo>
                  <a:lnTo>
                    <a:pt x="4774" y="4092"/>
                  </a:lnTo>
                  <a:lnTo>
                    <a:pt x="4847" y="4043"/>
                  </a:lnTo>
                  <a:lnTo>
                    <a:pt x="4847" y="4043"/>
                  </a:lnTo>
                  <a:lnTo>
                    <a:pt x="4896" y="3995"/>
                  </a:lnTo>
                  <a:lnTo>
                    <a:pt x="4920" y="3921"/>
                  </a:lnTo>
                  <a:lnTo>
                    <a:pt x="4944" y="3751"/>
                  </a:lnTo>
                  <a:lnTo>
                    <a:pt x="4944" y="3751"/>
                  </a:lnTo>
                  <a:lnTo>
                    <a:pt x="4944" y="3727"/>
                  </a:lnTo>
                  <a:lnTo>
                    <a:pt x="4920" y="3678"/>
                  </a:lnTo>
                  <a:lnTo>
                    <a:pt x="4823" y="3629"/>
                  </a:lnTo>
                  <a:lnTo>
                    <a:pt x="4701" y="3581"/>
                  </a:lnTo>
                  <a:lnTo>
                    <a:pt x="4555" y="3581"/>
                  </a:lnTo>
                  <a:lnTo>
                    <a:pt x="4555" y="3581"/>
                  </a:lnTo>
                  <a:lnTo>
                    <a:pt x="4409" y="3556"/>
                  </a:lnTo>
                  <a:lnTo>
                    <a:pt x="4238" y="3507"/>
                  </a:lnTo>
                  <a:lnTo>
                    <a:pt x="4092" y="3459"/>
                  </a:lnTo>
                  <a:lnTo>
                    <a:pt x="3995" y="3386"/>
                  </a:lnTo>
                  <a:lnTo>
                    <a:pt x="3995" y="3386"/>
                  </a:lnTo>
                  <a:lnTo>
                    <a:pt x="3897" y="3313"/>
                  </a:lnTo>
                  <a:lnTo>
                    <a:pt x="3800" y="3240"/>
                  </a:lnTo>
                  <a:lnTo>
                    <a:pt x="3702" y="3215"/>
                  </a:lnTo>
                  <a:lnTo>
                    <a:pt x="3605" y="3191"/>
                  </a:lnTo>
                  <a:lnTo>
                    <a:pt x="3605" y="3191"/>
                  </a:lnTo>
                  <a:lnTo>
                    <a:pt x="3532" y="3166"/>
                  </a:lnTo>
                  <a:lnTo>
                    <a:pt x="3434" y="3142"/>
                  </a:lnTo>
                  <a:lnTo>
                    <a:pt x="3337" y="3069"/>
                  </a:lnTo>
                  <a:lnTo>
                    <a:pt x="3240" y="2996"/>
                  </a:lnTo>
                  <a:lnTo>
                    <a:pt x="3240" y="2996"/>
                  </a:lnTo>
                  <a:lnTo>
                    <a:pt x="3167" y="2923"/>
                  </a:lnTo>
                  <a:lnTo>
                    <a:pt x="3069" y="2899"/>
                  </a:lnTo>
                  <a:lnTo>
                    <a:pt x="2996" y="2874"/>
                  </a:lnTo>
                  <a:lnTo>
                    <a:pt x="2947" y="2899"/>
                  </a:lnTo>
                  <a:lnTo>
                    <a:pt x="2947" y="2899"/>
                  </a:lnTo>
                  <a:lnTo>
                    <a:pt x="2899" y="2923"/>
                  </a:lnTo>
                  <a:lnTo>
                    <a:pt x="2826" y="2923"/>
                  </a:lnTo>
                  <a:lnTo>
                    <a:pt x="2752" y="2874"/>
                  </a:lnTo>
                  <a:lnTo>
                    <a:pt x="2655" y="2801"/>
                  </a:lnTo>
                  <a:lnTo>
                    <a:pt x="2655" y="2801"/>
                  </a:lnTo>
                  <a:lnTo>
                    <a:pt x="2582" y="2752"/>
                  </a:lnTo>
                  <a:lnTo>
                    <a:pt x="2509" y="2704"/>
                  </a:lnTo>
                  <a:lnTo>
                    <a:pt x="2436" y="2704"/>
                  </a:lnTo>
                  <a:lnTo>
                    <a:pt x="2387" y="2704"/>
                  </a:lnTo>
                  <a:lnTo>
                    <a:pt x="2387" y="2704"/>
                  </a:lnTo>
                  <a:lnTo>
                    <a:pt x="2338" y="2752"/>
                  </a:lnTo>
                  <a:lnTo>
                    <a:pt x="2265" y="2777"/>
                  </a:lnTo>
                  <a:lnTo>
                    <a:pt x="2095" y="2801"/>
                  </a:lnTo>
                  <a:lnTo>
                    <a:pt x="2095" y="2801"/>
                  </a:lnTo>
                  <a:lnTo>
                    <a:pt x="1997" y="2850"/>
                  </a:lnTo>
                  <a:lnTo>
                    <a:pt x="1851" y="2923"/>
                  </a:lnTo>
                  <a:lnTo>
                    <a:pt x="1681" y="3045"/>
                  </a:lnTo>
                  <a:lnTo>
                    <a:pt x="1535" y="3191"/>
                  </a:lnTo>
                  <a:lnTo>
                    <a:pt x="1535" y="3191"/>
                  </a:lnTo>
                  <a:lnTo>
                    <a:pt x="1364" y="3337"/>
                  </a:lnTo>
                  <a:lnTo>
                    <a:pt x="1194" y="3459"/>
                  </a:lnTo>
                  <a:lnTo>
                    <a:pt x="1072" y="3532"/>
                  </a:lnTo>
                  <a:lnTo>
                    <a:pt x="950" y="3581"/>
                  </a:lnTo>
                  <a:lnTo>
                    <a:pt x="950" y="3581"/>
                  </a:lnTo>
                  <a:lnTo>
                    <a:pt x="804" y="3532"/>
                  </a:lnTo>
                  <a:lnTo>
                    <a:pt x="731" y="3507"/>
                  </a:lnTo>
                  <a:lnTo>
                    <a:pt x="682" y="3483"/>
                  </a:lnTo>
                  <a:lnTo>
                    <a:pt x="682" y="3483"/>
                  </a:lnTo>
                  <a:lnTo>
                    <a:pt x="634" y="3434"/>
                  </a:lnTo>
                  <a:lnTo>
                    <a:pt x="609" y="3361"/>
                  </a:lnTo>
                  <a:lnTo>
                    <a:pt x="585" y="3191"/>
                  </a:lnTo>
                  <a:lnTo>
                    <a:pt x="585" y="3191"/>
                  </a:lnTo>
                  <a:lnTo>
                    <a:pt x="609" y="3020"/>
                  </a:lnTo>
                  <a:lnTo>
                    <a:pt x="634" y="2947"/>
                  </a:lnTo>
                  <a:lnTo>
                    <a:pt x="682" y="2899"/>
                  </a:lnTo>
                  <a:lnTo>
                    <a:pt x="682" y="2899"/>
                  </a:lnTo>
                  <a:lnTo>
                    <a:pt x="731" y="2874"/>
                  </a:lnTo>
                  <a:lnTo>
                    <a:pt x="853" y="2850"/>
                  </a:lnTo>
                  <a:lnTo>
                    <a:pt x="999" y="2826"/>
                  </a:lnTo>
                  <a:lnTo>
                    <a:pt x="1145" y="2801"/>
                  </a:lnTo>
                  <a:lnTo>
                    <a:pt x="1145" y="2801"/>
                  </a:lnTo>
                  <a:lnTo>
                    <a:pt x="1291" y="2801"/>
                  </a:lnTo>
                  <a:lnTo>
                    <a:pt x="1413" y="2752"/>
                  </a:lnTo>
                  <a:lnTo>
                    <a:pt x="1486" y="2704"/>
                  </a:lnTo>
                  <a:lnTo>
                    <a:pt x="1510" y="2655"/>
                  </a:lnTo>
                  <a:lnTo>
                    <a:pt x="1535" y="2631"/>
                  </a:lnTo>
                  <a:lnTo>
                    <a:pt x="1535" y="2631"/>
                  </a:lnTo>
                  <a:lnTo>
                    <a:pt x="1486" y="2460"/>
                  </a:lnTo>
                  <a:lnTo>
                    <a:pt x="1462" y="2387"/>
                  </a:lnTo>
                  <a:lnTo>
                    <a:pt x="1437" y="2338"/>
                  </a:lnTo>
                  <a:lnTo>
                    <a:pt x="1437" y="2338"/>
                  </a:lnTo>
                  <a:lnTo>
                    <a:pt x="1389" y="2290"/>
                  </a:lnTo>
                  <a:lnTo>
                    <a:pt x="1389" y="2241"/>
                  </a:lnTo>
                  <a:lnTo>
                    <a:pt x="1389" y="2192"/>
                  </a:lnTo>
                  <a:lnTo>
                    <a:pt x="1437" y="2144"/>
                  </a:lnTo>
                  <a:lnTo>
                    <a:pt x="1437" y="2144"/>
                  </a:lnTo>
                  <a:lnTo>
                    <a:pt x="1486" y="2119"/>
                  </a:lnTo>
                  <a:lnTo>
                    <a:pt x="1559" y="2070"/>
                  </a:lnTo>
                  <a:lnTo>
                    <a:pt x="1705" y="2046"/>
                  </a:lnTo>
                  <a:lnTo>
                    <a:pt x="1705" y="2046"/>
                  </a:lnTo>
                  <a:lnTo>
                    <a:pt x="1803" y="2046"/>
                  </a:lnTo>
                  <a:lnTo>
                    <a:pt x="1900" y="1997"/>
                  </a:lnTo>
                  <a:lnTo>
                    <a:pt x="1997" y="1924"/>
                  </a:lnTo>
                  <a:lnTo>
                    <a:pt x="2095" y="1851"/>
                  </a:lnTo>
                  <a:lnTo>
                    <a:pt x="2095" y="1851"/>
                  </a:lnTo>
                  <a:lnTo>
                    <a:pt x="2168" y="1778"/>
                  </a:lnTo>
                  <a:lnTo>
                    <a:pt x="2241" y="1681"/>
                  </a:lnTo>
                  <a:lnTo>
                    <a:pt x="2265" y="1559"/>
                  </a:lnTo>
                  <a:lnTo>
                    <a:pt x="2290" y="1486"/>
                  </a:lnTo>
                  <a:lnTo>
                    <a:pt x="2290" y="1486"/>
                  </a:lnTo>
                  <a:lnTo>
                    <a:pt x="2265" y="1315"/>
                  </a:lnTo>
                  <a:lnTo>
                    <a:pt x="2217" y="1242"/>
                  </a:lnTo>
                  <a:lnTo>
                    <a:pt x="2192" y="1194"/>
                  </a:lnTo>
                  <a:lnTo>
                    <a:pt x="2192" y="1194"/>
                  </a:lnTo>
                  <a:lnTo>
                    <a:pt x="2192" y="1169"/>
                  </a:lnTo>
                  <a:lnTo>
                    <a:pt x="2192" y="1121"/>
                  </a:lnTo>
                  <a:lnTo>
                    <a:pt x="2265" y="999"/>
                  </a:lnTo>
                  <a:lnTo>
                    <a:pt x="2387" y="828"/>
                  </a:lnTo>
                  <a:lnTo>
                    <a:pt x="2582" y="634"/>
                  </a:lnTo>
                  <a:lnTo>
                    <a:pt x="2582" y="634"/>
                  </a:lnTo>
                  <a:lnTo>
                    <a:pt x="2679" y="536"/>
                  </a:lnTo>
                  <a:lnTo>
                    <a:pt x="2826" y="439"/>
                  </a:lnTo>
                  <a:lnTo>
                    <a:pt x="2972" y="366"/>
                  </a:lnTo>
                  <a:lnTo>
                    <a:pt x="3142" y="293"/>
                  </a:lnTo>
                  <a:lnTo>
                    <a:pt x="3483" y="195"/>
                  </a:lnTo>
                  <a:lnTo>
                    <a:pt x="3654" y="171"/>
                  </a:lnTo>
                  <a:lnTo>
                    <a:pt x="3800" y="146"/>
                  </a:lnTo>
                  <a:lnTo>
                    <a:pt x="3800" y="146"/>
                  </a:lnTo>
                  <a:lnTo>
                    <a:pt x="4116" y="171"/>
                  </a:lnTo>
                  <a:lnTo>
                    <a:pt x="4360" y="171"/>
                  </a:lnTo>
                  <a:lnTo>
                    <a:pt x="4555" y="220"/>
                  </a:lnTo>
                  <a:lnTo>
                    <a:pt x="4652" y="244"/>
                  </a:lnTo>
                  <a:lnTo>
                    <a:pt x="4652" y="244"/>
                  </a:lnTo>
                  <a:lnTo>
                    <a:pt x="4701" y="268"/>
                  </a:lnTo>
                  <a:lnTo>
                    <a:pt x="4750" y="293"/>
                  </a:lnTo>
                  <a:lnTo>
                    <a:pt x="4798" y="268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5018" y="195"/>
                  </a:lnTo>
                  <a:lnTo>
                    <a:pt x="5407" y="122"/>
                  </a:lnTo>
                  <a:lnTo>
                    <a:pt x="5821" y="25"/>
                  </a:lnTo>
                  <a:lnTo>
                    <a:pt x="613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91" name="Group 225"/>
          <p:cNvGrpSpPr/>
          <p:nvPr/>
        </p:nvGrpSpPr>
        <p:grpSpPr>
          <a:xfrm>
            <a:off x="5436000" y="3207600"/>
            <a:ext cx="342360" cy="342720"/>
            <a:chOff x="5436000" y="3207600"/>
            <a:chExt cx="342360" cy="342720"/>
          </a:xfrm>
        </p:grpSpPr>
        <p:sp>
          <p:nvSpPr>
            <p:cNvPr id="1392" name="CustomShape 226"/>
            <p:cNvSpPr/>
            <p:nvPr/>
          </p:nvSpPr>
          <p:spPr>
            <a:xfrm>
              <a:off x="5563080" y="3334320"/>
              <a:ext cx="177120" cy="177120"/>
            </a:xfrm>
            <a:custGeom>
              <a:avLst/>
              <a:gdLst/>
              <a:ahLst/>
              <a:rect l="l" t="t" r="r" b="b"/>
              <a:pathLst>
                <a:path w="8452" h="8452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93" name="CustomShape 227"/>
            <p:cNvSpPr/>
            <p:nvPr/>
          </p:nvSpPr>
          <p:spPr>
            <a:xfrm>
              <a:off x="5436000" y="3207600"/>
              <a:ext cx="342360" cy="342720"/>
            </a:xfrm>
            <a:custGeom>
              <a:avLst/>
              <a:gdLst/>
              <a:ahLst/>
              <a:rect l="l" t="t" r="r" b="b"/>
              <a:pathLst>
                <a:path w="16318" h="16319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94" name="Group 228"/>
          <p:cNvGrpSpPr/>
          <p:nvPr/>
        </p:nvGrpSpPr>
        <p:grpSpPr>
          <a:xfrm>
            <a:off x="336960" y="3758400"/>
            <a:ext cx="371160" cy="371160"/>
            <a:chOff x="336960" y="3758400"/>
            <a:chExt cx="371160" cy="371160"/>
          </a:xfrm>
        </p:grpSpPr>
        <p:sp>
          <p:nvSpPr>
            <p:cNvPr id="1395" name="CustomShape 229"/>
            <p:cNvSpPr/>
            <p:nvPr/>
          </p:nvSpPr>
          <p:spPr>
            <a:xfrm>
              <a:off x="336960" y="3758400"/>
              <a:ext cx="371160" cy="371160"/>
            </a:xfrm>
            <a:custGeom>
              <a:avLst/>
              <a:gdLst/>
              <a:ahLst/>
              <a:rect l="l" t="t" r="r" b="b"/>
              <a:pathLst>
                <a:path w="17683" h="17682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96" name="CustomShape 230"/>
            <p:cNvSpPr/>
            <p:nvPr/>
          </p:nvSpPr>
          <p:spPr>
            <a:xfrm>
              <a:off x="353520" y="4051800"/>
              <a:ext cx="61200" cy="61200"/>
            </a:xfrm>
            <a:custGeom>
              <a:avLst/>
              <a:gdLst/>
              <a:ahLst/>
              <a:rect l="l" t="t" r="r" b="b"/>
              <a:pathLst>
                <a:path w="2924" h="2924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97" name="CustomShape 231"/>
            <p:cNvSpPr/>
            <p:nvPr/>
          </p:nvSpPr>
          <p:spPr>
            <a:xfrm>
              <a:off x="401040" y="4087800"/>
              <a:ext cx="39240" cy="39240"/>
            </a:xfrm>
            <a:custGeom>
              <a:avLst/>
              <a:gdLst/>
              <a:ahLst/>
              <a:rect l="l" t="t" r="r" b="b"/>
              <a:pathLst>
                <a:path w="1877" h="1877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98" name="CustomShape 232"/>
            <p:cNvSpPr/>
            <p:nvPr/>
          </p:nvSpPr>
          <p:spPr>
            <a:xfrm>
              <a:off x="339480" y="4026240"/>
              <a:ext cx="38880" cy="38880"/>
            </a:xfrm>
            <a:custGeom>
              <a:avLst/>
              <a:gdLst/>
              <a:ahLst/>
              <a:rect l="l" t="t" r="r" b="b"/>
              <a:pathLst>
                <a:path w="1876" h="1876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99" name="CustomShape 233"/>
          <p:cNvSpPr/>
          <p:nvPr/>
        </p:nvSpPr>
        <p:spPr>
          <a:xfrm>
            <a:off x="886680" y="3830400"/>
            <a:ext cx="401760" cy="226800"/>
          </a:xfrm>
          <a:custGeom>
            <a:avLst/>
            <a:gdLst/>
            <a:ah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0" name="CustomShape 234"/>
          <p:cNvSpPr/>
          <p:nvPr/>
        </p:nvSpPr>
        <p:spPr>
          <a:xfrm>
            <a:off x="3177360" y="3773880"/>
            <a:ext cx="340560" cy="340560"/>
          </a:xfrm>
          <a:custGeom>
            <a:avLst/>
            <a:gdLst/>
            <a:ahLst/>
            <a:rect l="l" t="t" r="r" b="b"/>
            <a:pathLst>
              <a:path w="16221" h="16222">
                <a:moveTo>
                  <a:pt x="0" y="8111"/>
                </a:moveTo>
                <a:lnTo>
                  <a:pt x="0" y="8111"/>
                </a:lnTo>
                <a:lnTo>
                  <a:pt x="0" y="7697"/>
                </a:lnTo>
                <a:lnTo>
                  <a:pt x="49" y="7283"/>
                </a:lnTo>
                <a:lnTo>
                  <a:pt x="98" y="6869"/>
                </a:lnTo>
                <a:lnTo>
                  <a:pt x="171" y="6479"/>
                </a:lnTo>
                <a:lnTo>
                  <a:pt x="244" y="6090"/>
                </a:lnTo>
                <a:lnTo>
                  <a:pt x="366" y="5700"/>
                </a:lnTo>
                <a:lnTo>
                  <a:pt x="487" y="5335"/>
                </a:lnTo>
                <a:lnTo>
                  <a:pt x="634" y="4945"/>
                </a:lnTo>
                <a:lnTo>
                  <a:pt x="804" y="4604"/>
                </a:lnTo>
                <a:lnTo>
                  <a:pt x="975" y="4239"/>
                </a:lnTo>
                <a:lnTo>
                  <a:pt x="1169" y="3898"/>
                </a:lnTo>
                <a:lnTo>
                  <a:pt x="1389" y="3581"/>
                </a:lnTo>
                <a:lnTo>
                  <a:pt x="1608" y="3264"/>
                </a:lnTo>
                <a:lnTo>
                  <a:pt x="1851" y="2948"/>
                </a:lnTo>
                <a:lnTo>
                  <a:pt x="2119" y="2656"/>
                </a:lnTo>
                <a:lnTo>
                  <a:pt x="2387" y="2388"/>
                </a:lnTo>
                <a:lnTo>
                  <a:pt x="2655" y="2120"/>
                </a:lnTo>
                <a:lnTo>
                  <a:pt x="2947" y="1852"/>
                </a:lnTo>
                <a:lnTo>
                  <a:pt x="3264" y="1608"/>
                </a:lnTo>
                <a:lnTo>
                  <a:pt x="3581" y="1389"/>
                </a:lnTo>
                <a:lnTo>
                  <a:pt x="3897" y="1170"/>
                </a:lnTo>
                <a:lnTo>
                  <a:pt x="4238" y="975"/>
                </a:lnTo>
                <a:lnTo>
                  <a:pt x="4603" y="805"/>
                </a:lnTo>
                <a:lnTo>
                  <a:pt x="4944" y="634"/>
                </a:lnTo>
                <a:lnTo>
                  <a:pt x="5334" y="488"/>
                </a:lnTo>
                <a:lnTo>
                  <a:pt x="5699" y="366"/>
                </a:lnTo>
                <a:lnTo>
                  <a:pt x="6089" y="244"/>
                </a:lnTo>
                <a:lnTo>
                  <a:pt x="6479" y="171"/>
                </a:lnTo>
                <a:lnTo>
                  <a:pt x="6868" y="98"/>
                </a:lnTo>
                <a:lnTo>
                  <a:pt x="7282" y="50"/>
                </a:lnTo>
                <a:lnTo>
                  <a:pt x="7696" y="1"/>
                </a:lnTo>
                <a:lnTo>
                  <a:pt x="8111" y="1"/>
                </a:lnTo>
                <a:lnTo>
                  <a:pt x="8111" y="1"/>
                </a:lnTo>
                <a:lnTo>
                  <a:pt x="8525" y="1"/>
                </a:lnTo>
                <a:lnTo>
                  <a:pt x="8939" y="50"/>
                </a:lnTo>
                <a:lnTo>
                  <a:pt x="9353" y="98"/>
                </a:lnTo>
                <a:lnTo>
                  <a:pt x="9742" y="171"/>
                </a:lnTo>
                <a:lnTo>
                  <a:pt x="10132" y="244"/>
                </a:lnTo>
                <a:lnTo>
                  <a:pt x="10522" y="366"/>
                </a:lnTo>
                <a:lnTo>
                  <a:pt x="10911" y="488"/>
                </a:lnTo>
                <a:lnTo>
                  <a:pt x="11277" y="634"/>
                </a:lnTo>
                <a:lnTo>
                  <a:pt x="11618" y="805"/>
                </a:lnTo>
                <a:lnTo>
                  <a:pt x="11983" y="975"/>
                </a:lnTo>
                <a:lnTo>
                  <a:pt x="12324" y="1170"/>
                </a:lnTo>
                <a:lnTo>
                  <a:pt x="12641" y="1389"/>
                </a:lnTo>
                <a:lnTo>
                  <a:pt x="12957" y="1608"/>
                </a:lnTo>
                <a:lnTo>
                  <a:pt x="13274" y="1852"/>
                </a:lnTo>
                <a:lnTo>
                  <a:pt x="13566" y="2120"/>
                </a:lnTo>
                <a:lnTo>
                  <a:pt x="13834" y="2388"/>
                </a:lnTo>
                <a:lnTo>
                  <a:pt x="14126" y="2656"/>
                </a:lnTo>
                <a:lnTo>
                  <a:pt x="14370" y="2948"/>
                </a:lnTo>
                <a:lnTo>
                  <a:pt x="14613" y="3264"/>
                </a:lnTo>
                <a:lnTo>
                  <a:pt x="14832" y="3581"/>
                </a:lnTo>
                <a:lnTo>
                  <a:pt x="15052" y="3898"/>
                </a:lnTo>
                <a:lnTo>
                  <a:pt x="15247" y="4239"/>
                </a:lnTo>
                <a:lnTo>
                  <a:pt x="15417" y="4604"/>
                </a:lnTo>
                <a:lnTo>
                  <a:pt x="15587" y="4945"/>
                </a:lnTo>
                <a:lnTo>
                  <a:pt x="15734" y="5335"/>
                </a:lnTo>
                <a:lnTo>
                  <a:pt x="15855" y="5700"/>
                </a:lnTo>
                <a:lnTo>
                  <a:pt x="15977" y="6090"/>
                </a:lnTo>
                <a:lnTo>
                  <a:pt x="16050" y="6479"/>
                </a:lnTo>
                <a:lnTo>
                  <a:pt x="16123" y="6869"/>
                </a:lnTo>
                <a:lnTo>
                  <a:pt x="16172" y="7283"/>
                </a:lnTo>
                <a:lnTo>
                  <a:pt x="16221" y="7697"/>
                </a:lnTo>
                <a:lnTo>
                  <a:pt x="16221" y="8111"/>
                </a:lnTo>
                <a:lnTo>
                  <a:pt x="16221" y="8111"/>
                </a:lnTo>
                <a:lnTo>
                  <a:pt x="16221" y="8525"/>
                </a:lnTo>
                <a:lnTo>
                  <a:pt x="16172" y="8939"/>
                </a:lnTo>
                <a:lnTo>
                  <a:pt x="16123" y="9353"/>
                </a:lnTo>
                <a:lnTo>
                  <a:pt x="16050" y="9743"/>
                </a:lnTo>
                <a:lnTo>
                  <a:pt x="15977" y="10133"/>
                </a:lnTo>
                <a:lnTo>
                  <a:pt x="15855" y="10522"/>
                </a:lnTo>
                <a:lnTo>
                  <a:pt x="15734" y="10888"/>
                </a:lnTo>
                <a:lnTo>
                  <a:pt x="15587" y="11277"/>
                </a:lnTo>
                <a:lnTo>
                  <a:pt x="15417" y="11618"/>
                </a:lnTo>
                <a:lnTo>
                  <a:pt x="15247" y="11984"/>
                </a:lnTo>
                <a:lnTo>
                  <a:pt x="15052" y="12324"/>
                </a:lnTo>
                <a:lnTo>
                  <a:pt x="14832" y="12641"/>
                </a:lnTo>
                <a:lnTo>
                  <a:pt x="14613" y="12958"/>
                </a:lnTo>
                <a:lnTo>
                  <a:pt x="14370" y="13274"/>
                </a:lnTo>
                <a:lnTo>
                  <a:pt x="14126" y="13567"/>
                </a:lnTo>
                <a:lnTo>
                  <a:pt x="13834" y="13835"/>
                </a:lnTo>
                <a:lnTo>
                  <a:pt x="13566" y="14102"/>
                </a:lnTo>
                <a:lnTo>
                  <a:pt x="13274" y="14370"/>
                </a:lnTo>
                <a:lnTo>
                  <a:pt x="12957" y="14614"/>
                </a:lnTo>
                <a:lnTo>
                  <a:pt x="12641" y="14833"/>
                </a:lnTo>
                <a:lnTo>
                  <a:pt x="12324" y="15052"/>
                </a:lnTo>
                <a:lnTo>
                  <a:pt x="11983" y="15247"/>
                </a:lnTo>
                <a:lnTo>
                  <a:pt x="11618" y="15418"/>
                </a:lnTo>
                <a:lnTo>
                  <a:pt x="11277" y="15588"/>
                </a:lnTo>
                <a:lnTo>
                  <a:pt x="10911" y="15734"/>
                </a:lnTo>
                <a:lnTo>
                  <a:pt x="10522" y="15856"/>
                </a:lnTo>
                <a:lnTo>
                  <a:pt x="10132" y="15978"/>
                </a:lnTo>
                <a:lnTo>
                  <a:pt x="9742" y="16051"/>
                </a:lnTo>
                <a:lnTo>
                  <a:pt x="9353" y="16124"/>
                </a:lnTo>
                <a:lnTo>
                  <a:pt x="8939" y="16173"/>
                </a:lnTo>
                <a:lnTo>
                  <a:pt x="8525" y="16221"/>
                </a:lnTo>
                <a:lnTo>
                  <a:pt x="8111" y="16221"/>
                </a:lnTo>
                <a:lnTo>
                  <a:pt x="8111" y="16221"/>
                </a:lnTo>
                <a:lnTo>
                  <a:pt x="7696" y="16221"/>
                </a:lnTo>
                <a:lnTo>
                  <a:pt x="7282" y="16173"/>
                </a:lnTo>
                <a:lnTo>
                  <a:pt x="6868" y="16124"/>
                </a:lnTo>
                <a:lnTo>
                  <a:pt x="6479" y="16051"/>
                </a:lnTo>
                <a:lnTo>
                  <a:pt x="6089" y="15978"/>
                </a:lnTo>
                <a:lnTo>
                  <a:pt x="5699" y="15856"/>
                </a:lnTo>
                <a:lnTo>
                  <a:pt x="5334" y="15734"/>
                </a:lnTo>
                <a:lnTo>
                  <a:pt x="4944" y="15588"/>
                </a:lnTo>
                <a:lnTo>
                  <a:pt x="4603" y="15418"/>
                </a:lnTo>
                <a:lnTo>
                  <a:pt x="4238" y="15247"/>
                </a:lnTo>
                <a:lnTo>
                  <a:pt x="3897" y="15052"/>
                </a:lnTo>
                <a:lnTo>
                  <a:pt x="3581" y="14833"/>
                </a:lnTo>
                <a:lnTo>
                  <a:pt x="3264" y="14614"/>
                </a:lnTo>
                <a:lnTo>
                  <a:pt x="2947" y="14370"/>
                </a:lnTo>
                <a:lnTo>
                  <a:pt x="2655" y="14102"/>
                </a:lnTo>
                <a:lnTo>
                  <a:pt x="2387" y="13835"/>
                </a:lnTo>
                <a:lnTo>
                  <a:pt x="2119" y="13567"/>
                </a:lnTo>
                <a:lnTo>
                  <a:pt x="1851" y="13274"/>
                </a:lnTo>
                <a:lnTo>
                  <a:pt x="1608" y="12958"/>
                </a:lnTo>
                <a:lnTo>
                  <a:pt x="1389" y="12641"/>
                </a:lnTo>
                <a:lnTo>
                  <a:pt x="1169" y="12324"/>
                </a:lnTo>
                <a:lnTo>
                  <a:pt x="975" y="11984"/>
                </a:lnTo>
                <a:lnTo>
                  <a:pt x="804" y="11618"/>
                </a:lnTo>
                <a:lnTo>
                  <a:pt x="634" y="11277"/>
                </a:lnTo>
                <a:lnTo>
                  <a:pt x="487" y="10888"/>
                </a:lnTo>
                <a:lnTo>
                  <a:pt x="366" y="10522"/>
                </a:lnTo>
                <a:lnTo>
                  <a:pt x="244" y="10133"/>
                </a:lnTo>
                <a:lnTo>
                  <a:pt x="171" y="9743"/>
                </a:lnTo>
                <a:lnTo>
                  <a:pt x="98" y="9353"/>
                </a:lnTo>
                <a:lnTo>
                  <a:pt x="49" y="8939"/>
                </a:lnTo>
                <a:lnTo>
                  <a:pt x="0" y="8525"/>
                </a:lnTo>
                <a:lnTo>
                  <a:pt x="0" y="8111"/>
                </a:lnTo>
                <a:lnTo>
                  <a:pt x="0" y="8111"/>
                </a:lnTo>
                <a:close/>
                <a:moveTo>
                  <a:pt x="7234" y="11180"/>
                </a:moveTo>
                <a:lnTo>
                  <a:pt x="7234" y="11180"/>
                </a:lnTo>
                <a:lnTo>
                  <a:pt x="7282" y="11180"/>
                </a:lnTo>
                <a:lnTo>
                  <a:pt x="7282" y="11180"/>
                </a:lnTo>
                <a:lnTo>
                  <a:pt x="7453" y="11155"/>
                </a:lnTo>
                <a:lnTo>
                  <a:pt x="7623" y="11082"/>
                </a:lnTo>
                <a:lnTo>
                  <a:pt x="7794" y="10985"/>
                </a:lnTo>
                <a:lnTo>
                  <a:pt x="7916" y="10863"/>
                </a:lnTo>
                <a:lnTo>
                  <a:pt x="12007" y="6747"/>
                </a:lnTo>
                <a:lnTo>
                  <a:pt x="12007" y="6747"/>
                </a:lnTo>
                <a:lnTo>
                  <a:pt x="12105" y="6625"/>
                </a:lnTo>
                <a:lnTo>
                  <a:pt x="12153" y="6504"/>
                </a:lnTo>
                <a:lnTo>
                  <a:pt x="12202" y="6358"/>
                </a:lnTo>
                <a:lnTo>
                  <a:pt x="12202" y="6211"/>
                </a:lnTo>
                <a:lnTo>
                  <a:pt x="12202" y="6211"/>
                </a:lnTo>
                <a:lnTo>
                  <a:pt x="12178" y="6017"/>
                </a:lnTo>
                <a:lnTo>
                  <a:pt x="12129" y="5822"/>
                </a:lnTo>
                <a:lnTo>
                  <a:pt x="12032" y="5676"/>
                </a:lnTo>
                <a:lnTo>
                  <a:pt x="11886" y="5529"/>
                </a:lnTo>
                <a:lnTo>
                  <a:pt x="11886" y="5529"/>
                </a:lnTo>
                <a:lnTo>
                  <a:pt x="11764" y="5432"/>
                </a:lnTo>
                <a:lnTo>
                  <a:pt x="11618" y="5383"/>
                </a:lnTo>
                <a:lnTo>
                  <a:pt x="11472" y="5335"/>
                </a:lnTo>
                <a:lnTo>
                  <a:pt x="11325" y="5335"/>
                </a:lnTo>
                <a:lnTo>
                  <a:pt x="11325" y="5335"/>
                </a:lnTo>
                <a:lnTo>
                  <a:pt x="11131" y="5359"/>
                </a:lnTo>
                <a:lnTo>
                  <a:pt x="10960" y="5408"/>
                </a:lnTo>
                <a:lnTo>
                  <a:pt x="10790" y="5505"/>
                </a:lnTo>
                <a:lnTo>
                  <a:pt x="10643" y="5651"/>
                </a:lnTo>
                <a:lnTo>
                  <a:pt x="7161" y="8988"/>
                </a:lnTo>
                <a:lnTo>
                  <a:pt x="5797" y="7648"/>
                </a:lnTo>
                <a:lnTo>
                  <a:pt x="5797" y="7648"/>
                </a:lnTo>
                <a:lnTo>
                  <a:pt x="5675" y="7527"/>
                </a:lnTo>
                <a:lnTo>
                  <a:pt x="5505" y="7454"/>
                </a:lnTo>
                <a:lnTo>
                  <a:pt x="5358" y="7405"/>
                </a:lnTo>
                <a:lnTo>
                  <a:pt x="5188" y="7380"/>
                </a:lnTo>
                <a:lnTo>
                  <a:pt x="5188" y="7380"/>
                </a:lnTo>
                <a:lnTo>
                  <a:pt x="5017" y="7405"/>
                </a:lnTo>
                <a:lnTo>
                  <a:pt x="4847" y="7454"/>
                </a:lnTo>
                <a:lnTo>
                  <a:pt x="4701" y="7527"/>
                </a:lnTo>
                <a:lnTo>
                  <a:pt x="4555" y="7648"/>
                </a:lnTo>
                <a:lnTo>
                  <a:pt x="4555" y="7648"/>
                </a:lnTo>
                <a:lnTo>
                  <a:pt x="4457" y="7770"/>
                </a:lnTo>
                <a:lnTo>
                  <a:pt x="4360" y="7916"/>
                </a:lnTo>
                <a:lnTo>
                  <a:pt x="4311" y="8087"/>
                </a:lnTo>
                <a:lnTo>
                  <a:pt x="4311" y="8257"/>
                </a:lnTo>
                <a:lnTo>
                  <a:pt x="4311" y="8257"/>
                </a:lnTo>
                <a:lnTo>
                  <a:pt x="4311" y="8428"/>
                </a:lnTo>
                <a:lnTo>
                  <a:pt x="4360" y="8598"/>
                </a:lnTo>
                <a:lnTo>
                  <a:pt x="4457" y="8744"/>
                </a:lnTo>
                <a:lnTo>
                  <a:pt x="4555" y="8890"/>
                </a:lnTo>
                <a:lnTo>
                  <a:pt x="6601" y="10936"/>
                </a:lnTo>
                <a:lnTo>
                  <a:pt x="6601" y="10936"/>
                </a:lnTo>
                <a:lnTo>
                  <a:pt x="6747" y="11034"/>
                </a:lnTo>
                <a:lnTo>
                  <a:pt x="6893" y="11131"/>
                </a:lnTo>
                <a:lnTo>
                  <a:pt x="7063" y="11180"/>
                </a:lnTo>
                <a:lnTo>
                  <a:pt x="7234" y="11180"/>
                </a:lnTo>
                <a:lnTo>
                  <a:pt x="7234" y="11180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1" name="CustomShape 235"/>
          <p:cNvSpPr/>
          <p:nvPr/>
        </p:nvSpPr>
        <p:spPr>
          <a:xfrm>
            <a:off x="2612520" y="3795120"/>
            <a:ext cx="340560" cy="297360"/>
          </a:xfrm>
          <a:custGeom>
            <a:avLst/>
            <a:gdLst/>
            <a:ahLst/>
            <a:rect l="l" t="t" r="r" b="b"/>
            <a:pathLst>
              <a:path w="16221" h="14176">
                <a:moveTo>
                  <a:pt x="16075" y="12665"/>
                </a:moveTo>
                <a:lnTo>
                  <a:pt x="8987" y="488"/>
                </a:lnTo>
                <a:lnTo>
                  <a:pt x="8987" y="488"/>
                </a:lnTo>
                <a:lnTo>
                  <a:pt x="8914" y="390"/>
                </a:lnTo>
                <a:lnTo>
                  <a:pt x="8817" y="293"/>
                </a:lnTo>
                <a:lnTo>
                  <a:pt x="8720" y="196"/>
                </a:lnTo>
                <a:lnTo>
                  <a:pt x="8622" y="123"/>
                </a:lnTo>
                <a:lnTo>
                  <a:pt x="8500" y="74"/>
                </a:lnTo>
                <a:lnTo>
                  <a:pt x="8379" y="25"/>
                </a:lnTo>
                <a:lnTo>
                  <a:pt x="8232" y="1"/>
                </a:lnTo>
                <a:lnTo>
                  <a:pt x="8111" y="1"/>
                </a:lnTo>
                <a:lnTo>
                  <a:pt x="8111" y="1"/>
                </a:lnTo>
                <a:lnTo>
                  <a:pt x="7965" y="1"/>
                </a:lnTo>
                <a:lnTo>
                  <a:pt x="7843" y="25"/>
                </a:lnTo>
                <a:lnTo>
                  <a:pt x="7721" y="74"/>
                </a:lnTo>
                <a:lnTo>
                  <a:pt x="7599" y="123"/>
                </a:lnTo>
                <a:lnTo>
                  <a:pt x="7502" y="196"/>
                </a:lnTo>
                <a:lnTo>
                  <a:pt x="7404" y="293"/>
                </a:lnTo>
                <a:lnTo>
                  <a:pt x="7307" y="390"/>
                </a:lnTo>
                <a:lnTo>
                  <a:pt x="7234" y="488"/>
                </a:lnTo>
                <a:lnTo>
                  <a:pt x="147" y="12665"/>
                </a:lnTo>
                <a:lnTo>
                  <a:pt x="147" y="12665"/>
                </a:lnTo>
                <a:lnTo>
                  <a:pt x="74" y="12787"/>
                </a:lnTo>
                <a:lnTo>
                  <a:pt x="25" y="12909"/>
                </a:lnTo>
                <a:lnTo>
                  <a:pt x="0" y="13031"/>
                </a:lnTo>
                <a:lnTo>
                  <a:pt x="0" y="13177"/>
                </a:lnTo>
                <a:lnTo>
                  <a:pt x="0" y="13177"/>
                </a:lnTo>
                <a:lnTo>
                  <a:pt x="0" y="13299"/>
                </a:lnTo>
                <a:lnTo>
                  <a:pt x="25" y="13420"/>
                </a:lnTo>
                <a:lnTo>
                  <a:pt x="74" y="13567"/>
                </a:lnTo>
                <a:lnTo>
                  <a:pt x="147" y="13688"/>
                </a:lnTo>
                <a:lnTo>
                  <a:pt x="147" y="13688"/>
                </a:lnTo>
                <a:lnTo>
                  <a:pt x="220" y="13786"/>
                </a:lnTo>
                <a:lnTo>
                  <a:pt x="293" y="13883"/>
                </a:lnTo>
                <a:lnTo>
                  <a:pt x="390" y="13981"/>
                </a:lnTo>
                <a:lnTo>
                  <a:pt x="512" y="14054"/>
                </a:lnTo>
                <a:lnTo>
                  <a:pt x="634" y="14102"/>
                </a:lnTo>
                <a:lnTo>
                  <a:pt x="755" y="14151"/>
                </a:lnTo>
                <a:lnTo>
                  <a:pt x="877" y="14175"/>
                </a:lnTo>
                <a:lnTo>
                  <a:pt x="1023" y="14175"/>
                </a:lnTo>
                <a:lnTo>
                  <a:pt x="15198" y="14175"/>
                </a:lnTo>
                <a:lnTo>
                  <a:pt x="15198" y="14175"/>
                </a:lnTo>
                <a:lnTo>
                  <a:pt x="15344" y="14175"/>
                </a:lnTo>
                <a:lnTo>
                  <a:pt x="15466" y="14151"/>
                </a:lnTo>
                <a:lnTo>
                  <a:pt x="15588" y="14102"/>
                </a:lnTo>
                <a:lnTo>
                  <a:pt x="15709" y="14054"/>
                </a:lnTo>
                <a:lnTo>
                  <a:pt x="15831" y="13981"/>
                </a:lnTo>
                <a:lnTo>
                  <a:pt x="15929" y="13883"/>
                </a:lnTo>
                <a:lnTo>
                  <a:pt x="16002" y="13786"/>
                </a:lnTo>
                <a:lnTo>
                  <a:pt x="16075" y="13688"/>
                </a:lnTo>
                <a:lnTo>
                  <a:pt x="16075" y="13688"/>
                </a:lnTo>
                <a:lnTo>
                  <a:pt x="16148" y="13567"/>
                </a:lnTo>
                <a:lnTo>
                  <a:pt x="16197" y="13420"/>
                </a:lnTo>
                <a:lnTo>
                  <a:pt x="16221" y="13299"/>
                </a:lnTo>
                <a:lnTo>
                  <a:pt x="16221" y="13177"/>
                </a:lnTo>
                <a:lnTo>
                  <a:pt x="16221" y="13177"/>
                </a:lnTo>
                <a:lnTo>
                  <a:pt x="16221" y="13031"/>
                </a:lnTo>
                <a:lnTo>
                  <a:pt x="16197" y="12909"/>
                </a:lnTo>
                <a:lnTo>
                  <a:pt x="16148" y="12787"/>
                </a:lnTo>
                <a:lnTo>
                  <a:pt x="16075" y="12665"/>
                </a:lnTo>
                <a:lnTo>
                  <a:pt x="16075" y="12665"/>
                </a:lnTo>
                <a:close/>
                <a:moveTo>
                  <a:pt x="8111" y="12349"/>
                </a:moveTo>
                <a:lnTo>
                  <a:pt x="8111" y="12349"/>
                </a:lnTo>
                <a:lnTo>
                  <a:pt x="7916" y="12324"/>
                </a:lnTo>
                <a:lnTo>
                  <a:pt x="7721" y="12276"/>
                </a:lnTo>
                <a:lnTo>
                  <a:pt x="7575" y="12178"/>
                </a:lnTo>
                <a:lnTo>
                  <a:pt x="7429" y="12057"/>
                </a:lnTo>
                <a:lnTo>
                  <a:pt x="7307" y="11910"/>
                </a:lnTo>
                <a:lnTo>
                  <a:pt x="7210" y="11764"/>
                </a:lnTo>
                <a:lnTo>
                  <a:pt x="7161" y="11569"/>
                </a:lnTo>
                <a:lnTo>
                  <a:pt x="7136" y="11375"/>
                </a:lnTo>
                <a:lnTo>
                  <a:pt x="7136" y="11375"/>
                </a:lnTo>
                <a:lnTo>
                  <a:pt x="7161" y="11180"/>
                </a:lnTo>
                <a:lnTo>
                  <a:pt x="7210" y="11009"/>
                </a:lnTo>
                <a:lnTo>
                  <a:pt x="7307" y="10839"/>
                </a:lnTo>
                <a:lnTo>
                  <a:pt x="7429" y="10693"/>
                </a:lnTo>
                <a:lnTo>
                  <a:pt x="7575" y="10571"/>
                </a:lnTo>
                <a:lnTo>
                  <a:pt x="7721" y="10473"/>
                </a:lnTo>
                <a:lnTo>
                  <a:pt x="7916" y="10425"/>
                </a:lnTo>
                <a:lnTo>
                  <a:pt x="8111" y="10400"/>
                </a:lnTo>
                <a:lnTo>
                  <a:pt x="8111" y="10400"/>
                </a:lnTo>
                <a:lnTo>
                  <a:pt x="8306" y="10425"/>
                </a:lnTo>
                <a:lnTo>
                  <a:pt x="8476" y="10473"/>
                </a:lnTo>
                <a:lnTo>
                  <a:pt x="8646" y="10571"/>
                </a:lnTo>
                <a:lnTo>
                  <a:pt x="8793" y="10693"/>
                </a:lnTo>
                <a:lnTo>
                  <a:pt x="8914" y="10839"/>
                </a:lnTo>
                <a:lnTo>
                  <a:pt x="9012" y="11009"/>
                </a:lnTo>
                <a:lnTo>
                  <a:pt x="9061" y="11180"/>
                </a:lnTo>
                <a:lnTo>
                  <a:pt x="9085" y="11375"/>
                </a:lnTo>
                <a:lnTo>
                  <a:pt x="9085" y="11375"/>
                </a:lnTo>
                <a:lnTo>
                  <a:pt x="9061" y="11569"/>
                </a:lnTo>
                <a:lnTo>
                  <a:pt x="9012" y="11764"/>
                </a:lnTo>
                <a:lnTo>
                  <a:pt x="8914" y="11910"/>
                </a:lnTo>
                <a:lnTo>
                  <a:pt x="8793" y="12057"/>
                </a:lnTo>
                <a:lnTo>
                  <a:pt x="8646" y="12178"/>
                </a:lnTo>
                <a:lnTo>
                  <a:pt x="8476" y="12276"/>
                </a:lnTo>
                <a:lnTo>
                  <a:pt x="8306" y="12324"/>
                </a:lnTo>
                <a:lnTo>
                  <a:pt x="8111" y="12349"/>
                </a:lnTo>
                <a:lnTo>
                  <a:pt x="8111" y="12349"/>
                </a:lnTo>
                <a:close/>
                <a:moveTo>
                  <a:pt x="9231" y="5091"/>
                </a:moveTo>
                <a:lnTo>
                  <a:pt x="8939" y="8915"/>
                </a:lnTo>
                <a:lnTo>
                  <a:pt x="8939" y="8915"/>
                </a:lnTo>
                <a:lnTo>
                  <a:pt x="8914" y="9061"/>
                </a:lnTo>
                <a:lnTo>
                  <a:pt x="8866" y="9207"/>
                </a:lnTo>
                <a:lnTo>
                  <a:pt x="8793" y="9304"/>
                </a:lnTo>
                <a:lnTo>
                  <a:pt x="8695" y="9426"/>
                </a:lnTo>
                <a:lnTo>
                  <a:pt x="8573" y="9499"/>
                </a:lnTo>
                <a:lnTo>
                  <a:pt x="8452" y="9572"/>
                </a:lnTo>
                <a:lnTo>
                  <a:pt x="8330" y="9621"/>
                </a:lnTo>
                <a:lnTo>
                  <a:pt x="8184" y="9621"/>
                </a:lnTo>
                <a:lnTo>
                  <a:pt x="8038" y="9621"/>
                </a:lnTo>
                <a:lnTo>
                  <a:pt x="8038" y="9621"/>
                </a:lnTo>
                <a:lnTo>
                  <a:pt x="7891" y="9621"/>
                </a:lnTo>
                <a:lnTo>
                  <a:pt x="7770" y="9572"/>
                </a:lnTo>
                <a:lnTo>
                  <a:pt x="7648" y="9499"/>
                </a:lnTo>
                <a:lnTo>
                  <a:pt x="7526" y="9426"/>
                </a:lnTo>
                <a:lnTo>
                  <a:pt x="7429" y="9304"/>
                </a:lnTo>
                <a:lnTo>
                  <a:pt x="7356" y="9207"/>
                </a:lnTo>
                <a:lnTo>
                  <a:pt x="7307" y="9061"/>
                </a:lnTo>
                <a:lnTo>
                  <a:pt x="7283" y="8915"/>
                </a:lnTo>
                <a:lnTo>
                  <a:pt x="6990" y="5091"/>
                </a:lnTo>
                <a:lnTo>
                  <a:pt x="6990" y="5091"/>
                </a:lnTo>
                <a:lnTo>
                  <a:pt x="7015" y="4945"/>
                </a:lnTo>
                <a:lnTo>
                  <a:pt x="7039" y="4823"/>
                </a:lnTo>
                <a:lnTo>
                  <a:pt x="7088" y="4701"/>
                </a:lnTo>
                <a:lnTo>
                  <a:pt x="7161" y="4604"/>
                </a:lnTo>
                <a:lnTo>
                  <a:pt x="7258" y="4506"/>
                </a:lnTo>
                <a:lnTo>
                  <a:pt x="7380" y="4433"/>
                </a:lnTo>
                <a:lnTo>
                  <a:pt x="7526" y="4409"/>
                </a:lnTo>
                <a:lnTo>
                  <a:pt x="7648" y="4385"/>
                </a:lnTo>
                <a:lnTo>
                  <a:pt x="8573" y="4385"/>
                </a:lnTo>
                <a:lnTo>
                  <a:pt x="8573" y="4385"/>
                </a:lnTo>
                <a:lnTo>
                  <a:pt x="8695" y="4409"/>
                </a:lnTo>
                <a:lnTo>
                  <a:pt x="8841" y="4433"/>
                </a:lnTo>
                <a:lnTo>
                  <a:pt x="8963" y="4506"/>
                </a:lnTo>
                <a:lnTo>
                  <a:pt x="9061" y="4604"/>
                </a:lnTo>
                <a:lnTo>
                  <a:pt x="9134" y="4701"/>
                </a:lnTo>
                <a:lnTo>
                  <a:pt x="9182" y="4823"/>
                </a:lnTo>
                <a:lnTo>
                  <a:pt x="9207" y="4945"/>
                </a:lnTo>
                <a:lnTo>
                  <a:pt x="9231" y="5091"/>
                </a:lnTo>
                <a:lnTo>
                  <a:pt x="9231" y="5091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2" name="CustomShape 236"/>
          <p:cNvSpPr/>
          <p:nvPr/>
        </p:nvSpPr>
        <p:spPr>
          <a:xfrm>
            <a:off x="3740760" y="3772080"/>
            <a:ext cx="343440" cy="343440"/>
          </a:xfrm>
          <a:custGeom>
            <a:avLst/>
            <a:gdLst/>
            <a:ahLst/>
            <a:rect l="l" t="t" r="r" b="b"/>
            <a:pathLst>
              <a:path w="16367" h="16368">
                <a:moveTo>
                  <a:pt x="16074" y="4385"/>
                </a:moveTo>
                <a:lnTo>
                  <a:pt x="11983" y="293"/>
                </a:lnTo>
                <a:lnTo>
                  <a:pt x="11983" y="293"/>
                </a:lnTo>
                <a:lnTo>
                  <a:pt x="11812" y="171"/>
                </a:lnTo>
                <a:lnTo>
                  <a:pt x="11642" y="74"/>
                </a:lnTo>
                <a:lnTo>
                  <a:pt x="11447" y="25"/>
                </a:lnTo>
                <a:lnTo>
                  <a:pt x="11252" y="1"/>
                </a:lnTo>
                <a:lnTo>
                  <a:pt x="5115" y="1"/>
                </a:lnTo>
                <a:lnTo>
                  <a:pt x="5115" y="1"/>
                </a:lnTo>
                <a:lnTo>
                  <a:pt x="4920" y="25"/>
                </a:lnTo>
                <a:lnTo>
                  <a:pt x="4725" y="74"/>
                </a:lnTo>
                <a:lnTo>
                  <a:pt x="4554" y="171"/>
                </a:lnTo>
                <a:lnTo>
                  <a:pt x="4384" y="293"/>
                </a:lnTo>
                <a:lnTo>
                  <a:pt x="292" y="4385"/>
                </a:lnTo>
                <a:lnTo>
                  <a:pt x="292" y="4385"/>
                </a:lnTo>
                <a:lnTo>
                  <a:pt x="171" y="4555"/>
                </a:lnTo>
                <a:lnTo>
                  <a:pt x="73" y="4726"/>
                </a:lnTo>
                <a:lnTo>
                  <a:pt x="24" y="4921"/>
                </a:lnTo>
                <a:lnTo>
                  <a:pt x="0" y="5115"/>
                </a:lnTo>
                <a:lnTo>
                  <a:pt x="0" y="11253"/>
                </a:lnTo>
                <a:lnTo>
                  <a:pt x="0" y="11253"/>
                </a:lnTo>
                <a:lnTo>
                  <a:pt x="24" y="11448"/>
                </a:lnTo>
                <a:lnTo>
                  <a:pt x="73" y="11642"/>
                </a:lnTo>
                <a:lnTo>
                  <a:pt x="171" y="11813"/>
                </a:lnTo>
                <a:lnTo>
                  <a:pt x="292" y="11983"/>
                </a:lnTo>
                <a:lnTo>
                  <a:pt x="4384" y="16075"/>
                </a:lnTo>
                <a:lnTo>
                  <a:pt x="4384" y="16075"/>
                </a:lnTo>
                <a:lnTo>
                  <a:pt x="4554" y="16197"/>
                </a:lnTo>
                <a:lnTo>
                  <a:pt x="4725" y="16294"/>
                </a:lnTo>
                <a:lnTo>
                  <a:pt x="4920" y="16343"/>
                </a:lnTo>
                <a:lnTo>
                  <a:pt x="5115" y="16367"/>
                </a:lnTo>
                <a:lnTo>
                  <a:pt x="11252" y="16367"/>
                </a:lnTo>
                <a:lnTo>
                  <a:pt x="11252" y="16367"/>
                </a:lnTo>
                <a:lnTo>
                  <a:pt x="11447" y="16343"/>
                </a:lnTo>
                <a:lnTo>
                  <a:pt x="11642" y="16294"/>
                </a:lnTo>
                <a:lnTo>
                  <a:pt x="11812" y="16197"/>
                </a:lnTo>
                <a:lnTo>
                  <a:pt x="11983" y="16075"/>
                </a:lnTo>
                <a:lnTo>
                  <a:pt x="16074" y="11983"/>
                </a:lnTo>
                <a:lnTo>
                  <a:pt x="16074" y="11983"/>
                </a:lnTo>
                <a:lnTo>
                  <a:pt x="16196" y="11813"/>
                </a:lnTo>
                <a:lnTo>
                  <a:pt x="16294" y="11642"/>
                </a:lnTo>
                <a:lnTo>
                  <a:pt x="16342" y="11448"/>
                </a:lnTo>
                <a:lnTo>
                  <a:pt x="16367" y="11253"/>
                </a:lnTo>
                <a:lnTo>
                  <a:pt x="16367" y="5115"/>
                </a:lnTo>
                <a:lnTo>
                  <a:pt x="16367" y="5115"/>
                </a:lnTo>
                <a:lnTo>
                  <a:pt x="16342" y="4921"/>
                </a:lnTo>
                <a:lnTo>
                  <a:pt x="16294" y="4726"/>
                </a:lnTo>
                <a:lnTo>
                  <a:pt x="16196" y="4555"/>
                </a:lnTo>
                <a:lnTo>
                  <a:pt x="16074" y="4385"/>
                </a:lnTo>
                <a:lnTo>
                  <a:pt x="16074" y="4385"/>
                </a:lnTo>
                <a:close/>
                <a:moveTo>
                  <a:pt x="9864" y="8452"/>
                </a:moveTo>
                <a:lnTo>
                  <a:pt x="11203" y="9792"/>
                </a:lnTo>
                <a:lnTo>
                  <a:pt x="11203" y="9792"/>
                </a:lnTo>
                <a:lnTo>
                  <a:pt x="11252" y="9840"/>
                </a:lnTo>
                <a:lnTo>
                  <a:pt x="11276" y="9913"/>
                </a:lnTo>
                <a:lnTo>
                  <a:pt x="11301" y="10059"/>
                </a:lnTo>
                <a:lnTo>
                  <a:pt x="11276" y="10206"/>
                </a:lnTo>
                <a:lnTo>
                  <a:pt x="11252" y="10279"/>
                </a:lnTo>
                <a:lnTo>
                  <a:pt x="11203" y="10327"/>
                </a:lnTo>
                <a:lnTo>
                  <a:pt x="10327" y="11204"/>
                </a:lnTo>
                <a:lnTo>
                  <a:pt x="10327" y="11204"/>
                </a:lnTo>
                <a:lnTo>
                  <a:pt x="10278" y="11253"/>
                </a:lnTo>
                <a:lnTo>
                  <a:pt x="10205" y="11277"/>
                </a:lnTo>
                <a:lnTo>
                  <a:pt x="10059" y="11302"/>
                </a:lnTo>
                <a:lnTo>
                  <a:pt x="9913" y="11277"/>
                </a:lnTo>
                <a:lnTo>
                  <a:pt x="9840" y="11253"/>
                </a:lnTo>
                <a:lnTo>
                  <a:pt x="9791" y="11204"/>
                </a:lnTo>
                <a:lnTo>
                  <a:pt x="8451" y="9865"/>
                </a:lnTo>
                <a:lnTo>
                  <a:pt x="8451" y="9865"/>
                </a:lnTo>
                <a:lnTo>
                  <a:pt x="8403" y="9816"/>
                </a:lnTo>
                <a:lnTo>
                  <a:pt x="8330" y="9792"/>
                </a:lnTo>
                <a:lnTo>
                  <a:pt x="8183" y="9767"/>
                </a:lnTo>
                <a:lnTo>
                  <a:pt x="8037" y="9792"/>
                </a:lnTo>
                <a:lnTo>
                  <a:pt x="7964" y="9816"/>
                </a:lnTo>
                <a:lnTo>
                  <a:pt x="7915" y="9865"/>
                </a:lnTo>
                <a:lnTo>
                  <a:pt x="6576" y="11204"/>
                </a:lnTo>
                <a:lnTo>
                  <a:pt x="6576" y="11204"/>
                </a:lnTo>
                <a:lnTo>
                  <a:pt x="6527" y="11253"/>
                </a:lnTo>
                <a:lnTo>
                  <a:pt x="6454" y="11277"/>
                </a:lnTo>
                <a:lnTo>
                  <a:pt x="6308" y="11302"/>
                </a:lnTo>
                <a:lnTo>
                  <a:pt x="6162" y="11277"/>
                </a:lnTo>
                <a:lnTo>
                  <a:pt x="6089" y="11253"/>
                </a:lnTo>
                <a:lnTo>
                  <a:pt x="6040" y="11204"/>
                </a:lnTo>
                <a:lnTo>
                  <a:pt x="5163" y="10327"/>
                </a:lnTo>
                <a:lnTo>
                  <a:pt x="5163" y="10327"/>
                </a:lnTo>
                <a:lnTo>
                  <a:pt x="5115" y="10279"/>
                </a:lnTo>
                <a:lnTo>
                  <a:pt x="5090" y="10206"/>
                </a:lnTo>
                <a:lnTo>
                  <a:pt x="5066" y="10059"/>
                </a:lnTo>
                <a:lnTo>
                  <a:pt x="5090" y="9913"/>
                </a:lnTo>
                <a:lnTo>
                  <a:pt x="5115" y="9840"/>
                </a:lnTo>
                <a:lnTo>
                  <a:pt x="5163" y="9792"/>
                </a:lnTo>
                <a:lnTo>
                  <a:pt x="6503" y="8452"/>
                </a:lnTo>
                <a:lnTo>
                  <a:pt x="6503" y="8452"/>
                </a:lnTo>
                <a:lnTo>
                  <a:pt x="6552" y="8403"/>
                </a:lnTo>
                <a:lnTo>
                  <a:pt x="6576" y="8330"/>
                </a:lnTo>
                <a:lnTo>
                  <a:pt x="6600" y="8184"/>
                </a:lnTo>
                <a:lnTo>
                  <a:pt x="6576" y="8038"/>
                </a:lnTo>
                <a:lnTo>
                  <a:pt x="6552" y="7965"/>
                </a:lnTo>
                <a:lnTo>
                  <a:pt x="6503" y="7916"/>
                </a:lnTo>
                <a:lnTo>
                  <a:pt x="5163" y="6577"/>
                </a:lnTo>
                <a:lnTo>
                  <a:pt x="5163" y="6577"/>
                </a:lnTo>
                <a:lnTo>
                  <a:pt x="5115" y="6528"/>
                </a:lnTo>
                <a:lnTo>
                  <a:pt x="5090" y="6455"/>
                </a:lnTo>
                <a:lnTo>
                  <a:pt x="5066" y="6309"/>
                </a:lnTo>
                <a:lnTo>
                  <a:pt x="5090" y="6163"/>
                </a:lnTo>
                <a:lnTo>
                  <a:pt x="5115" y="6090"/>
                </a:lnTo>
                <a:lnTo>
                  <a:pt x="5163" y="6041"/>
                </a:lnTo>
                <a:lnTo>
                  <a:pt x="6040" y="5164"/>
                </a:lnTo>
                <a:lnTo>
                  <a:pt x="6040" y="5164"/>
                </a:lnTo>
                <a:lnTo>
                  <a:pt x="6089" y="5115"/>
                </a:lnTo>
                <a:lnTo>
                  <a:pt x="6162" y="5091"/>
                </a:lnTo>
                <a:lnTo>
                  <a:pt x="6308" y="5067"/>
                </a:lnTo>
                <a:lnTo>
                  <a:pt x="6454" y="5091"/>
                </a:lnTo>
                <a:lnTo>
                  <a:pt x="6527" y="5115"/>
                </a:lnTo>
                <a:lnTo>
                  <a:pt x="6576" y="5164"/>
                </a:lnTo>
                <a:lnTo>
                  <a:pt x="7915" y="6504"/>
                </a:lnTo>
                <a:lnTo>
                  <a:pt x="7915" y="6504"/>
                </a:lnTo>
                <a:lnTo>
                  <a:pt x="7964" y="6552"/>
                </a:lnTo>
                <a:lnTo>
                  <a:pt x="8037" y="6577"/>
                </a:lnTo>
                <a:lnTo>
                  <a:pt x="8183" y="6601"/>
                </a:lnTo>
                <a:lnTo>
                  <a:pt x="8330" y="6577"/>
                </a:lnTo>
                <a:lnTo>
                  <a:pt x="8403" y="6552"/>
                </a:lnTo>
                <a:lnTo>
                  <a:pt x="8451" y="6504"/>
                </a:lnTo>
                <a:lnTo>
                  <a:pt x="9791" y="5164"/>
                </a:lnTo>
                <a:lnTo>
                  <a:pt x="9791" y="5164"/>
                </a:lnTo>
                <a:lnTo>
                  <a:pt x="9840" y="5115"/>
                </a:lnTo>
                <a:lnTo>
                  <a:pt x="9913" y="5091"/>
                </a:lnTo>
                <a:lnTo>
                  <a:pt x="10059" y="5067"/>
                </a:lnTo>
                <a:lnTo>
                  <a:pt x="10205" y="5091"/>
                </a:lnTo>
                <a:lnTo>
                  <a:pt x="10278" y="5115"/>
                </a:lnTo>
                <a:lnTo>
                  <a:pt x="10327" y="5164"/>
                </a:lnTo>
                <a:lnTo>
                  <a:pt x="11203" y="6041"/>
                </a:lnTo>
                <a:lnTo>
                  <a:pt x="11203" y="6041"/>
                </a:lnTo>
                <a:lnTo>
                  <a:pt x="11252" y="6090"/>
                </a:lnTo>
                <a:lnTo>
                  <a:pt x="11276" y="6163"/>
                </a:lnTo>
                <a:lnTo>
                  <a:pt x="11301" y="6309"/>
                </a:lnTo>
                <a:lnTo>
                  <a:pt x="11276" y="6455"/>
                </a:lnTo>
                <a:lnTo>
                  <a:pt x="11252" y="6528"/>
                </a:lnTo>
                <a:lnTo>
                  <a:pt x="11203" y="6577"/>
                </a:lnTo>
                <a:lnTo>
                  <a:pt x="9864" y="7916"/>
                </a:lnTo>
                <a:lnTo>
                  <a:pt x="9864" y="7916"/>
                </a:lnTo>
                <a:lnTo>
                  <a:pt x="9815" y="7965"/>
                </a:lnTo>
                <a:lnTo>
                  <a:pt x="9791" y="8038"/>
                </a:lnTo>
                <a:lnTo>
                  <a:pt x="9766" y="8184"/>
                </a:lnTo>
                <a:lnTo>
                  <a:pt x="9791" y="8330"/>
                </a:lnTo>
                <a:lnTo>
                  <a:pt x="9815" y="8403"/>
                </a:lnTo>
                <a:lnTo>
                  <a:pt x="9864" y="8452"/>
                </a:lnTo>
                <a:lnTo>
                  <a:pt x="9864" y="8452"/>
                </a:lnTo>
                <a:close/>
              </a:path>
            </a:pathLst>
          </a:custGeom>
          <a:noFill/>
          <a:ln w="12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403" name="Group 237"/>
          <p:cNvGrpSpPr/>
          <p:nvPr/>
        </p:nvGrpSpPr>
        <p:grpSpPr>
          <a:xfrm>
            <a:off x="4280760" y="3777120"/>
            <a:ext cx="393840" cy="325080"/>
            <a:chOff x="4280760" y="3777120"/>
            <a:chExt cx="393840" cy="325080"/>
          </a:xfrm>
        </p:grpSpPr>
        <p:sp>
          <p:nvSpPr>
            <p:cNvPr id="1404" name="CustomShape 238"/>
            <p:cNvSpPr/>
            <p:nvPr/>
          </p:nvSpPr>
          <p:spPr>
            <a:xfrm>
              <a:off x="4603680" y="4058640"/>
              <a:ext cx="55080" cy="43560"/>
            </a:xfrm>
            <a:custGeom>
              <a:avLst/>
              <a:gdLst/>
              <a:ahLst/>
              <a:rect l="l" t="t" r="r" b="b"/>
              <a:pathLst>
                <a:path w="2631" h="2096">
                  <a:moveTo>
                    <a:pt x="1" y="1"/>
                  </a:moveTo>
                  <a:lnTo>
                    <a:pt x="1" y="780"/>
                  </a:lnTo>
                  <a:lnTo>
                    <a:pt x="1" y="780"/>
                  </a:lnTo>
                  <a:lnTo>
                    <a:pt x="25" y="1048"/>
                  </a:lnTo>
                  <a:lnTo>
                    <a:pt x="122" y="1291"/>
                  </a:lnTo>
                  <a:lnTo>
                    <a:pt x="244" y="1511"/>
                  </a:lnTo>
                  <a:lnTo>
                    <a:pt x="390" y="1705"/>
                  </a:lnTo>
                  <a:lnTo>
                    <a:pt x="585" y="1852"/>
                  </a:lnTo>
                  <a:lnTo>
                    <a:pt x="804" y="1973"/>
                  </a:lnTo>
                  <a:lnTo>
                    <a:pt x="1048" y="2071"/>
                  </a:lnTo>
                  <a:lnTo>
                    <a:pt x="1316" y="2095"/>
                  </a:lnTo>
                  <a:lnTo>
                    <a:pt x="1316" y="2095"/>
                  </a:lnTo>
                  <a:lnTo>
                    <a:pt x="1584" y="2071"/>
                  </a:lnTo>
                  <a:lnTo>
                    <a:pt x="1827" y="1973"/>
                  </a:lnTo>
                  <a:lnTo>
                    <a:pt x="2046" y="1852"/>
                  </a:lnTo>
                  <a:lnTo>
                    <a:pt x="2241" y="1705"/>
                  </a:lnTo>
                  <a:lnTo>
                    <a:pt x="2412" y="1511"/>
                  </a:lnTo>
                  <a:lnTo>
                    <a:pt x="2533" y="1291"/>
                  </a:lnTo>
                  <a:lnTo>
                    <a:pt x="2607" y="1048"/>
                  </a:lnTo>
                  <a:lnTo>
                    <a:pt x="2631" y="780"/>
                  </a:lnTo>
                  <a:lnTo>
                    <a:pt x="263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05" name="CustomShape 239"/>
            <p:cNvSpPr/>
            <p:nvPr/>
          </p:nvSpPr>
          <p:spPr>
            <a:xfrm>
              <a:off x="4296600" y="4058640"/>
              <a:ext cx="55080" cy="43560"/>
            </a:xfrm>
            <a:custGeom>
              <a:avLst/>
              <a:gdLst/>
              <a:ahLst/>
              <a:rect l="l" t="t" r="r" b="b"/>
              <a:pathLst>
                <a:path w="2631" h="2096">
                  <a:moveTo>
                    <a:pt x="1" y="1"/>
                  </a:moveTo>
                  <a:lnTo>
                    <a:pt x="1" y="780"/>
                  </a:lnTo>
                  <a:lnTo>
                    <a:pt x="1" y="780"/>
                  </a:lnTo>
                  <a:lnTo>
                    <a:pt x="25" y="1048"/>
                  </a:lnTo>
                  <a:lnTo>
                    <a:pt x="98" y="1291"/>
                  </a:lnTo>
                  <a:lnTo>
                    <a:pt x="220" y="1511"/>
                  </a:lnTo>
                  <a:lnTo>
                    <a:pt x="390" y="1705"/>
                  </a:lnTo>
                  <a:lnTo>
                    <a:pt x="585" y="1852"/>
                  </a:lnTo>
                  <a:lnTo>
                    <a:pt x="804" y="1973"/>
                  </a:lnTo>
                  <a:lnTo>
                    <a:pt x="1048" y="2071"/>
                  </a:lnTo>
                  <a:lnTo>
                    <a:pt x="1316" y="2095"/>
                  </a:lnTo>
                  <a:lnTo>
                    <a:pt x="1316" y="2095"/>
                  </a:lnTo>
                  <a:lnTo>
                    <a:pt x="1584" y="2071"/>
                  </a:lnTo>
                  <a:lnTo>
                    <a:pt x="1827" y="1973"/>
                  </a:lnTo>
                  <a:lnTo>
                    <a:pt x="2046" y="1852"/>
                  </a:lnTo>
                  <a:lnTo>
                    <a:pt x="2241" y="1705"/>
                  </a:lnTo>
                  <a:lnTo>
                    <a:pt x="2387" y="1511"/>
                  </a:lnTo>
                  <a:lnTo>
                    <a:pt x="2509" y="1291"/>
                  </a:lnTo>
                  <a:lnTo>
                    <a:pt x="2607" y="1048"/>
                  </a:lnTo>
                  <a:lnTo>
                    <a:pt x="2631" y="780"/>
                  </a:lnTo>
                  <a:lnTo>
                    <a:pt x="263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06" name="CustomShape 240"/>
            <p:cNvSpPr/>
            <p:nvPr/>
          </p:nvSpPr>
          <p:spPr>
            <a:xfrm>
              <a:off x="4280760" y="3777120"/>
              <a:ext cx="393840" cy="279720"/>
            </a:xfrm>
            <a:custGeom>
              <a:avLst/>
              <a:gdLst/>
              <a:ahLst/>
              <a:rect l="l" t="t" r="r" b="b"/>
              <a:pathLst>
                <a:path w="18754" h="13323">
                  <a:moveTo>
                    <a:pt x="18754" y="5553"/>
                  </a:moveTo>
                  <a:lnTo>
                    <a:pt x="18754" y="5553"/>
                  </a:lnTo>
                  <a:lnTo>
                    <a:pt x="18730" y="5334"/>
                  </a:lnTo>
                  <a:lnTo>
                    <a:pt x="18681" y="5091"/>
                  </a:lnTo>
                  <a:lnTo>
                    <a:pt x="18583" y="4847"/>
                  </a:lnTo>
                  <a:lnTo>
                    <a:pt x="18462" y="4628"/>
                  </a:lnTo>
                  <a:lnTo>
                    <a:pt x="18291" y="4433"/>
                  </a:lnTo>
                  <a:lnTo>
                    <a:pt x="18121" y="4287"/>
                  </a:lnTo>
                  <a:lnTo>
                    <a:pt x="18023" y="4214"/>
                  </a:lnTo>
                  <a:lnTo>
                    <a:pt x="17926" y="4165"/>
                  </a:lnTo>
                  <a:lnTo>
                    <a:pt x="17828" y="4141"/>
                  </a:lnTo>
                  <a:lnTo>
                    <a:pt x="17731" y="4141"/>
                  </a:lnTo>
                  <a:lnTo>
                    <a:pt x="16489" y="4141"/>
                  </a:lnTo>
                  <a:lnTo>
                    <a:pt x="15588" y="1803"/>
                  </a:lnTo>
                  <a:lnTo>
                    <a:pt x="15588" y="1803"/>
                  </a:lnTo>
                  <a:lnTo>
                    <a:pt x="15490" y="1583"/>
                  </a:lnTo>
                  <a:lnTo>
                    <a:pt x="15344" y="1364"/>
                  </a:lnTo>
                  <a:lnTo>
                    <a:pt x="15174" y="1169"/>
                  </a:lnTo>
                  <a:lnTo>
                    <a:pt x="15003" y="975"/>
                  </a:lnTo>
                  <a:lnTo>
                    <a:pt x="14784" y="804"/>
                  </a:lnTo>
                  <a:lnTo>
                    <a:pt x="14565" y="658"/>
                  </a:lnTo>
                  <a:lnTo>
                    <a:pt x="14346" y="536"/>
                  </a:lnTo>
                  <a:lnTo>
                    <a:pt x="14102" y="439"/>
                  </a:lnTo>
                  <a:lnTo>
                    <a:pt x="14102" y="439"/>
                  </a:lnTo>
                  <a:lnTo>
                    <a:pt x="13810" y="390"/>
                  </a:lnTo>
                  <a:lnTo>
                    <a:pt x="13444" y="317"/>
                  </a:lnTo>
                  <a:lnTo>
                    <a:pt x="12933" y="220"/>
                  </a:lnTo>
                  <a:lnTo>
                    <a:pt x="12275" y="147"/>
                  </a:lnTo>
                  <a:lnTo>
                    <a:pt x="11472" y="73"/>
                  </a:lnTo>
                  <a:lnTo>
                    <a:pt x="10498" y="25"/>
                  </a:lnTo>
                  <a:lnTo>
                    <a:pt x="9377" y="0"/>
                  </a:lnTo>
                  <a:lnTo>
                    <a:pt x="9377" y="0"/>
                  </a:lnTo>
                  <a:lnTo>
                    <a:pt x="8257" y="25"/>
                  </a:lnTo>
                  <a:lnTo>
                    <a:pt x="7283" y="73"/>
                  </a:lnTo>
                  <a:lnTo>
                    <a:pt x="6479" y="147"/>
                  </a:lnTo>
                  <a:lnTo>
                    <a:pt x="5821" y="220"/>
                  </a:lnTo>
                  <a:lnTo>
                    <a:pt x="5310" y="317"/>
                  </a:lnTo>
                  <a:lnTo>
                    <a:pt x="4945" y="390"/>
                  </a:lnTo>
                  <a:lnTo>
                    <a:pt x="4652" y="439"/>
                  </a:lnTo>
                  <a:lnTo>
                    <a:pt x="4652" y="439"/>
                  </a:lnTo>
                  <a:lnTo>
                    <a:pt x="4409" y="536"/>
                  </a:lnTo>
                  <a:lnTo>
                    <a:pt x="4190" y="658"/>
                  </a:lnTo>
                  <a:lnTo>
                    <a:pt x="3970" y="804"/>
                  </a:lnTo>
                  <a:lnTo>
                    <a:pt x="3751" y="975"/>
                  </a:lnTo>
                  <a:lnTo>
                    <a:pt x="3581" y="1169"/>
                  </a:lnTo>
                  <a:lnTo>
                    <a:pt x="3410" y="1364"/>
                  </a:lnTo>
                  <a:lnTo>
                    <a:pt x="3264" y="1583"/>
                  </a:lnTo>
                  <a:lnTo>
                    <a:pt x="3167" y="1803"/>
                  </a:lnTo>
                  <a:lnTo>
                    <a:pt x="2266" y="4141"/>
                  </a:lnTo>
                  <a:lnTo>
                    <a:pt x="1023" y="4141"/>
                  </a:lnTo>
                  <a:lnTo>
                    <a:pt x="1023" y="4141"/>
                  </a:lnTo>
                  <a:lnTo>
                    <a:pt x="926" y="4141"/>
                  </a:lnTo>
                  <a:lnTo>
                    <a:pt x="829" y="4165"/>
                  </a:lnTo>
                  <a:lnTo>
                    <a:pt x="731" y="4214"/>
                  </a:lnTo>
                  <a:lnTo>
                    <a:pt x="634" y="4287"/>
                  </a:lnTo>
                  <a:lnTo>
                    <a:pt x="463" y="4433"/>
                  </a:lnTo>
                  <a:lnTo>
                    <a:pt x="293" y="4628"/>
                  </a:lnTo>
                  <a:lnTo>
                    <a:pt x="171" y="4847"/>
                  </a:lnTo>
                  <a:lnTo>
                    <a:pt x="74" y="5091"/>
                  </a:lnTo>
                  <a:lnTo>
                    <a:pt x="25" y="5334"/>
                  </a:lnTo>
                  <a:lnTo>
                    <a:pt x="1" y="5553"/>
                  </a:lnTo>
                  <a:lnTo>
                    <a:pt x="1" y="5553"/>
                  </a:lnTo>
                  <a:lnTo>
                    <a:pt x="25" y="5748"/>
                  </a:lnTo>
                  <a:lnTo>
                    <a:pt x="74" y="5894"/>
                  </a:lnTo>
                  <a:lnTo>
                    <a:pt x="171" y="6016"/>
                  </a:lnTo>
                  <a:lnTo>
                    <a:pt x="293" y="6089"/>
                  </a:lnTo>
                  <a:lnTo>
                    <a:pt x="463" y="6138"/>
                  </a:lnTo>
                  <a:lnTo>
                    <a:pt x="634" y="6187"/>
                  </a:lnTo>
                  <a:lnTo>
                    <a:pt x="1023" y="6187"/>
                  </a:lnTo>
                  <a:lnTo>
                    <a:pt x="1462" y="6187"/>
                  </a:lnTo>
                  <a:lnTo>
                    <a:pt x="1145" y="7015"/>
                  </a:lnTo>
                  <a:lnTo>
                    <a:pt x="1145" y="7015"/>
                  </a:lnTo>
                  <a:lnTo>
                    <a:pt x="999" y="7526"/>
                  </a:lnTo>
                  <a:lnTo>
                    <a:pt x="877" y="8086"/>
                  </a:lnTo>
                  <a:lnTo>
                    <a:pt x="780" y="8671"/>
                  </a:lnTo>
                  <a:lnTo>
                    <a:pt x="756" y="9207"/>
                  </a:lnTo>
                  <a:lnTo>
                    <a:pt x="756" y="13323"/>
                  </a:lnTo>
                  <a:lnTo>
                    <a:pt x="17999" y="13323"/>
                  </a:lnTo>
                  <a:lnTo>
                    <a:pt x="17999" y="9207"/>
                  </a:lnTo>
                  <a:lnTo>
                    <a:pt x="17999" y="9207"/>
                  </a:lnTo>
                  <a:lnTo>
                    <a:pt x="17975" y="8671"/>
                  </a:lnTo>
                  <a:lnTo>
                    <a:pt x="17877" y="8086"/>
                  </a:lnTo>
                  <a:lnTo>
                    <a:pt x="17755" y="7526"/>
                  </a:lnTo>
                  <a:lnTo>
                    <a:pt x="17609" y="7015"/>
                  </a:lnTo>
                  <a:lnTo>
                    <a:pt x="17293" y="6187"/>
                  </a:lnTo>
                  <a:lnTo>
                    <a:pt x="17731" y="6187"/>
                  </a:lnTo>
                  <a:lnTo>
                    <a:pt x="17731" y="6187"/>
                  </a:lnTo>
                  <a:lnTo>
                    <a:pt x="18121" y="6187"/>
                  </a:lnTo>
                  <a:lnTo>
                    <a:pt x="18291" y="6138"/>
                  </a:lnTo>
                  <a:lnTo>
                    <a:pt x="18462" y="6089"/>
                  </a:lnTo>
                  <a:lnTo>
                    <a:pt x="18583" y="6016"/>
                  </a:lnTo>
                  <a:lnTo>
                    <a:pt x="18681" y="5894"/>
                  </a:lnTo>
                  <a:lnTo>
                    <a:pt x="18730" y="5748"/>
                  </a:lnTo>
                  <a:lnTo>
                    <a:pt x="18754" y="5553"/>
                  </a:lnTo>
                  <a:lnTo>
                    <a:pt x="18754" y="555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07" name="CustomShape 241"/>
            <p:cNvSpPr/>
            <p:nvPr/>
          </p:nvSpPr>
          <p:spPr>
            <a:xfrm>
              <a:off x="4350240" y="3805200"/>
              <a:ext cx="254520" cy="125640"/>
            </a:xfrm>
            <a:custGeom>
              <a:avLst/>
              <a:gdLst/>
              <a:ahLst/>
              <a:rect l="l" t="t" r="r" b="b"/>
              <a:pathLst>
                <a:path w="12130" h="5993">
                  <a:moveTo>
                    <a:pt x="1" y="4628"/>
                  </a:moveTo>
                  <a:lnTo>
                    <a:pt x="1" y="4628"/>
                  </a:lnTo>
                  <a:lnTo>
                    <a:pt x="171" y="4019"/>
                  </a:lnTo>
                  <a:lnTo>
                    <a:pt x="585" y="2656"/>
                  </a:lnTo>
                  <a:lnTo>
                    <a:pt x="805" y="1925"/>
                  </a:lnTo>
                  <a:lnTo>
                    <a:pt x="1024" y="1292"/>
                  </a:lnTo>
                  <a:lnTo>
                    <a:pt x="1194" y="829"/>
                  </a:lnTo>
                  <a:lnTo>
                    <a:pt x="1267" y="707"/>
                  </a:lnTo>
                  <a:lnTo>
                    <a:pt x="1316" y="658"/>
                  </a:lnTo>
                  <a:lnTo>
                    <a:pt x="1316" y="658"/>
                  </a:lnTo>
                  <a:lnTo>
                    <a:pt x="1535" y="561"/>
                  </a:lnTo>
                  <a:lnTo>
                    <a:pt x="1852" y="464"/>
                  </a:lnTo>
                  <a:lnTo>
                    <a:pt x="2315" y="342"/>
                  </a:lnTo>
                  <a:lnTo>
                    <a:pt x="2948" y="220"/>
                  </a:lnTo>
                  <a:lnTo>
                    <a:pt x="3776" y="98"/>
                  </a:lnTo>
                  <a:lnTo>
                    <a:pt x="4799" y="25"/>
                  </a:lnTo>
                  <a:lnTo>
                    <a:pt x="5408" y="1"/>
                  </a:lnTo>
                  <a:lnTo>
                    <a:pt x="6065" y="1"/>
                  </a:lnTo>
                  <a:lnTo>
                    <a:pt x="6065" y="1"/>
                  </a:lnTo>
                  <a:lnTo>
                    <a:pt x="6723" y="1"/>
                  </a:lnTo>
                  <a:lnTo>
                    <a:pt x="7332" y="25"/>
                  </a:lnTo>
                  <a:lnTo>
                    <a:pt x="8355" y="98"/>
                  </a:lnTo>
                  <a:lnTo>
                    <a:pt x="9183" y="220"/>
                  </a:lnTo>
                  <a:lnTo>
                    <a:pt x="9816" y="342"/>
                  </a:lnTo>
                  <a:lnTo>
                    <a:pt x="10279" y="464"/>
                  </a:lnTo>
                  <a:lnTo>
                    <a:pt x="10595" y="561"/>
                  </a:lnTo>
                  <a:lnTo>
                    <a:pt x="10814" y="658"/>
                  </a:lnTo>
                  <a:lnTo>
                    <a:pt x="10814" y="658"/>
                  </a:lnTo>
                  <a:lnTo>
                    <a:pt x="10863" y="707"/>
                  </a:lnTo>
                  <a:lnTo>
                    <a:pt x="10936" y="829"/>
                  </a:lnTo>
                  <a:lnTo>
                    <a:pt x="11107" y="1292"/>
                  </a:lnTo>
                  <a:lnTo>
                    <a:pt x="11326" y="1925"/>
                  </a:lnTo>
                  <a:lnTo>
                    <a:pt x="11545" y="2656"/>
                  </a:lnTo>
                  <a:lnTo>
                    <a:pt x="11959" y="4019"/>
                  </a:lnTo>
                  <a:lnTo>
                    <a:pt x="12130" y="4628"/>
                  </a:lnTo>
                  <a:lnTo>
                    <a:pt x="12130" y="4628"/>
                  </a:lnTo>
                  <a:lnTo>
                    <a:pt x="12105" y="4677"/>
                  </a:lnTo>
                  <a:lnTo>
                    <a:pt x="12057" y="4750"/>
                  </a:lnTo>
                  <a:lnTo>
                    <a:pt x="11959" y="4823"/>
                  </a:lnTo>
                  <a:lnTo>
                    <a:pt x="11813" y="4921"/>
                  </a:lnTo>
                  <a:lnTo>
                    <a:pt x="11618" y="5042"/>
                  </a:lnTo>
                  <a:lnTo>
                    <a:pt x="11375" y="5164"/>
                  </a:lnTo>
                  <a:lnTo>
                    <a:pt x="11058" y="5262"/>
                  </a:lnTo>
                  <a:lnTo>
                    <a:pt x="10717" y="5383"/>
                  </a:lnTo>
                  <a:lnTo>
                    <a:pt x="10327" y="5505"/>
                  </a:lnTo>
                  <a:lnTo>
                    <a:pt x="9865" y="5627"/>
                  </a:lnTo>
                  <a:lnTo>
                    <a:pt x="9377" y="5724"/>
                  </a:lnTo>
                  <a:lnTo>
                    <a:pt x="8817" y="5822"/>
                  </a:lnTo>
                  <a:lnTo>
                    <a:pt x="8208" y="5895"/>
                  </a:lnTo>
                  <a:lnTo>
                    <a:pt x="7551" y="5944"/>
                  </a:lnTo>
                  <a:lnTo>
                    <a:pt x="6845" y="5992"/>
                  </a:lnTo>
                  <a:lnTo>
                    <a:pt x="6065" y="5992"/>
                  </a:lnTo>
                  <a:lnTo>
                    <a:pt x="6065" y="5992"/>
                  </a:lnTo>
                  <a:lnTo>
                    <a:pt x="5286" y="5992"/>
                  </a:lnTo>
                  <a:lnTo>
                    <a:pt x="4580" y="5944"/>
                  </a:lnTo>
                  <a:lnTo>
                    <a:pt x="3922" y="5895"/>
                  </a:lnTo>
                  <a:lnTo>
                    <a:pt x="3313" y="5822"/>
                  </a:lnTo>
                  <a:lnTo>
                    <a:pt x="2753" y="5724"/>
                  </a:lnTo>
                  <a:lnTo>
                    <a:pt x="2266" y="5627"/>
                  </a:lnTo>
                  <a:lnTo>
                    <a:pt x="1803" y="5505"/>
                  </a:lnTo>
                  <a:lnTo>
                    <a:pt x="1413" y="5383"/>
                  </a:lnTo>
                  <a:lnTo>
                    <a:pt x="1072" y="5262"/>
                  </a:lnTo>
                  <a:lnTo>
                    <a:pt x="756" y="5164"/>
                  </a:lnTo>
                  <a:lnTo>
                    <a:pt x="512" y="5042"/>
                  </a:lnTo>
                  <a:lnTo>
                    <a:pt x="317" y="4921"/>
                  </a:lnTo>
                  <a:lnTo>
                    <a:pt x="171" y="4823"/>
                  </a:lnTo>
                  <a:lnTo>
                    <a:pt x="74" y="4750"/>
                  </a:lnTo>
                  <a:lnTo>
                    <a:pt x="25" y="4677"/>
                  </a:lnTo>
                  <a:lnTo>
                    <a:pt x="1" y="4628"/>
                  </a:lnTo>
                  <a:lnTo>
                    <a:pt x="1" y="46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08" name="CustomShape 242"/>
            <p:cNvSpPr/>
            <p:nvPr/>
          </p:nvSpPr>
          <p:spPr>
            <a:xfrm>
              <a:off x="4329720" y="3967920"/>
              <a:ext cx="67680" cy="54360"/>
            </a:xfrm>
            <a:custGeom>
              <a:avLst/>
              <a:gdLst/>
              <a:ahLst/>
              <a:rect l="l" t="t" r="r" b="b"/>
              <a:pathLst>
                <a:path w="3240" h="2607">
                  <a:moveTo>
                    <a:pt x="1632" y="2607"/>
                  </a:moveTo>
                  <a:lnTo>
                    <a:pt x="1632" y="2607"/>
                  </a:lnTo>
                  <a:lnTo>
                    <a:pt x="1291" y="2582"/>
                  </a:lnTo>
                  <a:lnTo>
                    <a:pt x="999" y="2509"/>
                  </a:lnTo>
                  <a:lnTo>
                    <a:pt x="731" y="2388"/>
                  </a:lnTo>
                  <a:lnTo>
                    <a:pt x="488" y="2217"/>
                  </a:lnTo>
                  <a:lnTo>
                    <a:pt x="293" y="2047"/>
                  </a:lnTo>
                  <a:lnTo>
                    <a:pt x="122" y="1803"/>
                  </a:lnTo>
                  <a:lnTo>
                    <a:pt x="74" y="1706"/>
                  </a:lnTo>
                  <a:lnTo>
                    <a:pt x="49" y="1559"/>
                  </a:lnTo>
                  <a:lnTo>
                    <a:pt x="25" y="1438"/>
                  </a:lnTo>
                  <a:lnTo>
                    <a:pt x="1" y="1316"/>
                  </a:lnTo>
                  <a:lnTo>
                    <a:pt x="1" y="1316"/>
                  </a:lnTo>
                  <a:lnTo>
                    <a:pt x="25" y="1170"/>
                  </a:lnTo>
                  <a:lnTo>
                    <a:pt x="49" y="1048"/>
                  </a:lnTo>
                  <a:lnTo>
                    <a:pt x="74" y="926"/>
                  </a:lnTo>
                  <a:lnTo>
                    <a:pt x="122" y="804"/>
                  </a:lnTo>
                  <a:lnTo>
                    <a:pt x="293" y="585"/>
                  </a:lnTo>
                  <a:lnTo>
                    <a:pt x="488" y="390"/>
                  </a:lnTo>
                  <a:lnTo>
                    <a:pt x="731" y="220"/>
                  </a:lnTo>
                  <a:lnTo>
                    <a:pt x="999" y="98"/>
                  </a:lnTo>
                  <a:lnTo>
                    <a:pt x="1291" y="25"/>
                  </a:lnTo>
                  <a:lnTo>
                    <a:pt x="1632" y="1"/>
                  </a:lnTo>
                  <a:lnTo>
                    <a:pt x="1632" y="1"/>
                  </a:lnTo>
                  <a:lnTo>
                    <a:pt x="1803" y="1"/>
                  </a:lnTo>
                  <a:lnTo>
                    <a:pt x="1949" y="49"/>
                  </a:lnTo>
                  <a:lnTo>
                    <a:pt x="2120" y="98"/>
                  </a:lnTo>
                  <a:lnTo>
                    <a:pt x="2266" y="171"/>
                  </a:lnTo>
                  <a:lnTo>
                    <a:pt x="2412" y="269"/>
                  </a:lnTo>
                  <a:lnTo>
                    <a:pt x="2534" y="390"/>
                  </a:lnTo>
                  <a:lnTo>
                    <a:pt x="2777" y="634"/>
                  </a:lnTo>
                  <a:lnTo>
                    <a:pt x="2972" y="926"/>
                  </a:lnTo>
                  <a:lnTo>
                    <a:pt x="3118" y="1219"/>
                  </a:lnTo>
                  <a:lnTo>
                    <a:pt x="3215" y="1535"/>
                  </a:lnTo>
                  <a:lnTo>
                    <a:pt x="3240" y="1681"/>
                  </a:lnTo>
                  <a:lnTo>
                    <a:pt x="3240" y="1803"/>
                  </a:lnTo>
                  <a:lnTo>
                    <a:pt x="3240" y="1803"/>
                  </a:lnTo>
                  <a:lnTo>
                    <a:pt x="3240" y="1949"/>
                  </a:lnTo>
                  <a:lnTo>
                    <a:pt x="3215" y="2047"/>
                  </a:lnTo>
                  <a:lnTo>
                    <a:pt x="3167" y="2144"/>
                  </a:lnTo>
                  <a:lnTo>
                    <a:pt x="3118" y="2241"/>
                  </a:lnTo>
                  <a:lnTo>
                    <a:pt x="3045" y="2314"/>
                  </a:lnTo>
                  <a:lnTo>
                    <a:pt x="2972" y="2388"/>
                  </a:lnTo>
                  <a:lnTo>
                    <a:pt x="2777" y="2485"/>
                  </a:lnTo>
                  <a:lnTo>
                    <a:pt x="2534" y="2558"/>
                  </a:lnTo>
                  <a:lnTo>
                    <a:pt x="2266" y="2582"/>
                  </a:lnTo>
                  <a:lnTo>
                    <a:pt x="1949" y="2607"/>
                  </a:lnTo>
                  <a:lnTo>
                    <a:pt x="1632" y="2607"/>
                  </a:lnTo>
                  <a:lnTo>
                    <a:pt x="1632" y="260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09" name="CustomShape 243"/>
            <p:cNvSpPr/>
            <p:nvPr/>
          </p:nvSpPr>
          <p:spPr>
            <a:xfrm>
              <a:off x="4430880" y="4007520"/>
              <a:ext cx="92880" cy="360"/>
            </a:xfrm>
            <a:custGeom>
              <a:avLst/>
              <a:gdLst/>
              <a:ahLst/>
              <a:rect l="l" t="t" r="r" b="b"/>
              <a:pathLst>
                <a:path w="4434" h="1">
                  <a:moveTo>
                    <a:pt x="1" y="0"/>
                  </a:moveTo>
                  <a:lnTo>
                    <a:pt x="443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0" name="CustomShape 244"/>
            <p:cNvSpPr/>
            <p:nvPr/>
          </p:nvSpPr>
          <p:spPr>
            <a:xfrm>
              <a:off x="4424760" y="3984840"/>
              <a:ext cx="105120" cy="360"/>
            </a:xfrm>
            <a:custGeom>
              <a:avLst/>
              <a:gdLst/>
              <a:ahLst/>
              <a:rect l="l" t="t" r="r" b="b"/>
              <a:pathLst>
                <a:path w="5018" h="1">
                  <a:moveTo>
                    <a:pt x="1" y="0"/>
                  </a:moveTo>
                  <a:lnTo>
                    <a:pt x="501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1" name="CustomShape 245"/>
            <p:cNvSpPr/>
            <p:nvPr/>
          </p:nvSpPr>
          <p:spPr>
            <a:xfrm>
              <a:off x="4557600" y="3967920"/>
              <a:ext cx="67680" cy="54360"/>
            </a:xfrm>
            <a:custGeom>
              <a:avLst/>
              <a:gdLst/>
              <a:ahLst/>
              <a:rect l="l" t="t" r="r" b="b"/>
              <a:pathLst>
                <a:path w="3240" h="2607">
                  <a:moveTo>
                    <a:pt x="1608" y="2607"/>
                  </a:moveTo>
                  <a:lnTo>
                    <a:pt x="1608" y="2607"/>
                  </a:lnTo>
                  <a:lnTo>
                    <a:pt x="1291" y="2607"/>
                  </a:lnTo>
                  <a:lnTo>
                    <a:pt x="975" y="2582"/>
                  </a:lnTo>
                  <a:lnTo>
                    <a:pt x="707" y="2558"/>
                  </a:lnTo>
                  <a:lnTo>
                    <a:pt x="463" y="2485"/>
                  </a:lnTo>
                  <a:lnTo>
                    <a:pt x="268" y="2388"/>
                  </a:lnTo>
                  <a:lnTo>
                    <a:pt x="195" y="2314"/>
                  </a:lnTo>
                  <a:lnTo>
                    <a:pt x="122" y="2241"/>
                  </a:lnTo>
                  <a:lnTo>
                    <a:pt x="74" y="2144"/>
                  </a:lnTo>
                  <a:lnTo>
                    <a:pt x="25" y="2047"/>
                  </a:lnTo>
                  <a:lnTo>
                    <a:pt x="1" y="1949"/>
                  </a:lnTo>
                  <a:lnTo>
                    <a:pt x="1" y="1803"/>
                  </a:lnTo>
                  <a:lnTo>
                    <a:pt x="1" y="1803"/>
                  </a:lnTo>
                  <a:lnTo>
                    <a:pt x="1" y="1681"/>
                  </a:lnTo>
                  <a:lnTo>
                    <a:pt x="25" y="1535"/>
                  </a:lnTo>
                  <a:lnTo>
                    <a:pt x="122" y="1219"/>
                  </a:lnTo>
                  <a:lnTo>
                    <a:pt x="268" y="926"/>
                  </a:lnTo>
                  <a:lnTo>
                    <a:pt x="463" y="634"/>
                  </a:lnTo>
                  <a:lnTo>
                    <a:pt x="707" y="390"/>
                  </a:lnTo>
                  <a:lnTo>
                    <a:pt x="829" y="269"/>
                  </a:lnTo>
                  <a:lnTo>
                    <a:pt x="975" y="171"/>
                  </a:lnTo>
                  <a:lnTo>
                    <a:pt x="1121" y="98"/>
                  </a:lnTo>
                  <a:lnTo>
                    <a:pt x="1291" y="49"/>
                  </a:lnTo>
                  <a:lnTo>
                    <a:pt x="1438" y="1"/>
                  </a:lnTo>
                  <a:lnTo>
                    <a:pt x="1608" y="1"/>
                  </a:lnTo>
                  <a:lnTo>
                    <a:pt x="1608" y="1"/>
                  </a:lnTo>
                  <a:lnTo>
                    <a:pt x="1949" y="25"/>
                  </a:lnTo>
                  <a:lnTo>
                    <a:pt x="2241" y="98"/>
                  </a:lnTo>
                  <a:lnTo>
                    <a:pt x="2509" y="220"/>
                  </a:lnTo>
                  <a:lnTo>
                    <a:pt x="2753" y="390"/>
                  </a:lnTo>
                  <a:lnTo>
                    <a:pt x="2948" y="585"/>
                  </a:lnTo>
                  <a:lnTo>
                    <a:pt x="3118" y="804"/>
                  </a:lnTo>
                  <a:lnTo>
                    <a:pt x="3167" y="926"/>
                  </a:lnTo>
                  <a:lnTo>
                    <a:pt x="3191" y="1048"/>
                  </a:lnTo>
                  <a:lnTo>
                    <a:pt x="3215" y="1170"/>
                  </a:lnTo>
                  <a:lnTo>
                    <a:pt x="3240" y="1316"/>
                  </a:lnTo>
                  <a:lnTo>
                    <a:pt x="3240" y="1316"/>
                  </a:lnTo>
                  <a:lnTo>
                    <a:pt x="3215" y="1438"/>
                  </a:lnTo>
                  <a:lnTo>
                    <a:pt x="3191" y="1559"/>
                  </a:lnTo>
                  <a:lnTo>
                    <a:pt x="3167" y="1706"/>
                  </a:lnTo>
                  <a:lnTo>
                    <a:pt x="3118" y="1803"/>
                  </a:lnTo>
                  <a:lnTo>
                    <a:pt x="2948" y="2047"/>
                  </a:lnTo>
                  <a:lnTo>
                    <a:pt x="2753" y="2217"/>
                  </a:lnTo>
                  <a:lnTo>
                    <a:pt x="2509" y="2388"/>
                  </a:lnTo>
                  <a:lnTo>
                    <a:pt x="2241" y="2509"/>
                  </a:lnTo>
                  <a:lnTo>
                    <a:pt x="1949" y="2582"/>
                  </a:lnTo>
                  <a:lnTo>
                    <a:pt x="1608" y="2607"/>
                  </a:lnTo>
                  <a:lnTo>
                    <a:pt x="1608" y="260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12" name="Group 246"/>
          <p:cNvGrpSpPr/>
          <p:nvPr/>
        </p:nvGrpSpPr>
        <p:grpSpPr>
          <a:xfrm>
            <a:off x="4865400" y="3767040"/>
            <a:ext cx="353880" cy="353880"/>
            <a:chOff x="4865400" y="3767040"/>
            <a:chExt cx="353880" cy="353880"/>
          </a:xfrm>
        </p:grpSpPr>
        <p:sp>
          <p:nvSpPr>
            <p:cNvPr id="1413" name="CustomShape 247"/>
            <p:cNvSpPr/>
            <p:nvPr/>
          </p:nvSpPr>
          <p:spPr>
            <a:xfrm>
              <a:off x="4865400" y="3767040"/>
              <a:ext cx="353880" cy="353880"/>
            </a:xfrm>
            <a:custGeom>
              <a:avLst/>
              <a:gdLst/>
              <a:ahLst/>
              <a:rect l="l" t="t" r="r" b="b"/>
              <a:pathLst>
                <a:path w="16854" h="16854">
                  <a:moveTo>
                    <a:pt x="15636" y="14004"/>
                  </a:moveTo>
                  <a:lnTo>
                    <a:pt x="13517" y="6260"/>
                  </a:lnTo>
                  <a:lnTo>
                    <a:pt x="16196" y="3605"/>
                  </a:lnTo>
                  <a:lnTo>
                    <a:pt x="16196" y="3605"/>
                  </a:lnTo>
                  <a:lnTo>
                    <a:pt x="16318" y="3434"/>
                  </a:lnTo>
                  <a:lnTo>
                    <a:pt x="16440" y="3239"/>
                  </a:lnTo>
                  <a:lnTo>
                    <a:pt x="16537" y="3020"/>
                  </a:lnTo>
                  <a:lnTo>
                    <a:pt x="16610" y="2777"/>
                  </a:lnTo>
                  <a:lnTo>
                    <a:pt x="16732" y="2338"/>
                  </a:lnTo>
                  <a:lnTo>
                    <a:pt x="16805" y="2046"/>
                  </a:lnTo>
                  <a:lnTo>
                    <a:pt x="16805" y="2046"/>
                  </a:lnTo>
                  <a:lnTo>
                    <a:pt x="16830" y="1729"/>
                  </a:lnTo>
                  <a:lnTo>
                    <a:pt x="16854" y="1437"/>
                  </a:lnTo>
                  <a:lnTo>
                    <a:pt x="16854" y="1194"/>
                  </a:lnTo>
                  <a:lnTo>
                    <a:pt x="16854" y="950"/>
                  </a:lnTo>
                  <a:lnTo>
                    <a:pt x="16805" y="755"/>
                  </a:lnTo>
                  <a:lnTo>
                    <a:pt x="16732" y="585"/>
                  </a:lnTo>
                  <a:lnTo>
                    <a:pt x="16659" y="414"/>
                  </a:lnTo>
                  <a:lnTo>
                    <a:pt x="16562" y="293"/>
                  </a:lnTo>
                  <a:lnTo>
                    <a:pt x="16562" y="293"/>
                  </a:lnTo>
                  <a:lnTo>
                    <a:pt x="16440" y="195"/>
                  </a:lnTo>
                  <a:lnTo>
                    <a:pt x="16269" y="122"/>
                  </a:lnTo>
                  <a:lnTo>
                    <a:pt x="16099" y="49"/>
                  </a:lnTo>
                  <a:lnTo>
                    <a:pt x="15904" y="0"/>
                  </a:lnTo>
                  <a:lnTo>
                    <a:pt x="15660" y="0"/>
                  </a:lnTo>
                  <a:lnTo>
                    <a:pt x="15417" y="0"/>
                  </a:lnTo>
                  <a:lnTo>
                    <a:pt x="15125" y="25"/>
                  </a:lnTo>
                  <a:lnTo>
                    <a:pt x="14808" y="49"/>
                  </a:lnTo>
                  <a:lnTo>
                    <a:pt x="14808" y="49"/>
                  </a:lnTo>
                  <a:lnTo>
                    <a:pt x="14516" y="122"/>
                  </a:lnTo>
                  <a:lnTo>
                    <a:pt x="14077" y="244"/>
                  </a:lnTo>
                  <a:lnTo>
                    <a:pt x="13834" y="317"/>
                  </a:lnTo>
                  <a:lnTo>
                    <a:pt x="13615" y="414"/>
                  </a:lnTo>
                  <a:lnTo>
                    <a:pt x="13420" y="536"/>
                  </a:lnTo>
                  <a:lnTo>
                    <a:pt x="13249" y="658"/>
                  </a:lnTo>
                  <a:lnTo>
                    <a:pt x="10595" y="3337"/>
                  </a:lnTo>
                  <a:lnTo>
                    <a:pt x="2850" y="1218"/>
                  </a:lnTo>
                  <a:lnTo>
                    <a:pt x="2850" y="1218"/>
                  </a:lnTo>
                  <a:lnTo>
                    <a:pt x="2704" y="1194"/>
                  </a:lnTo>
                  <a:lnTo>
                    <a:pt x="2582" y="1218"/>
                  </a:lnTo>
                  <a:lnTo>
                    <a:pt x="2460" y="1267"/>
                  </a:lnTo>
                  <a:lnTo>
                    <a:pt x="2338" y="1340"/>
                  </a:lnTo>
                  <a:lnTo>
                    <a:pt x="1608" y="2095"/>
                  </a:lnTo>
                  <a:lnTo>
                    <a:pt x="1608" y="2095"/>
                  </a:lnTo>
                  <a:lnTo>
                    <a:pt x="1535" y="2192"/>
                  </a:lnTo>
                  <a:lnTo>
                    <a:pt x="1486" y="2290"/>
                  </a:lnTo>
                  <a:lnTo>
                    <a:pt x="1462" y="2411"/>
                  </a:lnTo>
                  <a:lnTo>
                    <a:pt x="1462" y="2509"/>
                  </a:lnTo>
                  <a:lnTo>
                    <a:pt x="1462" y="2509"/>
                  </a:lnTo>
                  <a:lnTo>
                    <a:pt x="1486" y="2606"/>
                  </a:lnTo>
                  <a:lnTo>
                    <a:pt x="1510" y="2679"/>
                  </a:lnTo>
                  <a:lnTo>
                    <a:pt x="1608" y="2825"/>
                  </a:lnTo>
                  <a:lnTo>
                    <a:pt x="1608" y="2825"/>
                  </a:lnTo>
                  <a:lnTo>
                    <a:pt x="1705" y="2899"/>
                  </a:lnTo>
                  <a:lnTo>
                    <a:pt x="7404" y="6600"/>
                  </a:lnTo>
                  <a:lnTo>
                    <a:pt x="4165" y="10863"/>
                  </a:lnTo>
                  <a:lnTo>
                    <a:pt x="926" y="10302"/>
                  </a:lnTo>
                  <a:lnTo>
                    <a:pt x="926" y="10302"/>
                  </a:lnTo>
                  <a:lnTo>
                    <a:pt x="828" y="10302"/>
                  </a:lnTo>
                  <a:lnTo>
                    <a:pt x="707" y="10327"/>
                  </a:lnTo>
                  <a:lnTo>
                    <a:pt x="609" y="10375"/>
                  </a:lnTo>
                  <a:lnTo>
                    <a:pt x="512" y="10449"/>
                  </a:lnTo>
                  <a:lnTo>
                    <a:pt x="146" y="10814"/>
                  </a:lnTo>
                  <a:lnTo>
                    <a:pt x="146" y="10814"/>
                  </a:lnTo>
                  <a:lnTo>
                    <a:pt x="73" y="10911"/>
                  </a:lnTo>
                  <a:lnTo>
                    <a:pt x="25" y="11033"/>
                  </a:lnTo>
                  <a:lnTo>
                    <a:pt x="0" y="11155"/>
                  </a:lnTo>
                  <a:lnTo>
                    <a:pt x="0" y="11277"/>
                  </a:lnTo>
                  <a:lnTo>
                    <a:pt x="0" y="11277"/>
                  </a:lnTo>
                  <a:lnTo>
                    <a:pt x="49" y="11423"/>
                  </a:lnTo>
                  <a:lnTo>
                    <a:pt x="146" y="11569"/>
                  </a:lnTo>
                  <a:lnTo>
                    <a:pt x="146" y="11569"/>
                  </a:lnTo>
                  <a:lnTo>
                    <a:pt x="244" y="11642"/>
                  </a:lnTo>
                  <a:lnTo>
                    <a:pt x="3434" y="13420"/>
                  </a:lnTo>
                  <a:lnTo>
                    <a:pt x="5212" y="16610"/>
                  </a:lnTo>
                  <a:lnTo>
                    <a:pt x="5212" y="16610"/>
                  </a:lnTo>
                  <a:lnTo>
                    <a:pt x="5285" y="16708"/>
                  </a:lnTo>
                  <a:lnTo>
                    <a:pt x="5285" y="16708"/>
                  </a:lnTo>
                  <a:lnTo>
                    <a:pt x="5431" y="16805"/>
                  </a:lnTo>
                  <a:lnTo>
                    <a:pt x="5578" y="16854"/>
                  </a:lnTo>
                  <a:lnTo>
                    <a:pt x="5578" y="16854"/>
                  </a:lnTo>
                  <a:lnTo>
                    <a:pt x="5699" y="16854"/>
                  </a:lnTo>
                  <a:lnTo>
                    <a:pt x="5821" y="16830"/>
                  </a:lnTo>
                  <a:lnTo>
                    <a:pt x="5943" y="16781"/>
                  </a:lnTo>
                  <a:lnTo>
                    <a:pt x="6040" y="16708"/>
                  </a:lnTo>
                  <a:lnTo>
                    <a:pt x="6406" y="16342"/>
                  </a:lnTo>
                  <a:lnTo>
                    <a:pt x="6406" y="16342"/>
                  </a:lnTo>
                  <a:lnTo>
                    <a:pt x="6479" y="16245"/>
                  </a:lnTo>
                  <a:lnTo>
                    <a:pt x="6527" y="16148"/>
                  </a:lnTo>
                  <a:lnTo>
                    <a:pt x="6552" y="16026"/>
                  </a:lnTo>
                  <a:lnTo>
                    <a:pt x="6552" y="15928"/>
                  </a:lnTo>
                  <a:lnTo>
                    <a:pt x="5992" y="12689"/>
                  </a:lnTo>
                  <a:lnTo>
                    <a:pt x="10254" y="9450"/>
                  </a:lnTo>
                  <a:lnTo>
                    <a:pt x="13956" y="15149"/>
                  </a:lnTo>
                  <a:lnTo>
                    <a:pt x="13956" y="15149"/>
                  </a:lnTo>
                  <a:lnTo>
                    <a:pt x="14029" y="15246"/>
                  </a:lnTo>
                  <a:lnTo>
                    <a:pt x="14029" y="15246"/>
                  </a:lnTo>
                  <a:lnTo>
                    <a:pt x="14175" y="15344"/>
                  </a:lnTo>
                  <a:lnTo>
                    <a:pt x="14248" y="15368"/>
                  </a:lnTo>
                  <a:lnTo>
                    <a:pt x="14345" y="15393"/>
                  </a:lnTo>
                  <a:lnTo>
                    <a:pt x="14345" y="15393"/>
                  </a:lnTo>
                  <a:lnTo>
                    <a:pt x="14443" y="15393"/>
                  </a:lnTo>
                  <a:lnTo>
                    <a:pt x="14565" y="15368"/>
                  </a:lnTo>
                  <a:lnTo>
                    <a:pt x="14662" y="15320"/>
                  </a:lnTo>
                  <a:lnTo>
                    <a:pt x="14759" y="15246"/>
                  </a:lnTo>
                  <a:lnTo>
                    <a:pt x="15514" y="14516"/>
                  </a:lnTo>
                  <a:lnTo>
                    <a:pt x="15514" y="14516"/>
                  </a:lnTo>
                  <a:lnTo>
                    <a:pt x="15587" y="14394"/>
                  </a:lnTo>
                  <a:lnTo>
                    <a:pt x="15636" y="14272"/>
                  </a:lnTo>
                  <a:lnTo>
                    <a:pt x="15660" y="14151"/>
                  </a:lnTo>
                  <a:lnTo>
                    <a:pt x="15636" y="14004"/>
                  </a:lnTo>
                  <a:lnTo>
                    <a:pt x="15636" y="1400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4" name="CustomShape 248"/>
            <p:cNvSpPr/>
            <p:nvPr/>
          </p:nvSpPr>
          <p:spPr>
            <a:xfrm>
              <a:off x="5167080" y="3792960"/>
              <a:ext cx="26280" cy="25200"/>
            </a:xfrm>
            <a:custGeom>
              <a:avLst/>
              <a:gdLst/>
              <a:ahLst/>
              <a:rect l="l" t="t" r="r" b="b"/>
              <a:pathLst>
                <a:path w="1267" h="1219">
                  <a:moveTo>
                    <a:pt x="1267" y="1218"/>
                  </a:moveTo>
                  <a:lnTo>
                    <a:pt x="1267" y="1218"/>
                  </a:lnTo>
                  <a:lnTo>
                    <a:pt x="1242" y="999"/>
                  </a:lnTo>
                  <a:lnTo>
                    <a:pt x="1169" y="755"/>
                  </a:lnTo>
                  <a:lnTo>
                    <a:pt x="1048" y="561"/>
                  </a:lnTo>
                  <a:lnTo>
                    <a:pt x="901" y="366"/>
                  </a:lnTo>
                  <a:lnTo>
                    <a:pt x="901" y="366"/>
                  </a:lnTo>
                  <a:lnTo>
                    <a:pt x="707" y="220"/>
                  </a:lnTo>
                  <a:lnTo>
                    <a:pt x="487" y="98"/>
                  </a:lnTo>
                  <a:lnTo>
                    <a:pt x="244" y="25"/>
                  </a:ln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15" name="Group 249"/>
          <p:cNvGrpSpPr/>
          <p:nvPr/>
        </p:nvGrpSpPr>
        <p:grpSpPr>
          <a:xfrm>
            <a:off x="901440" y="4331880"/>
            <a:ext cx="372240" cy="360000"/>
            <a:chOff x="901440" y="4331880"/>
            <a:chExt cx="372240" cy="360000"/>
          </a:xfrm>
        </p:grpSpPr>
        <p:sp>
          <p:nvSpPr>
            <p:cNvPr id="1416" name="CustomShape 250"/>
            <p:cNvSpPr/>
            <p:nvPr/>
          </p:nvSpPr>
          <p:spPr>
            <a:xfrm>
              <a:off x="901440" y="4471560"/>
              <a:ext cx="313920" cy="185760"/>
            </a:xfrm>
            <a:custGeom>
              <a:avLst/>
              <a:gdLst/>
              <a:ahLst/>
              <a:rect l="l" t="t" r="r" b="b"/>
              <a:pathLst>
                <a:path w="14955" h="8866">
                  <a:moveTo>
                    <a:pt x="12178" y="8865"/>
                  </a:moveTo>
                  <a:lnTo>
                    <a:pt x="12178" y="8865"/>
                  </a:lnTo>
                  <a:lnTo>
                    <a:pt x="12325" y="8841"/>
                  </a:lnTo>
                  <a:lnTo>
                    <a:pt x="12471" y="8792"/>
                  </a:lnTo>
                  <a:lnTo>
                    <a:pt x="12592" y="8695"/>
                  </a:lnTo>
                  <a:lnTo>
                    <a:pt x="12666" y="8573"/>
                  </a:lnTo>
                  <a:lnTo>
                    <a:pt x="12666" y="8573"/>
                  </a:lnTo>
                  <a:lnTo>
                    <a:pt x="12958" y="8037"/>
                  </a:lnTo>
                  <a:lnTo>
                    <a:pt x="13323" y="7331"/>
                  </a:lnTo>
                  <a:lnTo>
                    <a:pt x="13688" y="6454"/>
                  </a:lnTo>
                  <a:lnTo>
                    <a:pt x="13883" y="5991"/>
                  </a:lnTo>
                  <a:lnTo>
                    <a:pt x="14078" y="5480"/>
                  </a:lnTo>
                  <a:lnTo>
                    <a:pt x="14249" y="4944"/>
                  </a:lnTo>
                  <a:lnTo>
                    <a:pt x="14419" y="4360"/>
                  </a:lnTo>
                  <a:lnTo>
                    <a:pt x="14565" y="3775"/>
                  </a:lnTo>
                  <a:lnTo>
                    <a:pt x="14711" y="3166"/>
                  </a:lnTo>
                  <a:lnTo>
                    <a:pt x="14809" y="2533"/>
                  </a:lnTo>
                  <a:lnTo>
                    <a:pt x="14882" y="1875"/>
                  </a:lnTo>
                  <a:lnTo>
                    <a:pt x="14931" y="1218"/>
                  </a:lnTo>
                  <a:lnTo>
                    <a:pt x="14955" y="536"/>
                  </a:lnTo>
                  <a:lnTo>
                    <a:pt x="14955" y="536"/>
                  </a:lnTo>
                  <a:lnTo>
                    <a:pt x="14955" y="438"/>
                  </a:lnTo>
                  <a:lnTo>
                    <a:pt x="14906" y="341"/>
                  </a:lnTo>
                  <a:lnTo>
                    <a:pt x="14857" y="244"/>
                  </a:lnTo>
                  <a:lnTo>
                    <a:pt x="14809" y="146"/>
                  </a:lnTo>
                  <a:lnTo>
                    <a:pt x="14711" y="97"/>
                  </a:lnTo>
                  <a:lnTo>
                    <a:pt x="14614" y="24"/>
                  </a:lnTo>
                  <a:lnTo>
                    <a:pt x="14516" y="0"/>
                  </a:lnTo>
                  <a:lnTo>
                    <a:pt x="14395" y="0"/>
                  </a:lnTo>
                  <a:lnTo>
                    <a:pt x="3338" y="0"/>
                  </a:lnTo>
                  <a:lnTo>
                    <a:pt x="3338" y="0"/>
                  </a:lnTo>
                  <a:lnTo>
                    <a:pt x="3216" y="0"/>
                  </a:lnTo>
                  <a:lnTo>
                    <a:pt x="3118" y="24"/>
                  </a:lnTo>
                  <a:lnTo>
                    <a:pt x="3021" y="97"/>
                  </a:lnTo>
                  <a:lnTo>
                    <a:pt x="2924" y="146"/>
                  </a:lnTo>
                  <a:lnTo>
                    <a:pt x="2875" y="244"/>
                  </a:lnTo>
                  <a:lnTo>
                    <a:pt x="2826" y="341"/>
                  </a:lnTo>
                  <a:lnTo>
                    <a:pt x="2777" y="438"/>
                  </a:lnTo>
                  <a:lnTo>
                    <a:pt x="2777" y="536"/>
                  </a:lnTo>
                  <a:lnTo>
                    <a:pt x="2777" y="536"/>
                  </a:lnTo>
                  <a:lnTo>
                    <a:pt x="2777" y="706"/>
                  </a:lnTo>
                  <a:lnTo>
                    <a:pt x="2777" y="706"/>
                  </a:lnTo>
                  <a:lnTo>
                    <a:pt x="2558" y="633"/>
                  </a:lnTo>
                  <a:lnTo>
                    <a:pt x="2363" y="585"/>
                  </a:lnTo>
                  <a:lnTo>
                    <a:pt x="2144" y="560"/>
                  </a:lnTo>
                  <a:lnTo>
                    <a:pt x="1949" y="536"/>
                  </a:lnTo>
                  <a:lnTo>
                    <a:pt x="1949" y="536"/>
                  </a:lnTo>
                  <a:lnTo>
                    <a:pt x="1755" y="560"/>
                  </a:lnTo>
                  <a:lnTo>
                    <a:pt x="1560" y="585"/>
                  </a:lnTo>
                  <a:lnTo>
                    <a:pt x="1365" y="633"/>
                  </a:lnTo>
                  <a:lnTo>
                    <a:pt x="1194" y="706"/>
                  </a:lnTo>
                  <a:lnTo>
                    <a:pt x="1024" y="779"/>
                  </a:lnTo>
                  <a:lnTo>
                    <a:pt x="853" y="877"/>
                  </a:lnTo>
                  <a:lnTo>
                    <a:pt x="707" y="999"/>
                  </a:lnTo>
                  <a:lnTo>
                    <a:pt x="561" y="1120"/>
                  </a:lnTo>
                  <a:lnTo>
                    <a:pt x="439" y="1242"/>
                  </a:lnTo>
                  <a:lnTo>
                    <a:pt x="342" y="1413"/>
                  </a:lnTo>
                  <a:lnTo>
                    <a:pt x="244" y="1559"/>
                  </a:lnTo>
                  <a:lnTo>
                    <a:pt x="147" y="1729"/>
                  </a:lnTo>
                  <a:lnTo>
                    <a:pt x="98" y="1900"/>
                  </a:lnTo>
                  <a:lnTo>
                    <a:pt x="50" y="2095"/>
                  </a:lnTo>
                  <a:lnTo>
                    <a:pt x="1" y="2289"/>
                  </a:lnTo>
                  <a:lnTo>
                    <a:pt x="1" y="2484"/>
                  </a:lnTo>
                  <a:lnTo>
                    <a:pt x="1" y="2484"/>
                  </a:lnTo>
                  <a:lnTo>
                    <a:pt x="25" y="2850"/>
                  </a:lnTo>
                  <a:lnTo>
                    <a:pt x="98" y="3191"/>
                  </a:lnTo>
                  <a:lnTo>
                    <a:pt x="220" y="3556"/>
                  </a:lnTo>
                  <a:lnTo>
                    <a:pt x="366" y="3872"/>
                  </a:lnTo>
                  <a:lnTo>
                    <a:pt x="561" y="4213"/>
                  </a:lnTo>
                  <a:lnTo>
                    <a:pt x="780" y="4530"/>
                  </a:lnTo>
                  <a:lnTo>
                    <a:pt x="1024" y="4822"/>
                  </a:lnTo>
                  <a:lnTo>
                    <a:pt x="1292" y="5090"/>
                  </a:lnTo>
                  <a:lnTo>
                    <a:pt x="1584" y="5334"/>
                  </a:lnTo>
                  <a:lnTo>
                    <a:pt x="1901" y="5577"/>
                  </a:lnTo>
                  <a:lnTo>
                    <a:pt x="2242" y="5772"/>
                  </a:lnTo>
                  <a:lnTo>
                    <a:pt x="2583" y="5943"/>
                  </a:lnTo>
                  <a:lnTo>
                    <a:pt x="2924" y="6089"/>
                  </a:lnTo>
                  <a:lnTo>
                    <a:pt x="3265" y="6186"/>
                  </a:lnTo>
                  <a:lnTo>
                    <a:pt x="3605" y="6259"/>
                  </a:lnTo>
                  <a:lnTo>
                    <a:pt x="3946" y="6284"/>
                  </a:lnTo>
                  <a:lnTo>
                    <a:pt x="3946" y="6284"/>
                  </a:lnTo>
                  <a:lnTo>
                    <a:pt x="4068" y="6625"/>
                  </a:lnTo>
                  <a:lnTo>
                    <a:pt x="4214" y="6941"/>
                  </a:lnTo>
                  <a:lnTo>
                    <a:pt x="4507" y="7574"/>
                  </a:lnTo>
                  <a:lnTo>
                    <a:pt x="4799" y="8110"/>
                  </a:lnTo>
                  <a:lnTo>
                    <a:pt x="5067" y="8573"/>
                  </a:lnTo>
                  <a:lnTo>
                    <a:pt x="5067" y="8573"/>
                  </a:lnTo>
                  <a:lnTo>
                    <a:pt x="5140" y="8695"/>
                  </a:lnTo>
                  <a:lnTo>
                    <a:pt x="5262" y="8792"/>
                  </a:lnTo>
                  <a:lnTo>
                    <a:pt x="5408" y="8841"/>
                  </a:lnTo>
                  <a:lnTo>
                    <a:pt x="5554" y="886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7" name="CustomShape 251"/>
            <p:cNvSpPr/>
            <p:nvPr/>
          </p:nvSpPr>
          <p:spPr>
            <a:xfrm>
              <a:off x="924840" y="4506480"/>
              <a:ext cx="50760" cy="72720"/>
            </a:xfrm>
            <a:custGeom>
              <a:avLst/>
              <a:gdLst/>
              <a:ahLst/>
              <a:rect l="l" t="t" r="r" b="b"/>
              <a:pathLst>
                <a:path w="2436" h="3483">
                  <a:moveTo>
                    <a:pt x="0" y="828"/>
                  </a:moveTo>
                  <a:lnTo>
                    <a:pt x="0" y="828"/>
                  </a:lnTo>
                  <a:lnTo>
                    <a:pt x="0" y="658"/>
                  </a:lnTo>
                  <a:lnTo>
                    <a:pt x="49" y="512"/>
                  </a:lnTo>
                  <a:lnTo>
                    <a:pt x="122" y="366"/>
                  </a:lnTo>
                  <a:lnTo>
                    <a:pt x="244" y="244"/>
                  </a:lnTo>
                  <a:lnTo>
                    <a:pt x="366" y="146"/>
                  </a:lnTo>
                  <a:lnTo>
                    <a:pt x="487" y="73"/>
                  </a:lnTo>
                  <a:lnTo>
                    <a:pt x="658" y="25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950" y="0"/>
                  </a:lnTo>
                  <a:lnTo>
                    <a:pt x="1072" y="25"/>
                  </a:lnTo>
                  <a:lnTo>
                    <a:pt x="1340" y="122"/>
                  </a:lnTo>
                  <a:lnTo>
                    <a:pt x="1559" y="268"/>
                  </a:lnTo>
                  <a:lnTo>
                    <a:pt x="1754" y="414"/>
                  </a:lnTo>
                  <a:lnTo>
                    <a:pt x="1754" y="414"/>
                  </a:lnTo>
                  <a:lnTo>
                    <a:pt x="1803" y="780"/>
                  </a:lnTo>
                  <a:lnTo>
                    <a:pt x="1876" y="1169"/>
                  </a:lnTo>
                  <a:lnTo>
                    <a:pt x="2046" y="1997"/>
                  </a:lnTo>
                  <a:lnTo>
                    <a:pt x="2265" y="2801"/>
                  </a:lnTo>
                  <a:lnTo>
                    <a:pt x="2436" y="3483"/>
                  </a:lnTo>
                  <a:lnTo>
                    <a:pt x="2436" y="3483"/>
                  </a:lnTo>
                  <a:lnTo>
                    <a:pt x="2241" y="3434"/>
                  </a:lnTo>
                  <a:lnTo>
                    <a:pt x="2022" y="3361"/>
                  </a:lnTo>
                  <a:lnTo>
                    <a:pt x="1827" y="3264"/>
                  </a:lnTo>
                  <a:lnTo>
                    <a:pt x="1608" y="3142"/>
                  </a:lnTo>
                  <a:lnTo>
                    <a:pt x="1413" y="3020"/>
                  </a:lnTo>
                  <a:lnTo>
                    <a:pt x="1194" y="2874"/>
                  </a:lnTo>
                  <a:lnTo>
                    <a:pt x="999" y="2704"/>
                  </a:lnTo>
                  <a:lnTo>
                    <a:pt x="804" y="2533"/>
                  </a:lnTo>
                  <a:lnTo>
                    <a:pt x="634" y="2338"/>
                  </a:lnTo>
                  <a:lnTo>
                    <a:pt x="487" y="2143"/>
                  </a:lnTo>
                  <a:lnTo>
                    <a:pt x="341" y="1924"/>
                  </a:lnTo>
                  <a:lnTo>
                    <a:pt x="219" y="1729"/>
                  </a:lnTo>
                  <a:lnTo>
                    <a:pt x="122" y="1510"/>
                  </a:lnTo>
                  <a:lnTo>
                    <a:pt x="49" y="1267"/>
                  </a:lnTo>
                  <a:lnTo>
                    <a:pt x="0" y="1047"/>
                  </a:lnTo>
                  <a:lnTo>
                    <a:pt x="0" y="828"/>
                  </a:lnTo>
                  <a:lnTo>
                    <a:pt x="0" y="8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8" name="CustomShape 252"/>
            <p:cNvSpPr/>
            <p:nvPr/>
          </p:nvSpPr>
          <p:spPr>
            <a:xfrm>
              <a:off x="901440" y="4659480"/>
              <a:ext cx="372240" cy="32400"/>
            </a:xfrm>
            <a:custGeom>
              <a:avLst/>
              <a:gdLst/>
              <a:ahLst/>
              <a:rect l="l" t="t" r="r" b="b"/>
              <a:pathLst>
                <a:path w="17732" h="1560">
                  <a:moveTo>
                    <a:pt x="16611" y="1559"/>
                  </a:moveTo>
                  <a:lnTo>
                    <a:pt x="1121" y="1559"/>
                  </a:lnTo>
                  <a:lnTo>
                    <a:pt x="1121" y="1559"/>
                  </a:lnTo>
                  <a:lnTo>
                    <a:pt x="1000" y="1535"/>
                  </a:lnTo>
                  <a:lnTo>
                    <a:pt x="878" y="1510"/>
                  </a:lnTo>
                  <a:lnTo>
                    <a:pt x="780" y="1462"/>
                  </a:lnTo>
                  <a:lnTo>
                    <a:pt x="683" y="1389"/>
                  </a:lnTo>
                  <a:lnTo>
                    <a:pt x="488" y="1218"/>
                  </a:lnTo>
                  <a:lnTo>
                    <a:pt x="318" y="999"/>
                  </a:lnTo>
                  <a:lnTo>
                    <a:pt x="196" y="755"/>
                  </a:lnTo>
                  <a:lnTo>
                    <a:pt x="98" y="487"/>
                  </a:lnTo>
                  <a:lnTo>
                    <a:pt x="25" y="244"/>
                  </a:lnTo>
                  <a:lnTo>
                    <a:pt x="1" y="0"/>
                  </a:lnTo>
                  <a:lnTo>
                    <a:pt x="17731" y="0"/>
                  </a:lnTo>
                  <a:lnTo>
                    <a:pt x="17731" y="0"/>
                  </a:lnTo>
                  <a:lnTo>
                    <a:pt x="17707" y="244"/>
                  </a:lnTo>
                  <a:lnTo>
                    <a:pt x="17634" y="487"/>
                  </a:lnTo>
                  <a:lnTo>
                    <a:pt x="17537" y="755"/>
                  </a:lnTo>
                  <a:lnTo>
                    <a:pt x="17415" y="999"/>
                  </a:lnTo>
                  <a:lnTo>
                    <a:pt x="17244" y="1218"/>
                  </a:lnTo>
                  <a:lnTo>
                    <a:pt x="17049" y="1389"/>
                  </a:lnTo>
                  <a:lnTo>
                    <a:pt x="16952" y="1462"/>
                  </a:lnTo>
                  <a:lnTo>
                    <a:pt x="16855" y="1510"/>
                  </a:lnTo>
                  <a:lnTo>
                    <a:pt x="16733" y="1535"/>
                  </a:lnTo>
                  <a:lnTo>
                    <a:pt x="16611" y="1559"/>
                  </a:lnTo>
                  <a:lnTo>
                    <a:pt x="16611" y="155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9" name="CustomShape 253"/>
            <p:cNvSpPr/>
            <p:nvPr/>
          </p:nvSpPr>
          <p:spPr>
            <a:xfrm>
              <a:off x="1075320" y="4331880"/>
              <a:ext cx="14040" cy="95760"/>
            </a:xfrm>
            <a:custGeom>
              <a:avLst/>
              <a:gdLst/>
              <a:ahLst/>
              <a:rect l="l" t="t" r="r" b="b"/>
              <a:pathLst>
                <a:path w="683" h="4579">
                  <a:moveTo>
                    <a:pt x="683" y="0"/>
                  </a:moveTo>
                  <a:lnTo>
                    <a:pt x="683" y="0"/>
                  </a:lnTo>
                  <a:lnTo>
                    <a:pt x="658" y="171"/>
                  </a:lnTo>
                  <a:lnTo>
                    <a:pt x="610" y="317"/>
                  </a:lnTo>
                  <a:lnTo>
                    <a:pt x="512" y="439"/>
                  </a:lnTo>
                  <a:lnTo>
                    <a:pt x="415" y="585"/>
                  </a:lnTo>
                  <a:lnTo>
                    <a:pt x="415" y="585"/>
                  </a:lnTo>
                  <a:lnTo>
                    <a:pt x="269" y="731"/>
                  </a:lnTo>
                  <a:lnTo>
                    <a:pt x="147" y="950"/>
                  </a:lnTo>
                  <a:lnTo>
                    <a:pt x="74" y="1072"/>
                  </a:lnTo>
                  <a:lnTo>
                    <a:pt x="49" y="1194"/>
                  </a:lnTo>
                  <a:lnTo>
                    <a:pt x="1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1" y="1705"/>
                  </a:lnTo>
                  <a:lnTo>
                    <a:pt x="49" y="1851"/>
                  </a:lnTo>
                  <a:lnTo>
                    <a:pt x="74" y="1997"/>
                  </a:lnTo>
                  <a:lnTo>
                    <a:pt x="147" y="2095"/>
                  </a:lnTo>
                  <a:lnTo>
                    <a:pt x="269" y="2314"/>
                  </a:lnTo>
                  <a:lnTo>
                    <a:pt x="415" y="2484"/>
                  </a:lnTo>
                  <a:lnTo>
                    <a:pt x="415" y="2484"/>
                  </a:lnTo>
                  <a:lnTo>
                    <a:pt x="512" y="2606"/>
                  </a:lnTo>
                  <a:lnTo>
                    <a:pt x="610" y="2728"/>
                  </a:lnTo>
                  <a:lnTo>
                    <a:pt x="658" y="2874"/>
                  </a:lnTo>
                  <a:lnTo>
                    <a:pt x="683" y="3045"/>
                  </a:lnTo>
                  <a:lnTo>
                    <a:pt x="683" y="3045"/>
                  </a:lnTo>
                  <a:lnTo>
                    <a:pt x="658" y="3239"/>
                  </a:lnTo>
                  <a:lnTo>
                    <a:pt x="610" y="3385"/>
                  </a:lnTo>
                  <a:lnTo>
                    <a:pt x="512" y="3507"/>
                  </a:lnTo>
                  <a:lnTo>
                    <a:pt x="415" y="3629"/>
                  </a:lnTo>
                  <a:lnTo>
                    <a:pt x="415" y="3629"/>
                  </a:lnTo>
                  <a:lnTo>
                    <a:pt x="269" y="3800"/>
                  </a:lnTo>
                  <a:lnTo>
                    <a:pt x="147" y="3994"/>
                  </a:lnTo>
                  <a:lnTo>
                    <a:pt x="74" y="4116"/>
                  </a:lnTo>
                  <a:lnTo>
                    <a:pt x="49" y="4262"/>
                  </a:lnTo>
                  <a:lnTo>
                    <a:pt x="1" y="4408"/>
                  </a:lnTo>
                  <a:lnTo>
                    <a:pt x="1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0" name="CustomShape 254"/>
            <p:cNvSpPr/>
            <p:nvPr/>
          </p:nvSpPr>
          <p:spPr>
            <a:xfrm>
              <a:off x="1038600" y="4331880"/>
              <a:ext cx="14040" cy="95760"/>
            </a:xfrm>
            <a:custGeom>
              <a:avLst/>
              <a:gdLst/>
              <a:ahLst/>
              <a:rect l="l" t="t" r="r" b="b"/>
              <a:pathLst>
                <a:path w="683" h="4579">
                  <a:moveTo>
                    <a:pt x="682" y="0"/>
                  </a:moveTo>
                  <a:lnTo>
                    <a:pt x="682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36" y="439"/>
                  </a:lnTo>
                  <a:lnTo>
                    <a:pt x="414" y="585"/>
                  </a:lnTo>
                  <a:lnTo>
                    <a:pt x="414" y="585"/>
                  </a:lnTo>
                  <a:lnTo>
                    <a:pt x="268" y="731"/>
                  </a:lnTo>
                  <a:lnTo>
                    <a:pt x="146" y="950"/>
                  </a:lnTo>
                  <a:lnTo>
                    <a:pt x="97" y="1072"/>
                  </a:lnTo>
                  <a:lnTo>
                    <a:pt x="49" y="1194"/>
                  </a:lnTo>
                  <a:lnTo>
                    <a:pt x="24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24" y="1705"/>
                  </a:lnTo>
                  <a:lnTo>
                    <a:pt x="49" y="1851"/>
                  </a:lnTo>
                  <a:lnTo>
                    <a:pt x="97" y="1997"/>
                  </a:lnTo>
                  <a:lnTo>
                    <a:pt x="146" y="2095"/>
                  </a:lnTo>
                  <a:lnTo>
                    <a:pt x="268" y="2314"/>
                  </a:lnTo>
                  <a:lnTo>
                    <a:pt x="414" y="2484"/>
                  </a:lnTo>
                  <a:lnTo>
                    <a:pt x="414" y="2484"/>
                  </a:lnTo>
                  <a:lnTo>
                    <a:pt x="536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2" y="3045"/>
                  </a:lnTo>
                  <a:lnTo>
                    <a:pt x="682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36" y="3507"/>
                  </a:lnTo>
                  <a:lnTo>
                    <a:pt x="414" y="3629"/>
                  </a:lnTo>
                  <a:lnTo>
                    <a:pt x="414" y="3629"/>
                  </a:lnTo>
                  <a:lnTo>
                    <a:pt x="268" y="3800"/>
                  </a:lnTo>
                  <a:lnTo>
                    <a:pt x="146" y="3994"/>
                  </a:lnTo>
                  <a:lnTo>
                    <a:pt x="97" y="4116"/>
                  </a:lnTo>
                  <a:lnTo>
                    <a:pt x="49" y="4262"/>
                  </a:lnTo>
                  <a:lnTo>
                    <a:pt x="24" y="4408"/>
                  </a:lnTo>
                  <a:lnTo>
                    <a:pt x="0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1" name="CustomShape 255"/>
            <p:cNvSpPr/>
            <p:nvPr/>
          </p:nvSpPr>
          <p:spPr>
            <a:xfrm>
              <a:off x="1112400" y="4331880"/>
              <a:ext cx="13320" cy="95760"/>
            </a:xfrm>
            <a:custGeom>
              <a:avLst/>
              <a:gdLst/>
              <a:ahLst/>
              <a:rect l="l" t="t" r="r" b="b"/>
              <a:pathLst>
                <a:path w="658" h="4579">
                  <a:moveTo>
                    <a:pt x="658" y="0"/>
                  </a:moveTo>
                  <a:lnTo>
                    <a:pt x="658" y="0"/>
                  </a:lnTo>
                  <a:lnTo>
                    <a:pt x="658" y="171"/>
                  </a:lnTo>
                  <a:lnTo>
                    <a:pt x="585" y="317"/>
                  </a:lnTo>
                  <a:lnTo>
                    <a:pt x="512" y="439"/>
                  </a:lnTo>
                  <a:lnTo>
                    <a:pt x="390" y="585"/>
                  </a:lnTo>
                  <a:lnTo>
                    <a:pt x="390" y="585"/>
                  </a:lnTo>
                  <a:lnTo>
                    <a:pt x="268" y="731"/>
                  </a:lnTo>
                  <a:lnTo>
                    <a:pt x="122" y="950"/>
                  </a:lnTo>
                  <a:lnTo>
                    <a:pt x="73" y="1072"/>
                  </a:lnTo>
                  <a:lnTo>
                    <a:pt x="25" y="1194"/>
                  </a:lnTo>
                  <a:lnTo>
                    <a:pt x="0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0" y="1705"/>
                  </a:lnTo>
                  <a:lnTo>
                    <a:pt x="25" y="1851"/>
                  </a:lnTo>
                  <a:lnTo>
                    <a:pt x="73" y="1997"/>
                  </a:lnTo>
                  <a:lnTo>
                    <a:pt x="122" y="2095"/>
                  </a:lnTo>
                  <a:lnTo>
                    <a:pt x="268" y="2314"/>
                  </a:lnTo>
                  <a:lnTo>
                    <a:pt x="390" y="2484"/>
                  </a:lnTo>
                  <a:lnTo>
                    <a:pt x="390" y="2484"/>
                  </a:lnTo>
                  <a:lnTo>
                    <a:pt x="512" y="2606"/>
                  </a:lnTo>
                  <a:lnTo>
                    <a:pt x="585" y="2728"/>
                  </a:lnTo>
                  <a:lnTo>
                    <a:pt x="658" y="2874"/>
                  </a:lnTo>
                  <a:lnTo>
                    <a:pt x="658" y="3045"/>
                  </a:lnTo>
                  <a:lnTo>
                    <a:pt x="658" y="3045"/>
                  </a:lnTo>
                  <a:lnTo>
                    <a:pt x="658" y="3239"/>
                  </a:lnTo>
                  <a:lnTo>
                    <a:pt x="585" y="3385"/>
                  </a:lnTo>
                  <a:lnTo>
                    <a:pt x="512" y="3507"/>
                  </a:lnTo>
                  <a:lnTo>
                    <a:pt x="390" y="3629"/>
                  </a:lnTo>
                  <a:lnTo>
                    <a:pt x="390" y="3629"/>
                  </a:lnTo>
                  <a:lnTo>
                    <a:pt x="268" y="3800"/>
                  </a:lnTo>
                  <a:lnTo>
                    <a:pt x="122" y="3994"/>
                  </a:lnTo>
                  <a:lnTo>
                    <a:pt x="73" y="4116"/>
                  </a:lnTo>
                  <a:lnTo>
                    <a:pt x="25" y="4262"/>
                  </a:lnTo>
                  <a:lnTo>
                    <a:pt x="0" y="4408"/>
                  </a:lnTo>
                  <a:lnTo>
                    <a:pt x="0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22" name="Group 256"/>
          <p:cNvGrpSpPr/>
          <p:nvPr/>
        </p:nvGrpSpPr>
        <p:grpSpPr>
          <a:xfrm>
            <a:off x="1499760" y="4313880"/>
            <a:ext cx="305640" cy="389880"/>
            <a:chOff x="1499760" y="4313880"/>
            <a:chExt cx="305640" cy="389880"/>
          </a:xfrm>
        </p:grpSpPr>
        <p:sp>
          <p:nvSpPr>
            <p:cNvPr id="1423" name="CustomShape 257"/>
            <p:cNvSpPr/>
            <p:nvPr/>
          </p:nvSpPr>
          <p:spPr>
            <a:xfrm>
              <a:off x="1499760" y="4313880"/>
              <a:ext cx="305640" cy="200880"/>
            </a:xfrm>
            <a:custGeom>
              <a:avLst/>
              <a:gdLst/>
              <a:ahLst/>
              <a:rect l="l" t="t" r="r" b="b"/>
              <a:pathLst>
                <a:path w="14566" h="9573">
                  <a:moveTo>
                    <a:pt x="8769" y="9572"/>
                  </a:moveTo>
                  <a:lnTo>
                    <a:pt x="14565" y="9572"/>
                  </a:lnTo>
                  <a:lnTo>
                    <a:pt x="14565" y="6114"/>
                  </a:lnTo>
                  <a:lnTo>
                    <a:pt x="14565" y="6114"/>
                  </a:lnTo>
                  <a:lnTo>
                    <a:pt x="14541" y="6016"/>
                  </a:lnTo>
                  <a:lnTo>
                    <a:pt x="14516" y="5919"/>
                  </a:lnTo>
                  <a:lnTo>
                    <a:pt x="14468" y="5822"/>
                  </a:lnTo>
                  <a:lnTo>
                    <a:pt x="14419" y="5773"/>
                  </a:lnTo>
                  <a:lnTo>
                    <a:pt x="14346" y="5700"/>
                  </a:lnTo>
                  <a:lnTo>
                    <a:pt x="14249" y="5651"/>
                  </a:lnTo>
                  <a:lnTo>
                    <a:pt x="14175" y="5627"/>
                  </a:lnTo>
                  <a:lnTo>
                    <a:pt x="14078" y="5627"/>
                  </a:lnTo>
                  <a:lnTo>
                    <a:pt x="10814" y="5627"/>
                  </a:lnTo>
                  <a:lnTo>
                    <a:pt x="10814" y="5627"/>
                  </a:lnTo>
                  <a:lnTo>
                    <a:pt x="11228" y="5456"/>
                  </a:lnTo>
                  <a:lnTo>
                    <a:pt x="11643" y="5237"/>
                  </a:lnTo>
                  <a:lnTo>
                    <a:pt x="12008" y="4993"/>
                  </a:lnTo>
                  <a:lnTo>
                    <a:pt x="12178" y="4872"/>
                  </a:lnTo>
                  <a:lnTo>
                    <a:pt x="12349" y="4726"/>
                  </a:lnTo>
                  <a:lnTo>
                    <a:pt x="12349" y="4726"/>
                  </a:lnTo>
                  <a:lnTo>
                    <a:pt x="12617" y="4433"/>
                  </a:lnTo>
                  <a:lnTo>
                    <a:pt x="12836" y="4141"/>
                  </a:lnTo>
                  <a:lnTo>
                    <a:pt x="13031" y="3849"/>
                  </a:lnTo>
                  <a:lnTo>
                    <a:pt x="13177" y="3557"/>
                  </a:lnTo>
                  <a:lnTo>
                    <a:pt x="13274" y="3289"/>
                  </a:lnTo>
                  <a:lnTo>
                    <a:pt x="13372" y="3021"/>
                  </a:lnTo>
                  <a:lnTo>
                    <a:pt x="13396" y="2753"/>
                  </a:lnTo>
                  <a:lnTo>
                    <a:pt x="13420" y="2485"/>
                  </a:lnTo>
                  <a:lnTo>
                    <a:pt x="13396" y="2241"/>
                  </a:lnTo>
                  <a:lnTo>
                    <a:pt x="13347" y="1998"/>
                  </a:lnTo>
                  <a:lnTo>
                    <a:pt x="13274" y="1754"/>
                  </a:lnTo>
                  <a:lnTo>
                    <a:pt x="13201" y="1535"/>
                  </a:lnTo>
                  <a:lnTo>
                    <a:pt x="13079" y="1340"/>
                  </a:lnTo>
                  <a:lnTo>
                    <a:pt x="12958" y="1121"/>
                  </a:lnTo>
                  <a:lnTo>
                    <a:pt x="12812" y="951"/>
                  </a:lnTo>
                  <a:lnTo>
                    <a:pt x="12641" y="780"/>
                  </a:lnTo>
                  <a:lnTo>
                    <a:pt x="12641" y="780"/>
                  </a:lnTo>
                  <a:lnTo>
                    <a:pt x="12471" y="610"/>
                  </a:lnTo>
                  <a:lnTo>
                    <a:pt x="12300" y="463"/>
                  </a:lnTo>
                  <a:lnTo>
                    <a:pt x="12105" y="342"/>
                  </a:lnTo>
                  <a:lnTo>
                    <a:pt x="11886" y="220"/>
                  </a:lnTo>
                  <a:lnTo>
                    <a:pt x="11667" y="147"/>
                  </a:lnTo>
                  <a:lnTo>
                    <a:pt x="11423" y="74"/>
                  </a:lnTo>
                  <a:lnTo>
                    <a:pt x="11180" y="25"/>
                  </a:lnTo>
                  <a:lnTo>
                    <a:pt x="10936" y="1"/>
                  </a:lnTo>
                  <a:lnTo>
                    <a:pt x="10668" y="25"/>
                  </a:lnTo>
                  <a:lnTo>
                    <a:pt x="10400" y="49"/>
                  </a:lnTo>
                  <a:lnTo>
                    <a:pt x="10133" y="147"/>
                  </a:lnTo>
                  <a:lnTo>
                    <a:pt x="9865" y="244"/>
                  </a:lnTo>
                  <a:lnTo>
                    <a:pt x="9572" y="390"/>
                  </a:lnTo>
                  <a:lnTo>
                    <a:pt x="9280" y="585"/>
                  </a:lnTo>
                  <a:lnTo>
                    <a:pt x="8988" y="804"/>
                  </a:lnTo>
                  <a:lnTo>
                    <a:pt x="8696" y="1072"/>
                  </a:lnTo>
                  <a:lnTo>
                    <a:pt x="8696" y="1072"/>
                  </a:lnTo>
                  <a:lnTo>
                    <a:pt x="8452" y="1365"/>
                  </a:lnTo>
                  <a:lnTo>
                    <a:pt x="8257" y="1657"/>
                  </a:lnTo>
                  <a:lnTo>
                    <a:pt x="8062" y="1973"/>
                  </a:lnTo>
                  <a:lnTo>
                    <a:pt x="7892" y="2314"/>
                  </a:lnTo>
                  <a:lnTo>
                    <a:pt x="7770" y="2680"/>
                  </a:lnTo>
                  <a:lnTo>
                    <a:pt x="7648" y="3045"/>
                  </a:lnTo>
                  <a:lnTo>
                    <a:pt x="7551" y="3386"/>
                  </a:lnTo>
                  <a:lnTo>
                    <a:pt x="7478" y="3727"/>
                  </a:lnTo>
                  <a:lnTo>
                    <a:pt x="7380" y="4385"/>
                  </a:lnTo>
                  <a:lnTo>
                    <a:pt x="7307" y="489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83" y="5456"/>
                  </a:lnTo>
                  <a:lnTo>
                    <a:pt x="7259" y="4896"/>
                  </a:lnTo>
                  <a:lnTo>
                    <a:pt x="7186" y="4385"/>
                  </a:lnTo>
                  <a:lnTo>
                    <a:pt x="7088" y="3727"/>
                  </a:lnTo>
                  <a:lnTo>
                    <a:pt x="7015" y="3386"/>
                  </a:lnTo>
                  <a:lnTo>
                    <a:pt x="6918" y="3045"/>
                  </a:lnTo>
                  <a:lnTo>
                    <a:pt x="6796" y="2680"/>
                  </a:lnTo>
                  <a:lnTo>
                    <a:pt x="6674" y="2314"/>
                  </a:lnTo>
                  <a:lnTo>
                    <a:pt x="6504" y="1973"/>
                  </a:lnTo>
                  <a:lnTo>
                    <a:pt x="6309" y="1657"/>
                  </a:lnTo>
                  <a:lnTo>
                    <a:pt x="6114" y="1365"/>
                  </a:lnTo>
                  <a:lnTo>
                    <a:pt x="5870" y="1072"/>
                  </a:lnTo>
                  <a:lnTo>
                    <a:pt x="5870" y="1072"/>
                  </a:lnTo>
                  <a:lnTo>
                    <a:pt x="5578" y="804"/>
                  </a:lnTo>
                  <a:lnTo>
                    <a:pt x="5286" y="585"/>
                  </a:lnTo>
                  <a:lnTo>
                    <a:pt x="4994" y="390"/>
                  </a:lnTo>
                  <a:lnTo>
                    <a:pt x="4701" y="244"/>
                  </a:lnTo>
                  <a:lnTo>
                    <a:pt x="4433" y="147"/>
                  </a:lnTo>
                  <a:lnTo>
                    <a:pt x="4166" y="49"/>
                  </a:lnTo>
                  <a:lnTo>
                    <a:pt x="3898" y="25"/>
                  </a:lnTo>
                  <a:lnTo>
                    <a:pt x="3630" y="1"/>
                  </a:lnTo>
                  <a:lnTo>
                    <a:pt x="3386" y="25"/>
                  </a:lnTo>
                  <a:lnTo>
                    <a:pt x="3143" y="74"/>
                  </a:lnTo>
                  <a:lnTo>
                    <a:pt x="2899" y="147"/>
                  </a:lnTo>
                  <a:lnTo>
                    <a:pt x="2680" y="220"/>
                  </a:lnTo>
                  <a:lnTo>
                    <a:pt x="2461" y="342"/>
                  </a:lnTo>
                  <a:lnTo>
                    <a:pt x="2266" y="463"/>
                  </a:lnTo>
                  <a:lnTo>
                    <a:pt x="2095" y="610"/>
                  </a:lnTo>
                  <a:lnTo>
                    <a:pt x="1925" y="780"/>
                  </a:lnTo>
                  <a:lnTo>
                    <a:pt x="1925" y="780"/>
                  </a:lnTo>
                  <a:lnTo>
                    <a:pt x="1754" y="951"/>
                  </a:lnTo>
                  <a:lnTo>
                    <a:pt x="1608" y="1121"/>
                  </a:lnTo>
                  <a:lnTo>
                    <a:pt x="1487" y="1340"/>
                  </a:lnTo>
                  <a:lnTo>
                    <a:pt x="1365" y="1535"/>
                  </a:lnTo>
                  <a:lnTo>
                    <a:pt x="1292" y="1754"/>
                  </a:lnTo>
                  <a:lnTo>
                    <a:pt x="1219" y="1998"/>
                  </a:lnTo>
                  <a:lnTo>
                    <a:pt x="1170" y="2241"/>
                  </a:lnTo>
                  <a:lnTo>
                    <a:pt x="1146" y="2485"/>
                  </a:lnTo>
                  <a:lnTo>
                    <a:pt x="1170" y="2753"/>
                  </a:lnTo>
                  <a:lnTo>
                    <a:pt x="1194" y="3021"/>
                  </a:lnTo>
                  <a:lnTo>
                    <a:pt x="1292" y="3289"/>
                  </a:lnTo>
                  <a:lnTo>
                    <a:pt x="1389" y="3557"/>
                  </a:lnTo>
                  <a:lnTo>
                    <a:pt x="1535" y="3849"/>
                  </a:lnTo>
                  <a:lnTo>
                    <a:pt x="1730" y="4141"/>
                  </a:lnTo>
                  <a:lnTo>
                    <a:pt x="1949" y="4433"/>
                  </a:lnTo>
                  <a:lnTo>
                    <a:pt x="2217" y="4726"/>
                  </a:lnTo>
                  <a:lnTo>
                    <a:pt x="2217" y="4726"/>
                  </a:lnTo>
                  <a:lnTo>
                    <a:pt x="2388" y="4872"/>
                  </a:lnTo>
                  <a:lnTo>
                    <a:pt x="2558" y="4993"/>
                  </a:lnTo>
                  <a:lnTo>
                    <a:pt x="2923" y="5237"/>
                  </a:lnTo>
                  <a:lnTo>
                    <a:pt x="3337" y="5456"/>
                  </a:lnTo>
                  <a:lnTo>
                    <a:pt x="3752" y="5627"/>
                  </a:lnTo>
                  <a:lnTo>
                    <a:pt x="488" y="5627"/>
                  </a:lnTo>
                  <a:lnTo>
                    <a:pt x="488" y="5627"/>
                  </a:lnTo>
                  <a:lnTo>
                    <a:pt x="391" y="5627"/>
                  </a:lnTo>
                  <a:lnTo>
                    <a:pt x="317" y="5651"/>
                  </a:lnTo>
                  <a:lnTo>
                    <a:pt x="220" y="5700"/>
                  </a:lnTo>
                  <a:lnTo>
                    <a:pt x="147" y="5773"/>
                  </a:lnTo>
                  <a:lnTo>
                    <a:pt x="98" y="5822"/>
                  </a:lnTo>
                  <a:lnTo>
                    <a:pt x="50" y="5919"/>
                  </a:lnTo>
                  <a:lnTo>
                    <a:pt x="25" y="6016"/>
                  </a:lnTo>
                  <a:lnTo>
                    <a:pt x="1" y="6114"/>
                  </a:lnTo>
                  <a:lnTo>
                    <a:pt x="1" y="9572"/>
                  </a:lnTo>
                  <a:lnTo>
                    <a:pt x="5797" y="957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4" name="CustomShape 258"/>
            <p:cNvSpPr/>
            <p:nvPr/>
          </p:nvSpPr>
          <p:spPr>
            <a:xfrm>
              <a:off x="1578600" y="4432320"/>
              <a:ext cx="147960" cy="360"/>
            </a:xfrm>
            <a:custGeom>
              <a:avLst/>
              <a:gdLst/>
              <a:ahLst/>
              <a:rect l="l" t="t" r="r" b="b"/>
              <a:pathLst>
                <a:path w="7064" h="1">
                  <a:moveTo>
                    <a:pt x="1" y="1"/>
                  </a:moveTo>
                  <a:lnTo>
                    <a:pt x="706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5" name="CustomShape 259"/>
            <p:cNvSpPr/>
            <p:nvPr/>
          </p:nvSpPr>
          <p:spPr>
            <a:xfrm>
              <a:off x="1621440" y="4432320"/>
              <a:ext cx="61920" cy="271440"/>
            </a:xfrm>
            <a:custGeom>
              <a:avLst/>
              <a:gdLst/>
              <a:ahLst/>
              <a:rect l="l" t="t" r="r" b="b"/>
              <a:pathLst>
                <a:path w="2972" h="12934">
                  <a:moveTo>
                    <a:pt x="0" y="1"/>
                  </a:moveTo>
                  <a:lnTo>
                    <a:pt x="0" y="12933"/>
                  </a:lnTo>
                  <a:lnTo>
                    <a:pt x="2972" y="12933"/>
                  </a:lnTo>
                  <a:lnTo>
                    <a:pt x="297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6" name="CustomShape 260"/>
            <p:cNvSpPr/>
            <p:nvPr/>
          </p:nvSpPr>
          <p:spPr>
            <a:xfrm>
              <a:off x="1673640" y="4350240"/>
              <a:ext cx="71280" cy="71280"/>
            </a:xfrm>
            <a:custGeom>
              <a:avLst/>
              <a:gdLst/>
              <a:ahLst/>
              <a:rect l="l" t="t" r="r" b="b"/>
              <a:pathLst>
                <a:path w="3411" h="3411">
                  <a:moveTo>
                    <a:pt x="902" y="659"/>
                  </a:moveTo>
                  <a:lnTo>
                    <a:pt x="902" y="659"/>
                  </a:lnTo>
                  <a:lnTo>
                    <a:pt x="1194" y="391"/>
                  </a:lnTo>
                  <a:lnTo>
                    <a:pt x="1486" y="196"/>
                  </a:lnTo>
                  <a:lnTo>
                    <a:pt x="1754" y="74"/>
                  </a:lnTo>
                  <a:lnTo>
                    <a:pt x="1900" y="50"/>
                  </a:lnTo>
                  <a:lnTo>
                    <a:pt x="2022" y="25"/>
                  </a:lnTo>
                  <a:lnTo>
                    <a:pt x="2144" y="1"/>
                  </a:lnTo>
                  <a:lnTo>
                    <a:pt x="2290" y="25"/>
                  </a:lnTo>
                  <a:lnTo>
                    <a:pt x="2412" y="50"/>
                  </a:lnTo>
                  <a:lnTo>
                    <a:pt x="2533" y="74"/>
                  </a:lnTo>
                  <a:lnTo>
                    <a:pt x="2655" y="123"/>
                  </a:lnTo>
                  <a:lnTo>
                    <a:pt x="2777" y="196"/>
                  </a:lnTo>
                  <a:lnTo>
                    <a:pt x="3021" y="391"/>
                  </a:lnTo>
                  <a:lnTo>
                    <a:pt x="3021" y="391"/>
                  </a:lnTo>
                  <a:lnTo>
                    <a:pt x="3215" y="634"/>
                  </a:lnTo>
                  <a:lnTo>
                    <a:pt x="3288" y="756"/>
                  </a:lnTo>
                  <a:lnTo>
                    <a:pt x="3337" y="878"/>
                  </a:lnTo>
                  <a:lnTo>
                    <a:pt x="3362" y="999"/>
                  </a:lnTo>
                  <a:lnTo>
                    <a:pt x="3386" y="1121"/>
                  </a:lnTo>
                  <a:lnTo>
                    <a:pt x="3410" y="1267"/>
                  </a:lnTo>
                  <a:lnTo>
                    <a:pt x="3386" y="1389"/>
                  </a:lnTo>
                  <a:lnTo>
                    <a:pt x="3362" y="1535"/>
                  </a:lnTo>
                  <a:lnTo>
                    <a:pt x="3337" y="1657"/>
                  </a:lnTo>
                  <a:lnTo>
                    <a:pt x="3215" y="1925"/>
                  </a:lnTo>
                  <a:lnTo>
                    <a:pt x="3021" y="2217"/>
                  </a:lnTo>
                  <a:lnTo>
                    <a:pt x="2753" y="2509"/>
                  </a:lnTo>
                  <a:lnTo>
                    <a:pt x="2753" y="2509"/>
                  </a:lnTo>
                  <a:lnTo>
                    <a:pt x="2631" y="2607"/>
                  </a:lnTo>
                  <a:lnTo>
                    <a:pt x="2509" y="2704"/>
                  </a:lnTo>
                  <a:lnTo>
                    <a:pt x="2192" y="2899"/>
                  </a:lnTo>
                  <a:lnTo>
                    <a:pt x="1827" y="3045"/>
                  </a:lnTo>
                  <a:lnTo>
                    <a:pt x="1462" y="3167"/>
                  </a:lnTo>
                  <a:lnTo>
                    <a:pt x="1072" y="3264"/>
                  </a:lnTo>
                  <a:lnTo>
                    <a:pt x="682" y="3338"/>
                  </a:lnTo>
                  <a:lnTo>
                    <a:pt x="317" y="3386"/>
                  </a:lnTo>
                  <a:lnTo>
                    <a:pt x="1" y="3411"/>
                  </a:lnTo>
                  <a:lnTo>
                    <a:pt x="1" y="3411"/>
                  </a:lnTo>
                  <a:lnTo>
                    <a:pt x="25" y="3094"/>
                  </a:lnTo>
                  <a:lnTo>
                    <a:pt x="98" y="2729"/>
                  </a:lnTo>
                  <a:lnTo>
                    <a:pt x="147" y="2339"/>
                  </a:lnTo>
                  <a:lnTo>
                    <a:pt x="244" y="1949"/>
                  </a:lnTo>
                  <a:lnTo>
                    <a:pt x="366" y="1584"/>
                  </a:lnTo>
                  <a:lnTo>
                    <a:pt x="512" y="1219"/>
                  </a:lnTo>
                  <a:lnTo>
                    <a:pt x="707" y="902"/>
                  </a:lnTo>
                  <a:lnTo>
                    <a:pt x="804" y="780"/>
                  </a:lnTo>
                  <a:lnTo>
                    <a:pt x="902" y="659"/>
                  </a:lnTo>
                  <a:lnTo>
                    <a:pt x="902" y="65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7" name="CustomShape 261"/>
            <p:cNvSpPr/>
            <p:nvPr/>
          </p:nvSpPr>
          <p:spPr>
            <a:xfrm>
              <a:off x="1560240" y="4350240"/>
              <a:ext cx="71280" cy="71280"/>
            </a:xfrm>
            <a:custGeom>
              <a:avLst/>
              <a:gdLst/>
              <a:ahLst/>
              <a:rect l="l" t="t" r="r" b="b"/>
              <a:pathLst>
                <a:path w="3411" h="3411">
                  <a:moveTo>
                    <a:pt x="390" y="391"/>
                  </a:moveTo>
                  <a:lnTo>
                    <a:pt x="390" y="391"/>
                  </a:lnTo>
                  <a:lnTo>
                    <a:pt x="634" y="196"/>
                  </a:lnTo>
                  <a:lnTo>
                    <a:pt x="756" y="123"/>
                  </a:lnTo>
                  <a:lnTo>
                    <a:pt x="878" y="74"/>
                  </a:lnTo>
                  <a:lnTo>
                    <a:pt x="999" y="50"/>
                  </a:lnTo>
                  <a:lnTo>
                    <a:pt x="1121" y="25"/>
                  </a:lnTo>
                  <a:lnTo>
                    <a:pt x="1267" y="1"/>
                  </a:lnTo>
                  <a:lnTo>
                    <a:pt x="1389" y="25"/>
                  </a:lnTo>
                  <a:lnTo>
                    <a:pt x="1511" y="50"/>
                  </a:lnTo>
                  <a:lnTo>
                    <a:pt x="1657" y="74"/>
                  </a:lnTo>
                  <a:lnTo>
                    <a:pt x="1925" y="196"/>
                  </a:lnTo>
                  <a:lnTo>
                    <a:pt x="2217" y="391"/>
                  </a:lnTo>
                  <a:lnTo>
                    <a:pt x="2509" y="659"/>
                  </a:lnTo>
                  <a:lnTo>
                    <a:pt x="2509" y="659"/>
                  </a:lnTo>
                  <a:lnTo>
                    <a:pt x="2607" y="780"/>
                  </a:lnTo>
                  <a:lnTo>
                    <a:pt x="2704" y="902"/>
                  </a:lnTo>
                  <a:lnTo>
                    <a:pt x="2899" y="1219"/>
                  </a:lnTo>
                  <a:lnTo>
                    <a:pt x="3045" y="1584"/>
                  </a:lnTo>
                  <a:lnTo>
                    <a:pt x="3167" y="1949"/>
                  </a:lnTo>
                  <a:lnTo>
                    <a:pt x="3264" y="2339"/>
                  </a:lnTo>
                  <a:lnTo>
                    <a:pt x="3313" y="2729"/>
                  </a:lnTo>
                  <a:lnTo>
                    <a:pt x="3386" y="3094"/>
                  </a:lnTo>
                  <a:lnTo>
                    <a:pt x="3410" y="3411"/>
                  </a:lnTo>
                  <a:lnTo>
                    <a:pt x="3410" y="3411"/>
                  </a:lnTo>
                  <a:lnTo>
                    <a:pt x="3094" y="3386"/>
                  </a:lnTo>
                  <a:lnTo>
                    <a:pt x="2729" y="3338"/>
                  </a:lnTo>
                  <a:lnTo>
                    <a:pt x="2339" y="3264"/>
                  </a:lnTo>
                  <a:lnTo>
                    <a:pt x="1949" y="3167"/>
                  </a:lnTo>
                  <a:lnTo>
                    <a:pt x="1584" y="3045"/>
                  </a:lnTo>
                  <a:lnTo>
                    <a:pt x="1218" y="2899"/>
                  </a:lnTo>
                  <a:lnTo>
                    <a:pt x="902" y="2704"/>
                  </a:lnTo>
                  <a:lnTo>
                    <a:pt x="780" y="2607"/>
                  </a:lnTo>
                  <a:lnTo>
                    <a:pt x="658" y="2509"/>
                  </a:lnTo>
                  <a:lnTo>
                    <a:pt x="658" y="2509"/>
                  </a:lnTo>
                  <a:lnTo>
                    <a:pt x="390" y="2217"/>
                  </a:lnTo>
                  <a:lnTo>
                    <a:pt x="196" y="1925"/>
                  </a:lnTo>
                  <a:lnTo>
                    <a:pt x="74" y="1657"/>
                  </a:lnTo>
                  <a:lnTo>
                    <a:pt x="49" y="1535"/>
                  </a:lnTo>
                  <a:lnTo>
                    <a:pt x="25" y="1389"/>
                  </a:lnTo>
                  <a:lnTo>
                    <a:pt x="1" y="1267"/>
                  </a:lnTo>
                  <a:lnTo>
                    <a:pt x="25" y="1121"/>
                  </a:lnTo>
                  <a:lnTo>
                    <a:pt x="49" y="999"/>
                  </a:lnTo>
                  <a:lnTo>
                    <a:pt x="74" y="878"/>
                  </a:lnTo>
                  <a:lnTo>
                    <a:pt x="123" y="756"/>
                  </a:lnTo>
                  <a:lnTo>
                    <a:pt x="196" y="634"/>
                  </a:lnTo>
                  <a:lnTo>
                    <a:pt x="390" y="391"/>
                  </a:lnTo>
                  <a:lnTo>
                    <a:pt x="390" y="39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8" name="CustomShape 262"/>
            <p:cNvSpPr/>
            <p:nvPr/>
          </p:nvSpPr>
          <p:spPr>
            <a:xfrm>
              <a:off x="1515960" y="4515120"/>
              <a:ext cx="105120" cy="188640"/>
            </a:xfrm>
            <a:custGeom>
              <a:avLst/>
              <a:gdLst/>
              <a:ahLst/>
              <a:rect l="l" t="t" r="r" b="b"/>
              <a:pathLst>
                <a:path w="5018" h="8988">
                  <a:moveTo>
                    <a:pt x="0" y="0"/>
                  </a:moveTo>
                  <a:lnTo>
                    <a:pt x="0" y="8500"/>
                  </a:lnTo>
                  <a:lnTo>
                    <a:pt x="0" y="8500"/>
                  </a:lnTo>
                  <a:lnTo>
                    <a:pt x="25" y="8598"/>
                  </a:lnTo>
                  <a:lnTo>
                    <a:pt x="49" y="8695"/>
                  </a:lnTo>
                  <a:lnTo>
                    <a:pt x="98" y="8768"/>
                  </a:lnTo>
                  <a:lnTo>
                    <a:pt x="146" y="8841"/>
                  </a:lnTo>
                  <a:lnTo>
                    <a:pt x="219" y="8890"/>
                  </a:lnTo>
                  <a:lnTo>
                    <a:pt x="317" y="8938"/>
                  </a:lnTo>
                  <a:lnTo>
                    <a:pt x="390" y="8963"/>
                  </a:lnTo>
                  <a:lnTo>
                    <a:pt x="487" y="8987"/>
                  </a:lnTo>
                  <a:lnTo>
                    <a:pt x="5017" y="898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9" name="CustomShape 263"/>
            <p:cNvSpPr/>
            <p:nvPr/>
          </p:nvSpPr>
          <p:spPr>
            <a:xfrm>
              <a:off x="1684080" y="4515120"/>
              <a:ext cx="105120" cy="188640"/>
            </a:xfrm>
            <a:custGeom>
              <a:avLst/>
              <a:gdLst/>
              <a:ahLst/>
              <a:rect l="l" t="t" r="r" b="b"/>
              <a:pathLst>
                <a:path w="5018" h="8988">
                  <a:moveTo>
                    <a:pt x="1" y="8987"/>
                  </a:moveTo>
                  <a:lnTo>
                    <a:pt x="4531" y="8987"/>
                  </a:lnTo>
                  <a:lnTo>
                    <a:pt x="4531" y="8987"/>
                  </a:lnTo>
                  <a:lnTo>
                    <a:pt x="4628" y="8963"/>
                  </a:lnTo>
                  <a:lnTo>
                    <a:pt x="4701" y="8938"/>
                  </a:lnTo>
                  <a:lnTo>
                    <a:pt x="4799" y="8890"/>
                  </a:lnTo>
                  <a:lnTo>
                    <a:pt x="4872" y="8841"/>
                  </a:lnTo>
                  <a:lnTo>
                    <a:pt x="4920" y="8768"/>
                  </a:lnTo>
                  <a:lnTo>
                    <a:pt x="4969" y="8695"/>
                  </a:lnTo>
                  <a:lnTo>
                    <a:pt x="4993" y="8598"/>
                  </a:lnTo>
                  <a:lnTo>
                    <a:pt x="5018" y="8500"/>
                  </a:lnTo>
                  <a:lnTo>
                    <a:pt x="501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30" name="Group 264"/>
          <p:cNvGrpSpPr/>
          <p:nvPr/>
        </p:nvGrpSpPr>
        <p:grpSpPr>
          <a:xfrm>
            <a:off x="2042280" y="4329000"/>
            <a:ext cx="350640" cy="360360"/>
            <a:chOff x="2042280" y="4329000"/>
            <a:chExt cx="350640" cy="360360"/>
          </a:xfrm>
        </p:grpSpPr>
        <p:sp>
          <p:nvSpPr>
            <p:cNvPr id="1431" name="CustomShape 265"/>
            <p:cNvSpPr/>
            <p:nvPr/>
          </p:nvSpPr>
          <p:spPr>
            <a:xfrm>
              <a:off x="2222280" y="4512600"/>
              <a:ext cx="169560" cy="176760"/>
            </a:xfrm>
            <a:custGeom>
              <a:avLst/>
              <a:gdLst/>
              <a:ahLst/>
              <a:rect l="l" t="t" r="r" b="b"/>
              <a:pathLst>
                <a:path w="8086" h="8428">
                  <a:moveTo>
                    <a:pt x="0" y="1851"/>
                  </a:moveTo>
                  <a:lnTo>
                    <a:pt x="5797" y="8135"/>
                  </a:lnTo>
                  <a:lnTo>
                    <a:pt x="5797" y="8135"/>
                  </a:lnTo>
                  <a:lnTo>
                    <a:pt x="5943" y="8257"/>
                  </a:lnTo>
                  <a:lnTo>
                    <a:pt x="6113" y="8354"/>
                  </a:lnTo>
                  <a:lnTo>
                    <a:pt x="6284" y="8403"/>
                  </a:lnTo>
                  <a:lnTo>
                    <a:pt x="6478" y="8427"/>
                  </a:lnTo>
                  <a:lnTo>
                    <a:pt x="6649" y="8403"/>
                  </a:lnTo>
                  <a:lnTo>
                    <a:pt x="6819" y="8354"/>
                  </a:lnTo>
                  <a:lnTo>
                    <a:pt x="6990" y="8257"/>
                  </a:lnTo>
                  <a:lnTo>
                    <a:pt x="7136" y="8135"/>
                  </a:lnTo>
                  <a:lnTo>
                    <a:pt x="7818" y="7453"/>
                  </a:lnTo>
                  <a:lnTo>
                    <a:pt x="7818" y="7453"/>
                  </a:lnTo>
                  <a:lnTo>
                    <a:pt x="7940" y="7307"/>
                  </a:lnTo>
                  <a:lnTo>
                    <a:pt x="8037" y="7136"/>
                  </a:lnTo>
                  <a:lnTo>
                    <a:pt x="8086" y="6966"/>
                  </a:lnTo>
                  <a:lnTo>
                    <a:pt x="8086" y="6795"/>
                  </a:lnTo>
                  <a:lnTo>
                    <a:pt x="8086" y="6601"/>
                  </a:lnTo>
                  <a:lnTo>
                    <a:pt x="8037" y="6430"/>
                  </a:lnTo>
                  <a:lnTo>
                    <a:pt x="7940" y="6260"/>
                  </a:lnTo>
                  <a:lnTo>
                    <a:pt x="7818" y="6114"/>
                  </a:lnTo>
                  <a:lnTo>
                    <a:pt x="170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2" name="CustomShape 266"/>
            <p:cNvSpPr/>
            <p:nvPr/>
          </p:nvSpPr>
          <p:spPr>
            <a:xfrm>
              <a:off x="2043000" y="4329000"/>
              <a:ext cx="170640" cy="174240"/>
            </a:xfrm>
            <a:custGeom>
              <a:avLst/>
              <a:gdLst/>
              <a:ahLst/>
              <a:rect l="l" t="t" r="r" b="b"/>
              <a:pathLst>
                <a:path w="8136" h="8306">
                  <a:moveTo>
                    <a:pt x="8135" y="6649"/>
                  </a:moveTo>
                  <a:lnTo>
                    <a:pt x="4433" y="2947"/>
                  </a:lnTo>
                  <a:lnTo>
                    <a:pt x="1730" y="244"/>
                  </a:lnTo>
                  <a:lnTo>
                    <a:pt x="1730" y="244"/>
                  </a:lnTo>
                  <a:lnTo>
                    <a:pt x="1584" y="122"/>
                  </a:lnTo>
                  <a:lnTo>
                    <a:pt x="1413" y="49"/>
                  </a:lnTo>
                  <a:lnTo>
                    <a:pt x="1243" y="0"/>
                  </a:lnTo>
                  <a:lnTo>
                    <a:pt x="1048" y="0"/>
                  </a:lnTo>
                  <a:lnTo>
                    <a:pt x="878" y="0"/>
                  </a:lnTo>
                  <a:lnTo>
                    <a:pt x="683" y="49"/>
                  </a:lnTo>
                  <a:lnTo>
                    <a:pt x="512" y="122"/>
                  </a:lnTo>
                  <a:lnTo>
                    <a:pt x="390" y="244"/>
                  </a:lnTo>
                  <a:lnTo>
                    <a:pt x="390" y="244"/>
                  </a:lnTo>
                  <a:lnTo>
                    <a:pt x="269" y="365"/>
                  </a:lnTo>
                  <a:lnTo>
                    <a:pt x="171" y="511"/>
                  </a:lnTo>
                  <a:lnTo>
                    <a:pt x="98" y="682"/>
                  </a:lnTo>
                  <a:lnTo>
                    <a:pt x="50" y="852"/>
                  </a:lnTo>
                  <a:lnTo>
                    <a:pt x="1" y="1023"/>
                  </a:lnTo>
                  <a:lnTo>
                    <a:pt x="1" y="1218"/>
                  </a:lnTo>
                  <a:lnTo>
                    <a:pt x="1" y="1413"/>
                  </a:lnTo>
                  <a:lnTo>
                    <a:pt x="1" y="1607"/>
                  </a:lnTo>
                  <a:lnTo>
                    <a:pt x="74" y="2021"/>
                  </a:lnTo>
                  <a:lnTo>
                    <a:pt x="220" y="2484"/>
                  </a:lnTo>
                  <a:lnTo>
                    <a:pt x="390" y="2923"/>
                  </a:lnTo>
                  <a:lnTo>
                    <a:pt x="610" y="3385"/>
                  </a:lnTo>
                  <a:lnTo>
                    <a:pt x="853" y="3872"/>
                  </a:lnTo>
                  <a:lnTo>
                    <a:pt x="1121" y="4311"/>
                  </a:lnTo>
                  <a:lnTo>
                    <a:pt x="1413" y="4774"/>
                  </a:lnTo>
                  <a:lnTo>
                    <a:pt x="1706" y="5188"/>
                  </a:lnTo>
                  <a:lnTo>
                    <a:pt x="1998" y="5577"/>
                  </a:lnTo>
                  <a:lnTo>
                    <a:pt x="2290" y="5943"/>
                  </a:lnTo>
                  <a:lnTo>
                    <a:pt x="2582" y="6284"/>
                  </a:lnTo>
                  <a:lnTo>
                    <a:pt x="2850" y="6551"/>
                  </a:lnTo>
                  <a:lnTo>
                    <a:pt x="2850" y="6551"/>
                  </a:lnTo>
                  <a:lnTo>
                    <a:pt x="3070" y="6771"/>
                  </a:lnTo>
                  <a:lnTo>
                    <a:pt x="3313" y="6966"/>
                  </a:lnTo>
                  <a:lnTo>
                    <a:pt x="3557" y="7136"/>
                  </a:lnTo>
                  <a:lnTo>
                    <a:pt x="3800" y="7307"/>
                  </a:lnTo>
                  <a:lnTo>
                    <a:pt x="4312" y="7599"/>
                  </a:lnTo>
                  <a:lnTo>
                    <a:pt x="4823" y="7818"/>
                  </a:lnTo>
                  <a:lnTo>
                    <a:pt x="5310" y="8013"/>
                  </a:lnTo>
                  <a:lnTo>
                    <a:pt x="5724" y="8159"/>
                  </a:lnTo>
                  <a:lnTo>
                    <a:pt x="6333" y="830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3" name="CustomShape 267"/>
            <p:cNvSpPr/>
            <p:nvPr/>
          </p:nvSpPr>
          <p:spPr>
            <a:xfrm>
              <a:off x="2042280" y="4333320"/>
              <a:ext cx="350640" cy="350640"/>
            </a:xfrm>
            <a:custGeom>
              <a:avLst/>
              <a:gdLst/>
              <a:ahLst/>
              <a:rect l="l" t="t" r="r" b="b"/>
              <a:pathLst>
                <a:path w="16708" h="16708">
                  <a:moveTo>
                    <a:pt x="13931" y="6820"/>
                  </a:moveTo>
                  <a:lnTo>
                    <a:pt x="13931" y="6820"/>
                  </a:lnTo>
                  <a:lnTo>
                    <a:pt x="14126" y="6625"/>
                  </a:lnTo>
                  <a:lnTo>
                    <a:pt x="14345" y="6357"/>
                  </a:lnTo>
                  <a:lnTo>
                    <a:pt x="14784" y="5797"/>
                  </a:lnTo>
                  <a:lnTo>
                    <a:pt x="15246" y="5139"/>
                  </a:lnTo>
                  <a:lnTo>
                    <a:pt x="15685" y="4482"/>
                  </a:lnTo>
                  <a:lnTo>
                    <a:pt x="16367" y="3386"/>
                  </a:lnTo>
                  <a:lnTo>
                    <a:pt x="16659" y="2923"/>
                  </a:lnTo>
                  <a:lnTo>
                    <a:pt x="16659" y="2923"/>
                  </a:lnTo>
                  <a:lnTo>
                    <a:pt x="16708" y="2825"/>
                  </a:lnTo>
                  <a:lnTo>
                    <a:pt x="16708" y="2728"/>
                  </a:lnTo>
                  <a:lnTo>
                    <a:pt x="16708" y="2655"/>
                  </a:lnTo>
                  <a:lnTo>
                    <a:pt x="16659" y="2582"/>
                  </a:lnTo>
                  <a:lnTo>
                    <a:pt x="16659" y="2582"/>
                  </a:lnTo>
                  <a:lnTo>
                    <a:pt x="16586" y="2533"/>
                  </a:lnTo>
                  <a:lnTo>
                    <a:pt x="16488" y="2533"/>
                  </a:lnTo>
                  <a:lnTo>
                    <a:pt x="16415" y="2533"/>
                  </a:lnTo>
                  <a:lnTo>
                    <a:pt x="16318" y="2582"/>
                  </a:lnTo>
                  <a:lnTo>
                    <a:pt x="13615" y="4944"/>
                  </a:lnTo>
                  <a:lnTo>
                    <a:pt x="13615" y="4944"/>
                  </a:lnTo>
                  <a:lnTo>
                    <a:pt x="13541" y="4993"/>
                  </a:lnTo>
                  <a:lnTo>
                    <a:pt x="13420" y="4993"/>
                  </a:lnTo>
                  <a:lnTo>
                    <a:pt x="13322" y="4969"/>
                  </a:lnTo>
                  <a:lnTo>
                    <a:pt x="13200" y="4871"/>
                  </a:lnTo>
                  <a:lnTo>
                    <a:pt x="13200" y="4871"/>
                  </a:lnTo>
                  <a:lnTo>
                    <a:pt x="13103" y="4749"/>
                  </a:lnTo>
                  <a:lnTo>
                    <a:pt x="13054" y="4628"/>
                  </a:lnTo>
                  <a:lnTo>
                    <a:pt x="13054" y="4530"/>
                  </a:lnTo>
                  <a:lnTo>
                    <a:pt x="13103" y="4433"/>
                  </a:lnTo>
                  <a:lnTo>
                    <a:pt x="13103" y="4433"/>
                  </a:lnTo>
                  <a:lnTo>
                    <a:pt x="15563" y="1486"/>
                  </a:lnTo>
                  <a:lnTo>
                    <a:pt x="15563" y="1486"/>
                  </a:lnTo>
                  <a:lnTo>
                    <a:pt x="15612" y="1388"/>
                  </a:lnTo>
                  <a:lnTo>
                    <a:pt x="15612" y="1315"/>
                  </a:lnTo>
                  <a:lnTo>
                    <a:pt x="15612" y="1218"/>
                  </a:lnTo>
                  <a:lnTo>
                    <a:pt x="15563" y="1145"/>
                  </a:lnTo>
                  <a:lnTo>
                    <a:pt x="15563" y="1145"/>
                  </a:lnTo>
                  <a:lnTo>
                    <a:pt x="15490" y="1096"/>
                  </a:lnTo>
                  <a:lnTo>
                    <a:pt x="15392" y="1096"/>
                  </a:lnTo>
                  <a:lnTo>
                    <a:pt x="15319" y="1096"/>
                  </a:lnTo>
                  <a:lnTo>
                    <a:pt x="15222" y="1145"/>
                  </a:lnTo>
                  <a:lnTo>
                    <a:pt x="15222" y="1145"/>
                  </a:lnTo>
                  <a:lnTo>
                    <a:pt x="12275" y="3605"/>
                  </a:lnTo>
                  <a:lnTo>
                    <a:pt x="12275" y="3605"/>
                  </a:lnTo>
                  <a:lnTo>
                    <a:pt x="12178" y="3653"/>
                  </a:lnTo>
                  <a:lnTo>
                    <a:pt x="12080" y="3653"/>
                  </a:lnTo>
                  <a:lnTo>
                    <a:pt x="11958" y="3605"/>
                  </a:lnTo>
                  <a:lnTo>
                    <a:pt x="11861" y="3507"/>
                  </a:lnTo>
                  <a:lnTo>
                    <a:pt x="11861" y="3507"/>
                  </a:lnTo>
                  <a:lnTo>
                    <a:pt x="11764" y="3386"/>
                  </a:lnTo>
                  <a:lnTo>
                    <a:pt x="11715" y="3288"/>
                  </a:lnTo>
                  <a:lnTo>
                    <a:pt x="11715" y="3166"/>
                  </a:lnTo>
                  <a:lnTo>
                    <a:pt x="11764" y="3093"/>
                  </a:lnTo>
                  <a:lnTo>
                    <a:pt x="14126" y="390"/>
                  </a:lnTo>
                  <a:lnTo>
                    <a:pt x="14126" y="390"/>
                  </a:lnTo>
                  <a:lnTo>
                    <a:pt x="14175" y="292"/>
                  </a:lnTo>
                  <a:lnTo>
                    <a:pt x="14175" y="219"/>
                  </a:lnTo>
                  <a:lnTo>
                    <a:pt x="14175" y="122"/>
                  </a:lnTo>
                  <a:lnTo>
                    <a:pt x="14126" y="49"/>
                  </a:lnTo>
                  <a:lnTo>
                    <a:pt x="14126" y="49"/>
                  </a:lnTo>
                  <a:lnTo>
                    <a:pt x="14053" y="0"/>
                  </a:lnTo>
                  <a:lnTo>
                    <a:pt x="13980" y="0"/>
                  </a:lnTo>
                  <a:lnTo>
                    <a:pt x="13882" y="0"/>
                  </a:lnTo>
                  <a:lnTo>
                    <a:pt x="13785" y="49"/>
                  </a:lnTo>
                  <a:lnTo>
                    <a:pt x="13785" y="49"/>
                  </a:lnTo>
                  <a:lnTo>
                    <a:pt x="13322" y="341"/>
                  </a:lnTo>
                  <a:lnTo>
                    <a:pt x="12226" y="1023"/>
                  </a:lnTo>
                  <a:lnTo>
                    <a:pt x="11569" y="1462"/>
                  </a:lnTo>
                  <a:lnTo>
                    <a:pt x="10911" y="1924"/>
                  </a:lnTo>
                  <a:lnTo>
                    <a:pt x="10351" y="2363"/>
                  </a:lnTo>
                  <a:lnTo>
                    <a:pt x="10083" y="2582"/>
                  </a:lnTo>
                  <a:lnTo>
                    <a:pt x="9888" y="2777"/>
                  </a:lnTo>
                  <a:lnTo>
                    <a:pt x="9888" y="2777"/>
                  </a:lnTo>
                  <a:lnTo>
                    <a:pt x="9766" y="2898"/>
                  </a:lnTo>
                  <a:lnTo>
                    <a:pt x="9669" y="3045"/>
                  </a:lnTo>
                  <a:lnTo>
                    <a:pt x="9572" y="3215"/>
                  </a:lnTo>
                  <a:lnTo>
                    <a:pt x="9499" y="3410"/>
                  </a:lnTo>
                  <a:lnTo>
                    <a:pt x="9377" y="3824"/>
                  </a:lnTo>
                  <a:lnTo>
                    <a:pt x="9304" y="4262"/>
                  </a:lnTo>
                  <a:lnTo>
                    <a:pt x="9255" y="4701"/>
                  </a:lnTo>
                  <a:lnTo>
                    <a:pt x="9279" y="5163"/>
                  </a:lnTo>
                  <a:lnTo>
                    <a:pt x="9328" y="5577"/>
                  </a:lnTo>
                  <a:lnTo>
                    <a:pt x="9352" y="5772"/>
                  </a:lnTo>
                  <a:lnTo>
                    <a:pt x="9425" y="5943"/>
                  </a:lnTo>
                  <a:lnTo>
                    <a:pt x="268" y="14418"/>
                  </a:lnTo>
                  <a:lnTo>
                    <a:pt x="268" y="14418"/>
                  </a:lnTo>
                  <a:lnTo>
                    <a:pt x="146" y="14564"/>
                  </a:lnTo>
                  <a:lnTo>
                    <a:pt x="73" y="14735"/>
                  </a:lnTo>
                  <a:lnTo>
                    <a:pt x="0" y="14905"/>
                  </a:lnTo>
                  <a:lnTo>
                    <a:pt x="0" y="15076"/>
                  </a:lnTo>
                  <a:lnTo>
                    <a:pt x="0" y="15271"/>
                  </a:lnTo>
                  <a:lnTo>
                    <a:pt x="73" y="15441"/>
                  </a:lnTo>
                  <a:lnTo>
                    <a:pt x="146" y="15612"/>
                  </a:lnTo>
                  <a:lnTo>
                    <a:pt x="268" y="15758"/>
                  </a:lnTo>
                  <a:lnTo>
                    <a:pt x="950" y="16440"/>
                  </a:lnTo>
                  <a:lnTo>
                    <a:pt x="950" y="16440"/>
                  </a:lnTo>
                  <a:lnTo>
                    <a:pt x="1096" y="16562"/>
                  </a:lnTo>
                  <a:lnTo>
                    <a:pt x="1267" y="16635"/>
                  </a:lnTo>
                  <a:lnTo>
                    <a:pt x="1437" y="16708"/>
                  </a:lnTo>
                  <a:lnTo>
                    <a:pt x="1632" y="16708"/>
                  </a:lnTo>
                  <a:lnTo>
                    <a:pt x="1802" y="16708"/>
                  </a:lnTo>
                  <a:lnTo>
                    <a:pt x="1973" y="16635"/>
                  </a:lnTo>
                  <a:lnTo>
                    <a:pt x="2143" y="16562"/>
                  </a:lnTo>
                  <a:lnTo>
                    <a:pt x="2289" y="16440"/>
                  </a:lnTo>
                  <a:lnTo>
                    <a:pt x="10765" y="7282"/>
                  </a:lnTo>
                  <a:lnTo>
                    <a:pt x="10765" y="7282"/>
                  </a:lnTo>
                  <a:lnTo>
                    <a:pt x="11130" y="7380"/>
                  </a:lnTo>
                  <a:lnTo>
                    <a:pt x="11544" y="7428"/>
                  </a:lnTo>
                  <a:lnTo>
                    <a:pt x="12007" y="7453"/>
                  </a:lnTo>
                  <a:lnTo>
                    <a:pt x="12445" y="7404"/>
                  </a:lnTo>
                  <a:lnTo>
                    <a:pt x="12884" y="7331"/>
                  </a:lnTo>
                  <a:lnTo>
                    <a:pt x="13298" y="7209"/>
                  </a:lnTo>
                  <a:lnTo>
                    <a:pt x="13493" y="7136"/>
                  </a:lnTo>
                  <a:lnTo>
                    <a:pt x="13663" y="7039"/>
                  </a:lnTo>
                  <a:lnTo>
                    <a:pt x="13809" y="6941"/>
                  </a:lnTo>
                  <a:lnTo>
                    <a:pt x="13931" y="6820"/>
                  </a:lnTo>
                  <a:lnTo>
                    <a:pt x="13931" y="682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34" name="Group 268"/>
          <p:cNvGrpSpPr/>
          <p:nvPr/>
        </p:nvGrpSpPr>
        <p:grpSpPr>
          <a:xfrm>
            <a:off x="2572920" y="4331880"/>
            <a:ext cx="419400" cy="349200"/>
            <a:chOff x="2572920" y="4331880"/>
            <a:chExt cx="419400" cy="349200"/>
          </a:xfrm>
        </p:grpSpPr>
        <p:sp>
          <p:nvSpPr>
            <p:cNvPr id="1435" name="CustomShape 269"/>
            <p:cNvSpPr/>
            <p:nvPr/>
          </p:nvSpPr>
          <p:spPr>
            <a:xfrm>
              <a:off x="2572920" y="4590360"/>
              <a:ext cx="419400" cy="90720"/>
            </a:xfrm>
            <a:custGeom>
              <a:avLst/>
              <a:gdLst/>
              <a:ahLst/>
              <a:rect l="l" t="t" r="r" b="b"/>
              <a:pathLst>
                <a:path w="19972" h="4336">
                  <a:moveTo>
                    <a:pt x="19533" y="0"/>
                  </a:moveTo>
                  <a:lnTo>
                    <a:pt x="439" y="0"/>
                  </a:lnTo>
                  <a:lnTo>
                    <a:pt x="439" y="0"/>
                  </a:lnTo>
                  <a:lnTo>
                    <a:pt x="365" y="0"/>
                  </a:lnTo>
                  <a:lnTo>
                    <a:pt x="268" y="25"/>
                  </a:lnTo>
                  <a:lnTo>
                    <a:pt x="195" y="73"/>
                  </a:lnTo>
                  <a:lnTo>
                    <a:pt x="122" y="122"/>
                  </a:lnTo>
                  <a:lnTo>
                    <a:pt x="73" y="195"/>
                  </a:lnTo>
                  <a:lnTo>
                    <a:pt x="49" y="268"/>
                  </a:lnTo>
                  <a:lnTo>
                    <a:pt x="25" y="341"/>
                  </a:lnTo>
                  <a:lnTo>
                    <a:pt x="0" y="439"/>
                  </a:lnTo>
                  <a:lnTo>
                    <a:pt x="0" y="439"/>
                  </a:lnTo>
                  <a:lnTo>
                    <a:pt x="25" y="512"/>
                  </a:lnTo>
                  <a:lnTo>
                    <a:pt x="49" y="585"/>
                  </a:lnTo>
                  <a:lnTo>
                    <a:pt x="73" y="658"/>
                  </a:lnTo>
                  <a:lnTo>
                    <a:pt x="122" y="731"/>
                  </a:lnTo>
                  <a:lnTo>
                    <a:pt x="195" y="780"/>
                  </a:lnTo>
                  <a:lnTo>
                    <a:pt x="268" y="828"/>
                  </a:lnTo>
                  <a:lnTo>
                    <a:pt x="365" y="853"/>
                  </a:lnTo>
                  <a:lnTo>
                    <a:pt x="439" y="853"/>
                  </a:lnTo>
                  <a:lnTo>
                    <a:pt x="439" y="853"/>
                  </a:lnTo>
                  <a:lnTo>
                    <a:pt x="487" y="877"/>
                  </a:lnTo>
                  <a:lnTo>
                    <a:pt x="560" y="902"/>
                  </a:lnTo>
                  <a:lnTo>
                    <a:pt x="706" y="1048"/>
                  </a:lnTo>
                  <a:lnTo>
                    <a:pt x="853" y="1242"/>
                  </a:lnTo>
                  <a:lnTo>
                    <a:pt x="1023" y="1486"/>
                  </a:lnTo>
                  <a:lnTo>
                    <a:pt x="1340" y="2022"/>
                  </a:lnTo>
                  <a:lnTo>
                    <a:pt x="1632" y="2509"/>
                  </a:lnTo>
                  <a:lnTo>
                    <a:pt x="1632" y="2509"/>
                  </a:lnTo>
                  <a:lnTo>
                    <a:pt x="1900" y="2996"/>
                  </a:lnTo>
                  <a:lnTo>
                    <a:pt x="2168" y="3459"/>
                  </a:lnTo>
                  <a:lnTo>
                    <a:pt x="2460" y="3873"/>
                  </a:lnTo>
                  <a:lnTo>
                    <a:pt x="2582" y="4043"/>
                  </a:lnTo>
                  <a:lnTo>
                    <a:pt x="2728" y="4214"/>
                  </a:lnTo>
                  <a:lnTo>
                    <a:pt x="2728" y="4214"/>
                  </a:lnTo>
                  <a:lnTo>
                    <a:pt x="2801" y="4263"/>
                  </a:lnTo>
                  <a:lnTo>
                    <a:pt x="2874" y="4287"/>
                  </a:lnTo>
                  <a:lnTo>
                    <a:pt x="2971" y="4311"/>
                  </a:lnTo>
                  <a:lnTo>
                    <a:pt x="3045" y="4336"/>
                  </a:lnTo>
                  <a:lnTo>
                    <a:pt x="16927" y="4336"/>
                  </a:lnTo>
                  <a:lnTo>
                    <a:pt x="16927" y="4336"/>
                  </a:lnTo>
                  <a:lnTo>
                    <a:pt x="17000" y="4311"/>
                  </a:lnTo>
                  <a:lnTo>
                    <a:pt x="17097" y="4287"/>
                  </a:lnTo>
                  <a:lnTo>
                    <a:pt x="17170" y="4263"/>
                  </a:lnTo>
                  <a:lnTo>
                    <a:pt x="17243" y="4214"/>
                  </a:lnTo>
                  <a:lnTo>
                    <a:pt x="17243" y="4214"/>
                  </a:lnTo>
                  <a:lnTo>
                    <a:pt x="17390" y="4043"/>
                  </a:lnTo>
                  <a:lnTo>
                    <a:pt x="17511" y="3873"/>
                  </a:lnTo>
                  <a:lnTo>
                    <a:pt x="17804" y="3459"/>
                  </a:lnTo>
                  <a:lnTo>
                    <a:pt x="18072" y="2996"/>
                  </a:lnTo>
                  <a:lnTo>
                    <a:pt x="18339" y="2509"/>
                  </a:lnTo>
                  <a:lnTo>
                    <a:pt x="18339" y="2509"/>
                  </a:lnTo>
                  <a:lnTo>
                    <a:pt x="18632" y="2022"/>
                  </a:lnTo>
                  <a:lnTo>
                    <a:pt x="18948" y="1486"/>
                  </a:lnTo>
                  <a:lnTo>
                    <a:pt x="19119" y="1242"/>
                  </a:lnTo>
                  <a:lnTo>
                    <a:pt x="19265" y="1048"/>
                  </a:lnTo>
                  <a:lnTo>
                    <a:pt x="19411" y="902"/>
                  </a:lnTo>
                  <a:lnTo>
                    <a:pt x="19484" y="877"/>
                  </a:lnTo>
                  <a:lnTo>
                    <a:pt x="19533" y="853"/>
                  </a:lnTo>
                  <a:lnTo>
                    <a:pt x="19533" y="853"/>
                  </a:lnTo>
                  <a:lnTo>
                    <a:pt x="19606" y="853"/>
                  </a:lnTo>
                  <a:lnTo>
                    <a:pt x="19703" y="828"/>
                  </a:lnTo>
                  <a:lnTo>
                    <a:pt x="19776" y="780"/>
                  </a:lnTo>
                  <a:lnTo>
                    <a:pt x="19849" y="731"/>
                  </a:lnTo>
                  <a:lnTo>
                    <a:pt x="19898" y="658"/>
                  </a:lnTo>
                  <a:lnTo>
                    <a:pt x="19922" y="585"/>
                  </a:lnTo>
                  <a:lnTo>
                    <a:pt x="19947" y="512"/>
                  </a:lnTo>
                  <a:lnTo>
                    <a:pt x="19971" y="439"/>
                  </a:lnTo>
                  <a:lnTo>
                    <a:pt x="19971" y="439"/>
                  </a:lnTo>
                  <a:lnTo>
                    <a:pt x="19947" y="341"/>
                  </a:lnTo>
                  <a:lnTo>
                    <a:pt x="19922" y="268"/>
                  </a:lnTo>
                  <a:lnTo>
                    <a:pt x="19898" y="195"/>
                  </a:lnTo>
                  <a:lnTo>
                    <a:pt x="19825" y="122"/>
                  </a:lnTo>
                  <a:lnTo>
                    <a:pt x="19776" y="73"/>
                  </a:lnTo>
                  <a:lnTo>
                    <a:pt x="19703" y="25"/>
                  </a:lnTo>
                  <a:lnTo>
                    <a:pt x="19606" y="0"/>
                  </a:lnTo>
                  <a:lnTo>
                    <a:pt x="19533" y="0"/>
                  </a:lnTo>
                  <a:lnTo>
                    <a:pt x="19533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6" name="CustomShape 270"/>
            <p:cNvSpPr/>
            <p:nvPr/>
          </p:nvSpPr>
          <p:spPr>
            <a:xfrm>
              <a:off x="2621880" y="4608360"/>
              <a:ext cx="321120" cy="360"/>
            </a:xfrm>
            <a:custGeom>
              <a:avLst/>
              <a:gdLst/>
              <a:ahLst/>
              <a:rect l="l" t="t" r="r" b="b"/>
              <a:pathLst>
                <a:path w="15296" h="1">
                  <a:moveTo>
                    <a:pt x="0" y="1"/>
                  </a:moveTo>
                  <a:lnTo>
                    <a:pt x="1529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7" name="CustomShape 271"/>
            <p:cNvSpPr/>
            <p:nvPr/>
          </p:nvSpPr>
          <p:spPr>
            <a:xfrm>
              <a:off x="2609640" y="4466880"/>
              <a:ext cx="345600" cy="117360"/>
            </a:xfrm>
            <a:custGeom>
              <a:avLst/>
              <a:gdLst/>
              <a:ahLst/>
              <a:rect l="l" t="t" r="r" b="b"/>
              <a:pathLst>
                <a:path w="16465" h="5603">
                  <a:moveTo>
                    <a:pt x="16465" y="5602"/>
                  </a:moveTo>
                  <a:lnTo>
                    <a:pt x="16465" y="5602"/>
                  </a:lnTo>
                  <a:lnTo>
                    <a:pt x="16392" y="5408"/>
                  </a:lnTo>
                  <a:lnTo>
                    <a:pt x="16294" y="5237"/>
                  </a:lnTo>
                  <a:lnTo>
                    <a:pt x="16075" y="4921"/>
                  </a:lnTo>
                  <a:lnTo>
                    <a:pt x="15807" y="4628"/>
                  </a:lnTo>
                  <a:lnTo>
                    <a:pt x="15490" y="4385"/>
                  </a:lnTo>
                  <a:lnTo>
                    <a:pt x="15320" y="4287"/>
                  </a:lnTo>
                  <a:lnTo>
                    <a:pt x="15149" y="4190"/>
                  </a:lnTo>
                  <a:lnTo>
                    <a:pt x="14979" y="4092"/>
                  </a:lnTo>
                  <a:lnTo>
                    <a:pt x="14784" y="4044"/>
                  </a:lnTo>
                  <a:lnTo>
                    <a:pt x="14589" y="3971"/>
                  </a:lnTo>
                  <a:lnTo>
                    <a:pt x="14394" y="3946"/>
                  </a:lnTo>
                  <a:lnTo>
                    <a:pt x="14175" y="3922"/>
                  </a:lnTo>
                  <a:lnTo>
                    <a:pt x="13980" y="3898"/>
                  </a:lnTo>
                  <a:lnTo>
                    <a:pt x="13980" y="3898"/>
                  </a:lnTo>
                  <a:lnTo>
                    <a:pt x="13737" y="3922"/>
                  </a:lnTo>
                  <a:lnTo>
                    <a:pt x="13518" y="3946"/>
                  </a:lnTo>
                  <a:lnTo>
                    <a:pt x="13518" y="3946"/>
                  </a:lnTo>
                  <a:lnTo>
                    <a:pt x="13420" y="3532"/>
                  </a:lnTo>
                  <a:lnTo>
                    <a:pt x="13299" y="3143"/>
                  </a:lnTo>
                  <a:lnTo>
                    <a:pt x="13128" y="2753"/>
                  </a:lnTo>
                  <a:lnTo>
                    <a:pt x="12933" y="2388"/>
                  </a:lnTo>
                  <a:lnTo>
                    <a:pt x="12714" y="2047"/>
                  </a:lnTo>
                  <a:lnTo>
                    <a:pt x="12470" y="1706"/>
                  </a:lnTo>
                  <a:lnTo>
                    <a:pt x="12178" y="1413"/>
                  </a:lnTo>
                  <a:lnTo>
                    <a:pt x="11886" y="1121"/>
                  </a:lnTo>
                  <a:lnTo>
                    <a:pt x="11545" y="878"/>
                  </a:lnTo>
                  <a:lnTo>
                    <a:pt x="11204" y="658"/>
                  </a:lnTo>
                  <a:lnTo>
                    <a:pt x="10839" y="464"/>
                  </a:lnTo>
                  <a:lnTo>
                    <a:pt x="10449" y="293"/>
                  </a:lnTo>
                  <a:lnTo>
                    <a:pt x="10059" y="171"/>
                  </a:lnTo>
                  <a:lnTo>
                    <a:pt x="9645" y="74"/>
                  </a:lnTo>
                  <a:lnTo>
                    <a:pt x="9207" y="25"/>
                  </a:lnTo>
                  <a:lnTo>
                    <a:pt x="8768" y="1"/>
                  </a:lnTo>
                  <a:lnTo>
                    <a:pt x="8768" y="1"/>
                  </a:lnTo>
                  <a:lnTo>
                    <a:pt x="8452" y="1"/>
                  </a:lnTo>
                  <a:lnTo>
                    <a:pt x="8135" y="50"/>
                  </a:lnTo>
                  <a:lnTo>
                    <a:pt x="7819" y="98"/>
                  </a:lnTo>
                  <a:lnTo>
                    <a:pt x="7502" y="171"/>
                  </a:lnTo>
                  <a:lnTo>
                    <a:pt x="7210" y="269"/>
                  </a:lnTo>
                  <a:lnTo>
                    <a:pt x="6918" y="366"/>
                  </a:lnTo>
                  <a:lnTo>
                    <a:pt x="6625" y="512"/>
                  </a:lnTo>
                  <a:lnTo>
                    <a:pt x="6357" y="658"/>
                  </a:lnTo>
                  <a:lnTo>
                    <a:pt x="6089" y="805"/>
                  </a:lnTo>
                  <a:lnTo>
                    <a:pt x="5846" y="999"/>
                  </a:lnTo>
                  <a:lnTo>
                    <a:pt x="5602" y="1170"/>
                  </a:lnTo>
                  <a:lnTo>
                    <a:pt x="5383" y="1389"/>
                  </a:lnTo>
                  <a:lnTo>
                    <a:pt x="5188" y="1608"/>
                  </a:lnTo>
                  <a:lnTo>
                    <a:pt x="4993" y="1852"/>
                  </a:lnTo>
                  <a:lnTo>
                    <a:pt x="4799" y="2095"/>
                  </a:lnTo>
                  <a:lnTo>
                    <a:pt x="4628" y="2363"/>
                  </a:lnTo>
                  <a:lnTo>
                    <a:pt x="4628" y="2363"/>
                  </a:lnTo>
                  <a:lnTo>
                    <a:pt x="4360" y="2266"/>
                  </a:lnTo>
                  <a:lnTo>
                    <a:pt x="4092" y="2217"/>
                  </a:lnTo>
                  <a:lnTo>
                    <a:pt x="3824" y="2193"/>
                  </a:lnTo>
                  <a:lnTo>
                    <a:pt x="3532" y="2168"/>
                  </a:lnTo>
                  <a:lnTo>
                    <a:pt x="3532" y="2168"/>
                  </a:lnTo>
                  <a:lnTo>
                    <a:pt x="3191" y="2193"/>
                  </a:lnTo>
                  <a:lnTo>
                    <a:pt x="2850" y="2242"/>
                  </a:lnTo>
                  <a:lnTo>
                    <a:pt x="2509" y="2339"/>
                  </a:lnTo>
                  <a:lnTo>
                    <a:pt x="2193" y="2436"/>
                  </a:lnTo>
                  <a:lnTo>
                    <a:pt x="1876" y="2582"/>
                  </a:lnTo>
                  <a:lnTo>
                    <a:pt x="1584" y="2753"/>
                  </a:lnTo>
                  <a:lnTo>
                    <a:pt x="1316" y="2948"/>
                  </a:lnTo>
                  <a:lnTo>
                    <a:pt x="1072" y="3167"/>
                  </a:lnTo>
                  <a:lnTo>
                    <a:pt x="853" y="3411"/>
                  </a:lnTo>
                  <a:lnTo>
                    <a:pt x="634" y="3678"/>
                  </a:lnTo>
                  <a:lnTo>
                    <a:pt x="463" y="3971"/>
                  </a:lnTo>
                  <a:lnTo>
                    <a:pt x="317" y="4263"/>
                  </a:lnTo>
                  <a:lnTo>
                    <a:pt x="196" y="4580"/>
                  </a:lnTo>
                  <a:lnTo>
                    <a:pt x="98" y="4896"/>
                  </a:lnTo>
                  <a:lnTo>
                    <a:pt x="25" y="5237"/>
                  </a:lnTo>
                  <a:lnTo>
                    <a:pt x="1" y="560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8" name="CustomShape 272"/>
            <p:cNvSpPr/>
            <p:nvPr/>
          </p:nvSpPr>
          <p:spPr>
            <a:xfrm>
              <a:off x="2770560" y="4331880"/>
              <a:ext cx="14040" cy="95760"/>
            </a:xfrm>
            <a:custGeom>
              <a:avLst/>
              <a:gdLst/>
              <a:ahLst/>
              <a:rect l="l" t="t" r="r" b="b"/>
              <a:pathLst>
                <a:path w="683" h="4579">
                  <a:moveTo>
                    <a:pt x="682" y="0"/>
                  </a:moveTo>
                  <a:lnTo>
                    <a:pt x="682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12" y="439"/>
                  </a:lnTo>
                  <a:lnTo>
                    <a:pt x="414" y="585"/>
                  </a:lnTo>
                  <a:lnTo>
                    <a:pt x="414" y="585"/>
                  </a:lnTo>
                  <a:lnTo>
                    <a:pt x="268" y="731"/>
                  </a:lnTo>
                  <a:lnTo>
                    <a:pt x="146" y="950"/>
                  </a:lnTo>
                  <a:lnTo>
                    <a:pt x="73" y="1072"/>
                  </a:lnTo>
                  <a:lnTo>
                    <a:pt x="49" y="1194"/>
                  </a:lnTo>
                  <a:lnTo>
                    <a:pt x="0" y="1364"/>
                  </a:lnTo>
                  <a:lnTo>
                    <a:pt x="0" y="1535"/>
                  </a:lnTo>
                  <a:lnTo>
                    <a:pt x="0" y="1535"/>
                  </a:lnTo>
                  <a:lnTo>
                    <a:pt x="0" y="1705"/>
                  </a:lnTo>
                  <a:lnTo>
                    <a:pt x="49" y="1851"/>
                  </a:lnTo>
                  <a:lnTo>
                    <a:pt x="73" y="1997"/>
                  </a:lnTo>
                  <a:lnTo>
                    <a:pt x="146" y="2095"/>
                  </a:lnTo>
                  <a:lnTo>
                    <a:pt x="268" y="2314"/>
                  </a:lnTo>
                  <a:lnTo>
                    <a:pt x="414" y="2484"/>
                  </a:lnTo>
                  <a:lnTo>
                    <a:pt x="414" y="2484"/>
                  </a:lnTo>
                  <a:lnTo>
                    <a:pt x="512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2" y="3045"/>
                  </a:lnTo>
                  <a:lnTo>
                    <a:pt x="682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12" y="3507"/>
                  </a:lnTo>
                  <a:lnTo>
                    <a:pt x="414" y="3629"/>
                  </a:lnTo>
                  <a:lnTo>
                    <a:pt x="414" y="3629"/>
                  </a:lnTo>
                  <a:lnTo>
                    <a:pt x="268" y="3800"/>
                  </a:lnTo>
                  <a:lnTo>
                    <a:pt x="146" y="3994"/>
                  </a:lnTo>
                  <a:lnTo>
                    <a:pt x="73" y="4116"/>
                  </a:lnTo>
                  <a:lnTo>
                    <a:pt x="49" y="4262"/>
                  </a:lnTo>
                  <a:lnTo>
                    <a:pt x="0" y="4408"/>
                  </a:lnTo>
                  <a:lnTo>
                    <a:pt x="0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9" name="CustomShape 273"/>
            <p:cNvSpPr/>
            <p:nvPr/>
          </p:nvSpPr>
          <p:spPr>
            <a:xfrm>
              <a:off x="2733480" y="4331880"/>
              <a:ext cx="14040" cy="95760"/>
            </a:xfrm>
            <a:custGeom>
              <a:avLst/>
              <a:gdLst/>
              <a:ahLst/>
              <a:rect l="l" t="t" r="r" b="b"/>
              <a:pathLst>
                <a:path w="683" h="4579">
                  <a:moveTo>
                    <a:pt x="683" y="0"/>
                  </a:moveTo>
                  <a:lnTo>
                    <a:pt x="683" y="0"/>
                  </a:lnTo>
                  <a:lnTo>
                    <a:pt x="658" y="171"/>
                  </a:lnTo>
                  <a:lnTo>
                    <a:pt x="609" y="317"/>
                  </a:lnTo>
                  <a:lnTo>
                    <a:pt x="536" y="439"/>
                  </a:lnTo>
                  <a:lnTo>
                    <a:pt x="415" y="585"/>
                  </a:lnTo>
                  <a:lnTo>
                    <a:pt x="415" y="585"/>
                  </a:lnTo>
                  <a:lnTo>
                    <a:pt x="269" y="731"/>
                  </a:lnTo>
                  <a:lnTo>
                    <a:pt x="147" y="950"/>
                  </a:lnTo>
                  <a:lnTo>
                    <a:pt x="98" y="1072"/>
                  </a:lnTo>
                  <a:lnTo>
                    <a:pt x="49" y="1194"/>
                  </a:lnTo>
                  <a:lnTo>
                    <a:pt x="25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25" y="1705"/>
                  </a:lnTo>
                  <a:lnTo>
                    <a:pt x="49" y="1851"/>
                  </a:lnTo>
                  <a:lnTo>
                    <a:pt x="98" y="1997"/>
                  </a:lnTo>
                  <a:lnTo>
                    <a:pt x="147" y="2095"/>
                  </a:lnTo>
                  <a:lnTo>
                    <a:pt x="269" y="2314"/>
                  </a:lnTo>
                  <a:lnTo>
                    <a:pt x="415" y="2484"/>
                  </a:lnTo>
                  <a:lnTo>
                    <a:pt x="415" y="2484"/>
                  </a:lnTo>
                  <a:lnTo>
                    <a:pt x="536" y="2606"/>
                  </a:lnTo>
                  <a:lnTo>
                    <a:pt x="609" y="2728"/>
                  </a:lnTo>
                  <a:lnTo>
                    <a:pt x="658" y="2874"/>
                  </a:lnTo>
                  <a:lnTo>
                    <a:pt x="683" y="3045"/>
                  </a:lnTo>
                  <a:lnTo>
                    <a:pt x="683" y="3045"/>
                  </a:lnTo>
                  <a:lnTo>
                    <a:pt x="658" y="3239"/>
                  </a:lnTo>
                  <a:lnTo>
                    <a:pt x="609" y="3385"/>
                  </a:lnTo>
                  <a:lnTo>
                    <a:pt x="536" y="3507"/>
                  </a:lnTo>
                  <a:lnTo>
                    <a:pt x="415" y="3629"/>
                  </a:lnTo>
                  <a:lnTo>
                    <a:pt x="415" y="3629"/>
                  </a:lnTo>
                  <a:lnTo>
                    <a:pt x="269" y="3800"/>
                  </a:lnTo>
                  <a:lnTo>
                    <a:pt x="147" y="3994"/>
                  </a:lnTo>
                  <a:lnTo>
                    <a:pt x="98" y="4116"/>
                  </a:lnTo>
                  <a:lnTo>
                    <a:pt x="49" y="4262"/>
                  </a:lnTo>
                  <a:lnTo>
                    <a:pt x="25" y="4408"/>
                  </a:lnTo>
                  <a:lnTo>
                    <a:pt x="1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0" name="CustomShape 274"/>
            <p:cNvSpPr/>
            <p:nvPr/>
          </p:nvSpPr>
          <p:spPr>
            <a:xfrm>
              <a:off x="2807280" y="4331880"/>
              <a:ext cx="13320" cy="95760"/>
            </a:xfrm>
            <a:custGeom>
              <a:avLst/>
              <a:gdLst/>
              <a:ahLst/>
              <a:rect l="l" t="t" r="r" b="b"/>
              <a:pathLst>
                <a:path w="659" h="4579">
                  <a:moveTo>
                    <a:pt x="658" y="0"/>
                  </a:moveTo>
                  <a:lnTo>
                    <a:pt x="658" y="0"/>
                  </a:lnTo>
                  <a:lnTo>
                    <a:pt x="658" y="171"/>
                  </a:lnTo>
                  <a:lnTo>
                    <a:pt x="585" y="317"/>
                  </a:lnTo>
                  <a:lnTo>
                    <a:pt x="512" y="439"/>
                  </a:lnTo>
                  <a:lnTo>
                    <a:pt x="390" y="585"/>
                  </a:lnTo>
                  <a:lnTo>
                    <a:pt x="390" y="585"/>
                  </a:lnTo>
                  <a:lnTo>
                    <a:pt x="269" y="731"/>
                  </a:lnTo>
                  <a:lnTo>
                    <a:pt x="122" y="950"/>
                  </a:lnTo>
                  <a:lnTo>
                    <a:pt x="74" y="1072"/>
                  </a:lnTo>
                  <a:lnTo>
                    <a:pt x="25" y="1194"/>
                  </a:lnTo>
                  <a:lnTo>
                    <a:pt x="1" y="1364"/>
                  </a:lnTo>
                  <a:lnTo>
                    <a:pt x="1" y="1535"/>
                  </a:lnTo>
                  <a:lnTo>
                    <a:pt x="1" y="1535"/>
                  </a:lnTo>
                  <a:lnTo>
                    <a:pt x="1" y="1705"/>
                  </a:lnTo>
                  <a:lnTo>
                    <a:pt x="25" y="1851"/>
                  </a:lnTo>
                  <a:lnTo>
                    <a:pt x="74" y="1997"/>
                  </a:lnTo>
                  <a:lnTo>
                    <a:pt x="122" y="2095"/>
                  </a:lnTo>
                  <a:lnTo>
                    <a:pt x="269" y="2314"/>
                  </a:lnTo>
                  <a:lnTo>
                    <a:pt x="390" y="2484"/>
                  </a:lnTo>
                  <a:lnTo>
                    <a:pt x="390" y="2484"/>
                  </a:lnTo>
                  <a:lnTo>
                    <a:pt x="512" y="2606"/>
                  </a:lnTo>
                  <a:lnTo>
                    <a:pt x="585" y="2728"/>
                  </a:lnTo>
                  <a:lnTo>
                    <a:pt x="658" y="2874"/>
                  </a:lnTo>
                  <a:lnTo>
                    <a:pt x="658" y="3045"/>
                  </a:lnTo>
                  <a:lnTo>
                    <a:pt x="658" y="3045"/>
                  </a:lnTo>
                  <a:lnTo>
                    <a:pt x="658" y="3239"/>
                  </a:lnTo>
                  <a:lnTo>
                    <a:pt x="585" y="3385"/>
                  </a:lnTo>
                  <a:lnTo>
                    <a:pt x="512" y="3507"/>
                  </a:lnTo>
                  <a:lnTo>
                    <a:pt x="390" y="3629"/>
                  </a:lnTo>
                  <a:lnTo>
                    <a:pt x="390" y="3629"/>
                  </a:lnTo>
                  <a:lnTo>
                    <a:pt x="269" y="3800"/>
                  </a:lnTo>
                  <a:lnTo>
                    <a:pt x="122" y="3994"/>
                  </a:lnTo>
                  <a:lnTo>
                    <a:pt x="74" y="4116"/>
                  </a:lnTo>
                  <a:lnTo>
                    <a:pt x="25" y="4262"/>
                  </a:lnTo>
                  <a:lnTo>
                    <a:pt x="1" y="4408"/>
                  </a:lnTo>
                  <a:lnTo>
                    <a:pt x="1" y="45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41" name="Group 275"/>
          <p:cNvGrpSpPr/>
          <p:nvPr/>
        </p:nvGrpSpPr>
        <p:grpSpPr>
          <a:xfrm>
            <a:off x="3187800" y="4313880"/>
            <a:ext cx="318960" cy="380160"/>
            <a:chOff x="3187800" y="4313880"/>
            <a:chExt cx="318960" cy="380160"/>
          </a:xfrm>
        </p:grpSpPr>
        <p:sp>
          <p:nvSpPr>
            <p:cNvPr id="1442" name="CustomShape 276"/>
            <p:cNvSpPr/>
            <p:nvPr/>
          </p:nvSpPr>
          <p:spPr>
            <a:xfrm>
              <a:off x="3355920" y="4313880"/>
              <a:ext cx="71640" cy="85680"/>
            </a:xfrm>
            <a:custGeom>
              <a:avLst/>
              <a:gdLst/>
              <a:ahLst/>
              <a:rect l="l" t="t" r="r" b="b"/>
              <a:pathLst>
                <a:path w="3435" h="4093">
                  <a:moveTo>
                    <a:pt x="317" y="1486"/>
                  </a:moveTo>
                  <a:lnTo>
                    <a:pt x="317" y="1486"/>
                  </a:lnTo>
                  <a:lnTo>
                    <a:pt x="487" y="1292"/>
                  </a:lnTo>
                  <a:lnTo>
                    <a:pt x="682" y="1097"/>
                  </a:lnTo>
                  <a:lnTo>
                    <a:pt x="901" y="951"/>
                  </a:lnTo>
                  <a:lnTo>
                    <a:pt x="1145" y="780"/>
                  </a:lnTo>
                  <a:lnTo>
                    <a:pt x="1388" y="658"/>
                  </a:lnTo>
                  <a:lnTo>
                    <a:pt x="1632" y="537"/>
                  </a:lnTo>
                  <a:lnTo>
                    <a:pt x="2143" y="317"/>
                  </a:lnTo>
                  <a:lnTo>
                    <a:pt x="2631" y="171"/>
                  </a:lnTo>
                  <a:lnTo>
                    <a:pt x="3020" y="74"/>
                  </a:lnTo>
                  <a:lnTo>
                    <a:pt x="3386" y="1"/>
                  </a:lnTo>
                  <a:lnTo>
                    <a:pt x="3386" y="1"/>
                  </a:lnTo>
                  <a:lnTo>
                    <a:pt x="3410" y="366"/>
                  </a:lnTo>
                  <a:lnTo>
                    <a:pt x="3434" y="780"/>
                  </a:lnTo>
                  <a:lnTo>
                    <a:pt x="3434" y="1267"/>
                  </a:lnTo>
                  <a:lnTo>
                    <a:pt x="3410" y="1827"/>
                  </a:lnTo>
                  <a:lnTo>
                    <a:pt x="3386" y="2095"/>
                  </a:lnTo>
                  <a:lnTo>
                    <a:pt x="3312" y="2363"/>
                  </a:lnTo>
                  <a:lnTo>
                    <a:pt x="3264" y="2655"/>
                  </a:lnTo>
                  <a:lnTo>
                    <a:pt x="3166" y="2899"/>
                  </a:lnTo>
                  <a:lnTo>
                    <a:pt x="3045" y="3143"/>
                  </a:lnTo>
                  <a:lnTo>
                    <a:pt x="2923" y="3362"/>
                  </a:lnTo>
                  <a:lnTo>
                    <a:pt x="2923" y="3362"/>
                  </a:lnTo>
                  <a:lnTo>
                    <a:pt x="2752" y="3557"/>
                  </a:lnTo>
                  <a:lnTo>
                    <a:pt x="2582" y="3703"/>
                  </a:lnTo>
                  <a:lnTo>
                    <a:pt x="2387" y="3824"/>
                  </a:lnTo>
                  <a:lnTo>
                    <a:pt x="2192" y="3922"/>
                  </a:lnTo>
                  <a:lnTo>
                    <a:pt x="1997" y="3995"/>
                  </a:lnTo>
                  <a:lnTo>
                    <a:pt x="1778" y="4044"/>
                  </a:lnTo>
                  <a:lnTo>
                    <a:pt x="1583" y="4092"/>
                  </a:lnTo>
                  <a:lnTo>
                    <a:pt x="1388" y="4092"/>
                  </a:lnTo>
                  <a:lnTo>
                    <a:pt x="1047" y="4092"/>
                  </a:lnTo>
                  <a:lnTo>
                    <a:pt x="755" y="4044"/>
                  </a:lnTo>
                  <a:lnTo>
                    <a:pt x="487" y="3995"/>
                  </a:lnTo>
                  <a:lnTo>
                    <a:pt x="487" y="3995"/>
                  </a:lnTo>
                  <a:lnTo>
                    <a:pt x="341" y="3751"/>
                  </a:lnTo>
                  <a:lnTo>
                    <a:pt x="219" y="3483"/>
                  </a:lnTo>
                  <a:lnTo>
                    <a:pt x="98" y="3143"/>
                  </a:lnTo>
                  <a:lnTo>
                    <a:pt x="49" y="2972"/>
                  </a:lnTo>
                  <a:lnTo>
                    <a:pt x="25" y="2753"/>
                  </a:lnTo>
                  <a:lnTo>
                    <a:pt x="0" y="2558"/>
                  </a:lnTo>
                  <a:lnTo>
                    <a:pt x="0" y="2339"/>
                  </a:lnTo>
                  <a:lnTo>
                    <a:pt x="25" y="2120"/>
                  </a:lnTo>
                  <a:lnTo>
                    <a:pt x="98" y="1900"/>
                  </a:lnTo>
                  <a:lnTo>
                    <a:pt x="195" y="1706"/>
                  </a:lnTo>
                  <a:lnTo>
                    <a:pt x="317" y="1486"/>
                  </a:lnTo>
                  <a:lnTo>
                    <a:pt x="317" y="148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3" name="CustomShape 277"/>
            <p:cNvSpPr/>
            <p:nvPr/>
          </p:nvSpPr>
          <p:spPr>
            <a:xfrm>
              <a:off x="3187800" y="4366800"/>
              <a:ext cx="318960" cy="327240"/>
            </a:xfrm>
            <a:custGeom>
              <a:avLst/>
              <a:gdLst/>
              <a:ahLst/>
              <a:rect l="l" t="t" r="r" b="b"/>
              <a:pathLst>
                <a:path w="15199" h="15588">
                  <a:moveTo>
                    <a:pt x="7965" y="2679"/>
                  </a:moveTo>
                  <a:lnTo>
                    <a:pt x="7965" y="2679"/>
                  </a:lnTo>
                  <a:lnTo>
                    <a:pt x="7478" y="2655"/>
                  </a:lnTo>
                  <a:lnTo>
                    <a:pt x="6942" y="2606"/>
                  </a:lnTo>
                  <a:lnTo>
                    <a:pt x="5822" y="2509"/>
                  </a:lnTo>
                  <a:lnTo>
                    <a:pt x="5261" y="2484"/>
                  </a:lnTo>
                  <a:lnTo>
                    <a:pt x="4726" y="2509"/>
                  </a:lnTo>
                  <a:lnTo>
                    <a:pt x="4482" y="2533"/>
                  </a:lnTo>
                  <a:lnTo>
                    <a:pt x="4239" y="2582"/>
                  </a:lnTo>
                  <a:lnTo>
                    <a:pt x="4019" y="2655"/>
                  </a:lnTo>
                  <a:lnTo>
                    <a:pt x="3825" y="2728"/>
                  </a:lnTo>
                  <a:lnTo>
                    <a:pt x="3825" y="2728"/>
                  </a:lnTo>
                  <a:lnTo>
                    <a:pt x="3410" y="2947"/>
                  </a:lnTo>
                  <a:lnTo>
                    <a:pt x="2996" y="3166"/>
                  </a:lnTo>
                  <a:lnTo>
                    <a:pt x="2631" y="3434"/>
                  </a:lnTo>
                  <a:lnTo>
                    <a:pt x="2266" y="3702"/>
                  </a:lnTo>
                  <a:lnTo>
                    <a:pt x="1925" y="4019"/>
                  </a:lnTo>
                  <a:lnTo>
                    <a:pt x="1608" y="4335"/>
                  </a:lnTo>
                  <a:lnTo>
                    <a:pt x="1316" y="4676"/>
                  </a:lnTo>
                  <a:lnTo>
                    <a:pt x="1072" y="5042"/>
                  </a:lnTo>
                  <a:lnTo>
                    <a:pt x="829" y="5431"/>
                  </a:lnTo>
                  <a:lnTo>
                    <a:pt x="610" y="5845"/>
                  </a:lnTo>
                  <a:lnTo>
                    <a:pt x="439" y="6284"/>
                  </a:lnTo>
                  <a:lnTo>
                    <a:pt x="293" y="6722"/>
                  </a:lnTo>
                  <a:lnTo>
                    <a:pt x="171" y="7185"/>
                  </a:lnTo>
                  <a:lnTo>
                    <a:pt x="74" y="7672"/>
                  </a:lnTo>
                  <a:lnTo>
                    <a:pt x="25" y="8184"/>
                  </a:lnTo>
                  <a:lnTo>
                    <a:pt x="1" y="8695"/>
                  </a:lnTo>
                  <a:lnTo>
                    <a:pt x="1" y="8695"/>
                  </a:lnTo>
                  <a:lnTo>
                    <a:pt x="25" y="9231"/>
                  </a:lnTo>
                  <a:lnTo>
                    <a:pt x="74" y="9767"/>
                  </a:lnTo>
                  <a:lnTo>
                    <a:pt x="171" y="10278"/>
                  </a:lnTo>
                  <a:lnTo>
                    <a:pt x="293" y="10765"/>
                  </a:lnTo>
                  <a:lnTo>
                    <a:pt x="464" y="11277"/>
                  </a:lnTo>
                  <a:lnTo>
                    <a:pt x="658" y="11739"/>
                  </a:lnTo>
                  <a:lnTo>
                    <a:pt x="878" y="12202"/>
                  </a:lnTo>
                  <a:lnTo>
                    <a:pt x="1121" y="12641"/>
                  </a:lnTo>
                  <a:lnTo>
                    <a:pt x="1389" y="13055"/>
                  </a:lnTo>
                  <a:lnTo>
                    <a:pt x="1706" y="13469"/>
                  </a:lnTo>
                  <a:lnTo>
                    <a:pt x="2022" y="13834"/>
                  </a:lnTo>
                  <a:lnTo>
                    <a:pt x="2388" y="14199"/>
                  </a:lnTo>
                  <a:lnTo>
                    <a:pt x="2753" y="14540"/>
                  </a:lnTo>
                  <a:lnTo>
                    <a:pt x="3143" y="14832"/>
                  </a:lnTo>
                  <a:lnTo>
                    <a:pt x="3581" y="15125"/>
                  </a:lnTo>
                  <a:lnTo>
                    <a:pt x="4019" y="15368"/>
                  </a:lnTo>
                  <a:lnTo>
                    <a:pt x="4019" y="15368"/>
                  </a:lnTo>
                  <a:lnTo>
                    <a:pt x="4214" y="15466"/>
                  </a:lnTo>
                  <a:lnTo>
                    <a:pt x="4409" y="15539"/>
                  </a:lnTo>
                  <a:lnTo>
                    <a:pt x="4628" y="15587"/>
                  </a:lnTo>
                  <a:lnTo>
                    <a:pt x="4847" y="15587"/>
                  </a:lnTo>
                  <a:lnTo>
                    <a:pt x="5042" y="15587"/>
                  </a:lnTo>
                  <a:lnTo>
                    <a:pt x="5261" y="15587"/>
                  </a:lnTo>
                  <a:lnTo>
                    <a:pt x="5724" y="15514"/>
                  </a:lnTo>
                  <a:lnTo>
                    <a:pt x="6650" y="15320"/>
                  </a:lnTo>
                  <a:lnTo>
                    <a:pt x="7112" y="15246"/>
                  </a:lnTo>
                  <a:lnTo>
                    <a:pt x="7356" y="15222"/>
                  </a:lnTo>
                  <a:lnTo>
                    <a:pt x="7600" y="15222"/>
                  </a:lnTo>
                  <a:lnTo>
                    <a:pt x="7600" y="15222"/>
                  </a:lnTo>
                  <a:lnTo>
                    <a:pt x="7843" y="15222"/>
                  </a:lnTo>
                  <a:lnTo>
                    <a:pt x="8087" y="15246"/>
                  </a:lnTo>
                  <a:lnTo>
                    <a:pt x="8574" y="15320"/>
                  </a:lnTo>
                  <a:lnTo>
                    <a:pt x="9524" y="15514"/>
                  </a:lnTo>
                  <a:lnTo>
                    <a:pt x="9962" y="15563"/>
                  </a:lnTo>
                  <a:lnTo>
                    <a:pt x="10181" y="15587"/>
                  </a:lnTo>
                  <a:lnTo>
                    <a:pt x="10400" y="15587"/>
                  </a:lnTo>
                  <a:lnTo>
                    <a:pt x="10620" y="15563"/>
                  </a:lnTo>
                  <a:lnTo>
                    <a:pt x="10839" y="15514"/>
                  </a:lnTo>
                  <a:lnTo>
                    <a:pt x="11034" y="15441"/>
                  </a:lnTo>
                  <a:lnTo>
                    <a:pt x="11253" y="15344"/>
                  </a:lnTo>
                  <a:lnTo>
                    <a:pt x="11253" y="15344"/>
                  </a:lnTo>
                  <a:lnTo>
                    <a:pt x="11691" y="15100"/>
                  </a:lnTo>
                  <a:lnTo>
                    <a:pt x="12081" y="14808"/>
                  </a:lnTo>
                  <a:lnTo>
                    <a:pt x="12495" y="14491"/>
                  </a:lnTo>
                  <a:lnTo>
                    <a:pt x="12860" y="14175"/>
                  </a:lnTo>
                  <a:lnTo>
                    <a:pt x="13201" y="13810"/>
                  </a:lnTo>
                  <a:lnTo>
                    <a:pt x="13518" y="13420"/>
                  </a:lnTo>
                  <a:lnTo>
                    <a:pt x="13834" y="13030"/>
                  </a:lnTo>
                  <a:lnTo>
                    <a:pt x="14102" y="12616"/>
                  </a:lnTo>
                  <a:lnTo>
                    <a:pt x="14346" y="12178"/>
                  </a:lnTo>
                  <a:lnTo>
                    <a:pt x="14565" y="11715"/>
                  </a:lnTo>
                  <a:lnTo>
                    <a:pt x="14760" y="11252"/>
                  </a:lnTo>
                  <a:lnTo>
                    <a:pt x="14906" y="10765"/>
                  </a:lnTo>
                  <a:lnTo>
                    <a:pt x="15028" y="10254"/>
                  </a:lnTo>
                  <a:lnTo>
                    <a:pt x="15125" y="9742"/>
                  </a:lnTo>
                  <a:lnTo>
                    <a:pt x="15174" y="9231"/>
                  </a:lnTo>
                  <a:lnTo>
                    <a:pt x="15198" y="8695"/>
                  </a:lnTo>
                  <a:lnTo>
                    <a:pt x="15198" y="8695"/>
                  </a:lnTo>
                  <a:lnTo>
                    <a:pt x="15174" y="8159"/>
                  </a:lnTo>
                  <a:lnTo>
                    <a:pt x="15125" y="7648"/>
                  </a:lnTo>
                  <a:lnTo>
                    <a:pt x="15028" y="7161"/>
                  </a:lnTo>
                  <a:lnTo>
                    <a:pt x="14906" y="6674"/>
                  </a:lnTo>
                  <a:lnTo>
                    <a:pt x="14736" y="6235"/>
                  </a:lnTo>
                  <a:lnTo>
                    <a:pt x="14565" y="5797"/>
                  </a:lnTo>
                  <a:lnTo>
                    <a:pt x="14346" y="5383"/>
                  </a:lnTo>
                  <a:lnTo>
                    <a:pt x="14102" y="4993"/>
                  </a:lnTo>
                  <a:lnTo>
                    <a:pt x="13810" y="4603"/>
                  </a:lnTo>
                  <a:lnTo>
                    <a:pt x="13518" y="4262"/>
                  </a:lnTo>
                  <a:lnTo>
                    <a:pt x="13177" y="3946"/>
                  </a:lnTo>
                  <a:lnTo>
                    <a:pt x="12836" y="3629"/>
                  </a:lnTo>
                  <a:lnTo>
                    <a:pt x="12471" y="3361"/>
                  </a:lnTo>
                  <a:lnTo>
                    <a:pt x="12056" y="3093"/>
                  </a:lnTo>
                  <a:lnTo>
                    <a:pt x="11642" y="2850"/>
                  </a:lnTo>
                  <a:lnTo>
                    <a:pt x="11228" y="2655"/>
                  </a:lnTo>
                  <a:lnTo>
                    <a:pt x="11228" y="2655"/>
                  </a:lnTo>
                  <a:lnTo>
                    <a:pt x="11034" y="2582"/>
                  </a:lnTo>
                  <a:lnTo>
                    <a:pt x="10863" y="2533"/>
                  </a:lnTo>
                  <a:lnTo>
                    <a:pt x="10668" y="2509"/>
                  </a:lnTo>
                  <a:lnTo>
                    <a:pt x="10498" y="2484"/>
                  </a:lnTo>
                  <a:lnTo>
                    <a:pt x="10084" y="2484"/>
                  </a:lnTo>
                  <a:lnTo>
                    <a:pt x="9670" y="2509"/>
                  </a:lnTo>
                  <a:lnTo>
                    <a:pt x="8817" y="2606"/>
                  </a:lnTo>
                  <a:lnTo>
                    <a:pt x="8403" y="2655"/>
                  </a:lnTo>
                  <a:lnTo>
                    <a:pt x="7965" y="2679"/>
                  </a:lnTo>
                  <a:lnTo>
                    <a:pt x="7965" y="2679"/>
                  </a:lnTo>
                  <a:lnTo>
                    <a:pt x="635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4" name="CustomShape 278"/>
            <p:cNvSpPr/>
            <p:nvPr/>
          </p:nvSpPr>
          <p:spPr>
            <a:xfrm>
              <a:off x="3240720" y="4456800"/>
              <a:ext cx="45360" cy="51480"/>
            </a:xfrm>
            <a:custGeom>
              <a:avLst/>
              <a:gdLst/>
              <a:ahLst/>
              <a:rect l="l" t="t" r="r" b="b"/>
              <a:pathLst>
                <a:path w="2168" h="2461">
                  <a:moveTo>
                    <a:pt x="2168" y="1"/>
                  </a:moveTo>
                  <a:lnTo>
                    <a:pt x="2168" y="1"/>
                  </a:lnTo>
                  <a:lnTo>
                    <a:pt x="1900" y="49"/>
                  </a:lnTo>
                  <a:lnTo>
                    <a:pt x="1656" y="123"/>
                  </a:lnTo>
                  <a:lnTo>
                    <a:pt x="1437" y="220"/>
                  </a:lnTo>
                  <a:lnTo>
                    <a:pt x="1218" y="342"/>
                  </a:lnTo>
                  <a:lnTo>
                    <a:pt x="1048" y="488"/>
                  </a:lnTo>
                  <a:lnTo>
                    <a:pt x="877" y="634"/>
                  </a:lnTo>
                  <a:lnTo>
                    <a:pt x="731" y="780"/>
                  </a:lnTo>
                  <a:lnTo>
                    <a:pt x="585" y="951"/>
                  </a:lnTo>
                  <a:lnTo>
                    <a:pt x="487" y="1121"/>
                  </a:lnTo>
                  <a:lnTo>
                    <a:pt x="366" y="1316"/>
                  </a:lnTo>
                  <a:lnTo>
                    <a:pt x="220" y="1681"/>
                  </a:lnTo>
                  <a:lnTo>
                    <a:pt x="98" y="2071"/>
                  </a:lnTo>
                  <a:lnTo>
                    <a:pt x="0" y="246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45" name="Group 279"/>
          <p:cNvGrpSpPr/>
          <p:nvPr/>
        </p:nvGrpSpPr>
        <p:grpSpPr>
          <a:xfrm>
            <a:off x="4843440" y="4398840"/>
            <a:ext cx="403920" cy="219600"/>
            <a:chOff x="4843440" y="4398840"/>
            <a:chExt cx="403920" cy="219600"/>
          </a:xfrm>
        </p:grpSpPr>
        <p:sp>
          <p:nvSpPr>
            <p:cNvPr id="1446" name="CustomShape 280"/>
            <p:cNvSpPr/>
            <p:nvPr/>
          </p:nvSpPr>
          <p:spPr>
            <a:xfrm>
              <a:off x="4983120" y="4398840"/>
              <a:ext cx="264240" cy="180720"/>
            </a:xfrm>
            <a:custGeom>
              <a:avLst/>
              <a:gdLst/>
              <a:ahLst/>
              <a:rect l="l" t="t" r="r" b="b"/>
              <a:pathLst>
                <a:path w="12593" h="8623">
                  <a:moveTo>
                    <a:pt x="5481" y="8622"/>
                  </a:moveTo>
                  <a:lnTo>
                    <a:pt x="5481" y="8622"/>
                  </a:lnTo>
                  <a:lnTo>
                    <a:pt x="6017" y="8574"/>
                  </a:lnTo>
                  <a:lnTo>
                    <a:pt x="6382" y="8525"/>
                  </a:lnTo>
                  <a:lnTo>
                    <a:pt x="6796" y="8452"/>
                  </a:lnTo>
                  <a:lnTo>
                    <a:pt x="7234" y="8354"/>
                  </a:lnTo>
                  <a:lnTo>
                    <a:pt x="7697" y="8257"/>
                  </a:lnTo>
                  <a:lnTo>
                    <a:pt x="8184" y="8086"/>
                  </a:lnTo>
                  <a:lnTo>
                    <a:pt x="8671" y="7892"/>
                  </a:lnTo>
                  <a:lnTo>
                    <a:pt x="9134" y="7648"/>
                  </a:lnTo>
                  <a:lnTo>
                    <a:pt x="9353" y="7526"/>
                  </a:lnTo>
                  <a:lnTo>
                    <a:pt x="9597" y="7356"/>
                  </a:lnTo>
                  <a:lnTo>
                    <a:pt x="9792" y="7185"/>
                  </a:lnTo>
                  <a:lnTo>
                    <a:pt x="9986" y="7015"/>
                  </a:lnTo>
                  <a:lnTo>
                    <a:pt x="10181" y="6820"/>
                  </a:lnTo>
                  <a:lnTo>
                    <a:pt x="10376" y="6601"/>
                  </a:lnTo>
                  <a:lnTo>
                    <a:pt x="10522" y="6357"/>
                  </a:lnTo>
                  <a:lnTo>
                    <a:pt x="10668" y="6114"/>
                  </a:lnTo>
                  <a:lnTo>
                    <a:pt x="10814" y="5846"/>
                  </a:lnTo>
                  <a:lnTo>
                    <a:pt x="10912" y="5554"/>
                  </a:lnTo>
                  <a:lnTo>
                    <a:pt x="11009" y="5261"/>
                  </a:lnTo>
                  <a:lnTo>
                    <a:pt x="11082" y="4945"/>
                  </a:lnTo>
                  <a:lnTo>
                    <a:pt x="11131" y="4579"/>
                  </a:lnTo>
                  <a:lnTo>
                    <a:pt x="11155" y="4214"/>
                  </a:lnTo>
                  <a:lnTo>
                    <a:pt x="11155" y="4214"/>
                  </a:lnTo>
                  <a:lnTo>
                    <a:pt x="11155" y="3873"/>
                  </a:lnTo>
                  <a:lnTo>
                    <a:pt x="11131" y="3435"/>
                  </a:lnTo>
                  <a:lnTo>
                    <a:pt x="11131" y="2972"/>
                  </a:lnTo>
                  <a:lnTo>
                    <a:pt x="11131" y="2753"/>
                  </a:lnTo>
                  <a:lnTo>
                    <a:pt x="11180" y="2582"/>
                  </a:lnTo>
                  <a:lnTo>
                    <a:pt x="12032" y="2607"/>
                  </a:lnTo>
                  <a:lnTo>
                    <a:pt x="11594" y="2120"/>
                  </a:lnTo>
                  <a:lnTo>
                    <a:pt x="11594" y="2120"/>
                  </a:lnTo>
                  <a:lnTo>
                    <a:pt x="11764" y="2046"/>
                  </a:lnTo>
                  <a:lnTo>
                    <a:pt x="11935" y="1973"/>
                  </a:lnTo>
                  <a:lnTo>
                    <a:pt x="12300" y="1827"/>
                  </a:lnTo>
                  <a:lnTo>
                    <a:pt x="12568" y="1730"/>
                  </a:lnTo>
                  <a:lnTo>
                    <a:pt x="12592" y="1681"/>
                  </a:lnTo>
                  <a:lnTo>
                    <a:pt x="12592" y="1657"/>
                  </a:lnTo>
                  <a:lnTo>
                    <a:pt x="12568" y="1632"/>
                  </a:lnTo>
                  <a:lnTo>
                    <a:pt x="12568" y="1632"/>
                  </a:lnTo>
                  <a:lnTo>
                    <a:pt x="12203" y="1511"/>
                  </a:lnTo>
                  <a:lnTo>
                    <a:pt x="11789" y="1389"/>
                  </a:lnTo>
                  <a:lnTo>
                    <a:pt x="11302" y="1267"/>
                  </a:lnTo>
                  <a:lnTo>
                    <a:pt x="11302" y="1267"/>
                  </a:lnTo>
                  <a:lnTo>
                    <a:pt x="11082" y="1024"/>
                  </a:lnTo>
                  <a:lnTo>
                    <a:pt x="10863" y="780"/>
                  </a:lnTo>
                  <a:lnTo>
                    <a:pt x="10547" y="512"/>
                  </a:lnTo>
                  <a:lnTo>
                    <a:pt x="10352" y="390"/>
                  </a:lnTo>
                  <a:lnTo>
                    <a:pt x="10157" y="269"/>
                  </a:lnTo>
                  <a:lnTo>
                    <a:pt x="9938" y="171"/>
                  </a:lnTo>
                  <a:lnTo>
                    <a:pt x="9719" y="98"/>
                  </a:lnTo>
                  <a:lnTo>
                    <a:pt x="9475" y="25"/>
                  </a:lnTo>
                  <a:lnTo>
                    <a:pt x="9231" y="1"/>
                  </a:lnTo>
                  <a:lnTo>
                    <a:pt x="8964" y="25"/>
                  </a:lnTo>
                  <a:lnTo>
                    <a:pt x="8696" y="74"/>
                  </a:lnTo>
                  <a:lnTo>
                    <a:pt x="8696" y="74"/>
                  </a:lnTo>
                  <a:lnTo>
                    <a:pt x="8501" y="122"/>
                  </a:lnTo>
                  <a:lnTo>
                    <a:pt x="8306" y="171"/>
                  </a:lnTo>
                  <a:lnTo>
                    <a:pt x="8111" y="269"/>
                  </a:lnTo>
                  <a:lnTo>
                    <a:pt x="7916" y="366"/>
                  </a:lnTo>
                  <a:lnTo>
                    <a:pt x="7746" y="488"/>
                  </a:lnTo>
                  <a:lnTo>
                    <a:pt x="7575" y="610"/>
                  </a:lnTo>
                  <a:lnTo>
                    <a:pt x="7405" y="756"/>
                  </a:lnTo>
                  <a:lnTo>
                    <a:pt x="7283" y="926"/>
                  </a:lnTo>
                  <a:lnTo>
                    <a:pt x="7137" y="1097"/>
                  </a:lnTo>
                  <a:lnTo>
                    <a:pt x="7039" y="1267"/>
                  </a:lnTo>
                  <a:lnTo>
                    <a:pt x="6942" y="1462"/>
                  </a:lnTo>
                  <a:lnTo>
                    <a:pt x="6845" y="1657"/>
                  </a:lnTo>
                  <a:lnTo>
                    <a:pt x="6796" y="1876"/>
                  </a:lnTo>
                  <a:lnTo>
                    <a:pt x="6747" y="2095"/>
                  </a:lnTo>
                  <a:lnTo>
                    <a:pt x="6723" y="2339"/>
                  </a:lnTo>
                  <a:lnTo>
                    <a:pt x="6723" y="2558"/>
                  </a:lnTo>
                  <a:lnTo>
                    <a:pt x="1" y="4360"/>
                  </a:lnTo>
                  <a:lnTo>
                    <a:pt x="1" y="4360"/>
                  </a:lnTo>
                  <a:lnTo>
                    <a:pt x="318" y="4579"/>
                  </a:lnTo>
                  <a:lnTo>
                    <a:pt x="634" y="4799"/>
                  </a:lnTo>
                  <a:lnTo>
                    <a:pt x="951" y="5018"/>
                  </a:lnTo>
                  <a:lnTo>
                    <a:pt x="1267" y="5188"/>
                  </a:lnTo>
                  <a:lnTo>
                    <a:pt x="1608" y="5359"/>
                  </a:lnTo>
                  <a:lnTo>
                    <a:pt x="1925" y="5481"/>
                  </a:lnTo>
                  <a:lnTo>
                    <a:pt x="2266" y="5602"/>
                  </a:lnTo>
                  <a:lnTo>
                    <a:pt x="2583" y="5724"/>
                  </a:lnTo>
                  <a:lnTo>
                    <a:pt x="2923" y="5797"/>
                  </a:lnTo>
                  <a:lnTo>
                    <a:pt x="3264" y="5846"/>
                  </a:lnTo>
                  <a:lnTo>
                    <a:pt x="3581" y="5895"/>
                  </a:lnTo>
                  <a:lnTo>
                    <a:pt x="3922" y="5919"/>
                  </a:lnTo>
                  <a:lnTo>
                    <a:pt x="4263" y="5919"/>
                  </a:lnTo>
                  <a:lnTo>
                    <a:pt x="4604" y="5895"/>
                  </a:lnTo>
                  <a:lnTo>
                    <a:pt x="4945" y="5846"/>
                  </a:lnTo>
                  <a:lnTo>
                    <a:pt x="5286" y="5797"/>
                  </a:lnTo>
                  <a:lnTo>
                    <a:pt x="5286" y="5797"/>
                  </a:lnTo>
                  <a:lnTo>
                    <a:pt x="5603" y="5700"/>
                  </a:lnTo>
                  <a:lnTo>
                    <a:pt x="5919" y="5627"/>
                  </a:lnTo>
                  <a:lnTo>
                    <a:pt x="6455" y="5407"/>
                  </a:lnTo>
                  <a:lnTo>
                    <a:pt x="6942" y="5188"/>
                  </a:lnTo>
                  <a:lnTo>
                    <a:pt x="7356" y="4969"/>
                  </a:lnTo>
                  <a:lnTo>
                    <a:pt x="7697" y="4750"/>
                  </a:lnTo>
                  <a:lnTo>
                    <a:pt x="7941" y="4579"/>
                  </a:lnTo>
                  <a:lnTo>
                    <a:pt x="8160" y="4409"/>
                  </a:lnTo>
                  <a:lnTo>
                    <a:pt x="8160" y="4409"/>
                  </a:lnTo>
                  <a:lnTo>
                    <a:pt x="8233" y="4360"/>
                  </a:lnTo>
                  <a:lnTo>
                    <a:pt x="8330" y="4336"/>
                  </a:lnTo>
                  <a:lnTo>
                    <a:pt x="8428" y="4360"/>
                  </a:lnTo>
                  <a:lnTo>
                    <a:pt x="8501" y="440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7" name="CustomShape 281"/>
            <p:cNvSpPr/>
            <p:nvPr/>
          </p:nvSpPr>
          <p:spPr>
            <a:xfrm>
              <a:off x="4843440" y="4506840"/>
              <a:ext cx="280080" cy="111600"/>
            </a:xfrm>
            <a:custGeom>
              <a:avLst/>
              <a:gdLst/>
              <a:ahLst/>
              <a:rect l="l" t="t" r="r" b="b"/>
              <a:pathLst>
                <a:path w="13348" h="5335">
                  <a:moveTo>
                    <a:pt x="7819" y="1"/>
                  </a:moveTo>
                  <a:lnTo>
                    <a:pt x="318" y="2533"/>
                  </a:lnTo>
                  <a:lnTo>
                    <a:pt x="318" y="2533"/>
                  </a:lnTo>
                  <a:lnTo>
                    <a:pt x="245" y="2582"/>
                  </a:lnTo>
                  <a:lnTo>
                    <a:pt x="147" y="2631"/>
                  </a:lnTo>
                  <a:lnTo>
                    <a:pt x="98" y="2704"/>
                  </a:lnTo>
                  <a:lnTo>
                    <a:pt x="50" y="2777"/>
                  </a:lnTo>
                  <a:lnTo>
                    <a:pt x="1" y="2874"/>
                  </a:lnTo>
                  <a:lnTo>
                    <a:pt x="1" y="2972"/>
                  </a:lnTo>
                  <a:lnTo>
                    <a:pt x="1" y="3045"/>
                  </a:lnTo>
                  <a:lnTo>
                    <a:pt x="25" y="3142"/>
                  </a:lnTo>
                  <a:lnTo>
                    <a:pt x="25" y="3142"/>
                  </a:lnTo>
                  <a:lnTo>
                    <a:pt x="98" y="3288"/>
                  </a:lnTo>
                  <a:lnTo>
                    <a:pt x="196" y="3386"/>
                  </a:lnTo>
                  <a:lnTo>
                    <a:pt x="318" y="3459"/>
                  </a:lnTo>
                  <a:lnTo>
                    <a:pt x="488" y="3483"/>
                  </a:lnTo>
                  <a:lnTo>
                    <a:pt x="488" y="3483"/>
                  </a:lnTo>
                  <a:lnTo>
                    <a:pt x="610" y="3459"/>
                  </a:lnTo>
                  <a:lnTo>
                    <a:pt x="269" y="3629"/>
                  </a:lnTo>
                  <a:lnTo>
                    <a:pt x="269" y="3629"/>
                  </a:lnTo>
                  <a:lnTo>
                    <a:pt x="171" y="3678"/>
                  </a:lnTo>
                  <a:lnTo>
                    <a:pt x="123" y="3751"/>
                  </a:lnTo>
                  <a:lnTo>
                    <a:pt x="50" y="3824"/>
                  </a:lnTo>
                  <a:lnTo>
                    <a:pt x="25" y="3922"/>
                  </a:lnTo>
                  <a:lnTo>
                    <a:pt x="1" y="3995"/>
                  </a:lnTo>
                  <a:lnTo>
                    <a:pt x="1" y="4092"/>
                  </a:lnTo>
                  <a:lnTo>
                    <a:pt x="1" y="4190"/>
                  </a:lnTo>
                  <a:lnTo>
                    <a:pt x="50" y="4287"/>
                  </a:lnTo>
                  <a:lnTo>
                    <a:pt x="50" y="4287"/>
                  </a:lnTo>
                  <a:lnTo>
                    <a:pt x="123" y="4409"/>
                  </a:lnTo>
                  <a:lnTo>
                    <a:pt x="220" y="4482"/>
                  </a:lnTo>
                  <a:lnTo>
                    <a:pt x="342" y="4531"/>
                  </a:lnTo>
                  <a:lnTo>
                    <a:pt x="488" y="4555"/>
                  </a:lnTo>
                  <a:lnTo>
                    <a:pt x="488" y="4555"/>
                  </a:lnTo>
                  <a:lnTo>
                    <a:pt x="586" y="4555"/>
                  </a:lnTo>
                  <a:lnTo>
                    <a:pt x="683" y="4506"/>
                  </a:lnTo>
                  <a:lnTo>
                    <a:pt x="853" y="4433"/>
                  </a:lnTo>
                  <a:lnTo>
                    <a:pt x="853" y="4433"/>
                  </a:lnTo>
                  <a:lnTo>
                    <a:pt x="780" y="4555"/>
                  </a:lnTo>
                  <a:lnTo>
                    <a:pt x="756" y="4701"/>
                  </a:lnTo>
                  <a:lnTo>
                    <a:pt x="780" y="4847"/>
                  </a:lnTo>
                  <a:lnTo>
                    <a:pt x="829" y="4993"/>
                  </a:lnTo>
                  <a:lnTo>
                    <a:pt x="829" y="4993"/>
                  </a:lnTo>
                  <a:lnTo>
                    <a:pt x="926" y="5091"/>
                  </a:lnTo>
                  <a:lnTo>
                    <a:pt x="1024" y="5139"/>
                  </a:lnTo>
                  <a:lnTo>
                    <a:pt x="1121" y="5188"/>
                  </a:lnTo>
                  <a:lnTo>
                    <a:pt x="1243" y="5212"/>
                  </a:lnTo>
                  <a:lnTo>
                    <a:pt x="1243" y="5212"/>
                  </a:lnTo>
                  <a:lnTo>
                    <a:pt x="1389" y="5188"/>
                  </a:lnTo>
                  <a:lnTo>
                    <a:pt x="1511" y="5115"/>
                  </a:lnTo>
                  <a:lnTo>
                    <a:pt x="6065" y="2144"/>
                  </a:lnTo>
                  <a:lnTo>
                    <a:pt x="6065" y="2144"/>
                  </a:lnTo>
                  <a:lnTo>
                    <a:pt x="6528" y="2363"/>
                  </a:lnTo>
                  <a:lnTo>
                    <a:pt x="7088" y="2582"/>
                  </a:lnTo>
                  <a:lnTo>
                    <a:pt x="7770" y="2826"/>
                  </a:lnTo>
                  <a:lnTo>
                    <a:pt x="8501" y="3045"/>
                  </a:lnTo>
                  <a:lnTo>
                    <a:pt x="9280" y="3240"/>
                  </a:lnTo>
                  <a:lnTo>
                    <a:pt x="10060" y="3386"/>
                  </a:lnTo>
                  <a:lnTo>
                    <a:pt x="10425" y="3435"/>
                  </a:lnTo>
                  <a:lnTo>
                    <a:pt x="10790" y="3483"/>
                  </a:lnTo>
                  <a:lnTo>
                    <a:pt x="11156" y="3483"/>
                  </a:lnTo>
                  <a:lnTo>
                    <a:pt x="11497" y="3483"/>
                  </a:lnTo>
                  <a:lnTo>
                    <a:pt x="12178" y="5188"/>
                  </a:lnTo>
                  <a:lnTo>
                    <a:pt x="12178" y="5188"/>
                  </a:lnTo>
                  <a:lnTo>
                    <a:pt x="12227" y="5237"/>
                  </a:lnTo>
                  <a:lnTo>
                    <a:pt x="12276" y="5286"/>
                  </a:lnTo>
                  <a:lnTo>
                    <a:pt x="12349" y="5310"/>
                  </a:lnTo>
                  <a:lnTo>
                    <a:pt x="12422" y="5334"/>
                  </a:lnTo>
                  <a:lnTo>
                    <a:pt x="13347" y="533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8" name="CustomShape 282"/>
            <p:cNvSpPr/>
            <p:nvPr/>
          </p:nvSpPr>
          <p:spPr>
            <a:xfrm>
              <a:off x="5191560" y="4421880"/>
              <a:ext cx="16200" cy="15480"/>
            </a:xfrm>
            <a:custGeom>
              <a:avLst/>
              <a:gdLst/>
              <a:ahLst/>
              <a:rect l="l" t="t" r="r" b="b"/>
              <a:pathLst>
                <a:path w="780" h="756">
                  <a:moveTo>
                    <a:pt x="317" y="1"/>
                  </a:moveTo>
                  <a:lnTo>
                    <a:pt x="244" y="25"/>
                  </a:lnTo>
                  <a:lnTo>
                    <a:pt x="122" y="98"/>
                  </a:lnTo>
                  <a:lnTo>
                    <a:pt x="49" y="220"/>
                  </a:lnTo>
                  <a:lnTo>
                    <a:pt x="25" y="293"/>
                  </a:lnTo>
                  <a:lnTo>
                    <a:pt x="0" y="390"/>
                  </a:lnTo>
                  <a:lnTo>
                    <a:pt x="25" y="463"/>
                  </a:lnTo>
                  <a:lnTo>
                    <a:pt x="49" y="536"/>
                  </a:lnTo>
                  <a:lnTo>
                    <a:pt x="122" y="658"/>
                  </a:lnTo>
                  <a:lnTo>
                    <a:pt x="244" y="731"/>
                  </a:lnTo>
                  <a:lnTo>
                    <a:pt x="317" y="756"/>
                  </a:lnTo>
                  <a:lnTo>
                    <a:pt x="463" y="756"/>
                  </a:lnTo>
                  <a:lnTo>
                    <a:pt x="536" y="731"/>
                  </a:lnTo>
                  <a:lnTo>
                    <a:pt x="658" y="658"/>
                  </a:lnTo>
                  <a:lnTo>
                    <a:pt x="755" y="536"/>
                  </a:lnTo>
                  <a:lnTo>
                    <a:pt x="780" y="463"/>
                  </a:lnTo>
                  <a:lnTo>
                    <a:pt x="780" y="390"/>
                  </a:lnTo>
                  <a:lnTo>
                    <a:pt x="780" y="293"/>
                  </a:lnTo>
                  <a:lnTo>
                    <a:pt x="755" y="220"/>
                  </a:lnTo>
                  <a:lnTo>
                    <a:pt x="658" y="98"/>
                  </a:lnTo>
                  <a:lnTo>
                    <a:pt x="536" y="25"/>
                  </a:lnTo>
                  <a:lnTo>
                    <a:pt x="463" y="1"/>
                  </a:lnTo>
                  <a:close/>
                </a:path>
              </a:pathLst>
            </a:custGeom>
            <a:noFill/>
            <a:ln w="9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49" name="Group 283"/>
          <p:cNvGrpSpPr/>
          <p:nvPr/>
        </p:nvGrpSpPr>
        <p:grpSpPr>
          <a:xfrm>
            <a:off x="5461560" y="4356360"/>
            <a:ext cx="289800" cy="333720"/>
            <a:chOff x="5461560" y="4356360"/>
            <a:chExt cx="289800" cy="333720"/>
          </a:xfrm>
        </p:grpSpPr>
        <p:sp>
          <p:nvSpPr>
            <p:cNvPr id="1450" name="CustomShape 284"/>
            <p:cNvSpPr/>
            <p:nvPr/>
          </p:nvSpPr>
          <p:spPr>
            <a:xfrm>
              <a:off x="5510880" y="4356360"/>
              <a:ext cx="88200" cy="123480"/>
            </a:xfrm>
            <a:custGeom>
              <a:avLst/>
              <a:gdLst/>
              <a:ahLst/>
              <a:rect l="l" t="t" r="r" b="b"/>
              <a:pathLst>
                <a:path w="4215" h="5895">
                  <a:moveTo>
                    <a:pt x="2436" y="5894"/>
                  </a:moveTo>
                  <a:lnTo>
                    <a:pt x="2436" y="5894"/>
                  </a:lnTo>
                  <a:lnTo>
                    <a:pt x="2656" y="5845"/>
                  </a:lnTo>
                  <a:lnTo>
                    <a:pt x="2850" y="5772"/>
                  </a:lnTo>
                  <a:lnTo>
                    <a:pt x="3045" y="5699"/>
                  </a:lnTo>
                  <a:lnTo>
                    <a:pt x="3216" y="5577"/>
                  </a:lnTo>
                  <a:lnTo>
                    <a:pt x="3386" y="5456"/>
                  </a:lnTo>
                  <a:lnTo>
                    <a:pt x="3532" y="5285"/>
                  </a:lnTo>
                  <a:lnTo>
                    <a:pt x="3678" y="5115"/>
                  </a:lnTo>
                  <a:lnTo>
                    <a:pt x="3800" y="4920"/>
                  </a:lnTo>
                  <a:lnTo>
                    <a:pt x="3922" y="4725"/>
                  </a:lnTo>
                  <a:lnTo>
                    <a:pt x="4019" y="4506"/>
                  </a:lnTo>
                  <a:lnTo>
                    <a:pt x="4092" y="4262"/>
                  </a:lnTo>
                  <a:lnTo>
                    <a:pt x="4141" y="4019"/>
                  </a:lnTo>
                  <a:lnTo>
                    <a:pt x="4190" y="3775"/>
                  </a:lnTo>
                  <a:lnTo>
                    <a:pt x="4214" y="3507"/>
                  </a:lnTo>
                  <a:lnTo>
                    <a:pt x="4190" y="3239"/>
                  </a:lnTo>
                  <a:lnTo>
                    <a:pt x="4166" y="2971"/>
                  </a:lnTo>
                  <a:lnTo>
                    <a:pt x="4166" y="2971"/>
                  </a:lnTo>
                  <a:lnTo>
                    <a:pt x="4044" y="1876"/>
                  </a:lnTo>
                  <a:lnTo>
                    <a:pt x="3946" y="1364"/>
                  </a:lnTo>
                  <a:lnTo>
                    <a:pt x="3825" y="901"/>
                  </a:lnTo>
                  <a:lnTo>
                    <a:pt x="3727" y="682"/>
                  </a:lnTo>
                  <a:lnTo>
                    <a:pt x="3654" y="512"/>
                  </a:lnTo>
                  <a:lnTo>
                    <a:pt x="3532" y="341"/>
                  </a:lnTo>
                  <a:lnTo>
                    <a:pt x="3411" y="219"/>
                  </a:lnTo>
                  <a:lnTo>
                    <a:pt x="3264" y="122"/>
                  </a:lnTo>
                  <a:lnTo>
                    <a:pt x="3118" y="49"/>
                  </a:lnTo>
                  <a:lnTo>
                    <a:pt x="2923" y="0"/>
                  </a:lnTo>
                  <a:lnTo>
                    <a:pt x="2729" y="25"/>
                  </a:lnTo>
                  <a:lnTo>
                    <a:pt x="2729" y="25"/>
                  </a:lnTo>
                  <a:lnTo>
                    <a:pt x="2509" y="73"/>
                  </a:lnTo>
                  <a:lnTo>
                    <a:pt x="2266" y="146"/>
                  </a:lnTo>
                  <a:lnTo>
                    <a:pt x="2022" y="268"/>
                  </a:lnTo>
                  <a:lnTo>
                    <a:pt x="1779" y="414"/>
                  </a:lnTo>
                  <a:lnTo>
                    <a:pt x="1535" y="609"/>
                  </a:lnTo>
                  <a:lnTo>
                    <a:pt x="1316" y="804"/>
                  </a:lnTo>
                  <a:lnTo>
                    <a:pt x="1072" y="1023"/>
                  </a:lnTo>
                  <a:lnTo>
                    <a:pt x="853" y="1267"/>
                  </a:lnTo>
                  <a:lnTo>
                    <a:pt x="658" y="1535"/>
                  </a:lnTo>
                  <a:lnTo>
                    <a:pt x="488" y="1802"/>
                  </a:lnTo>
                  <a:lnTo>
                    <a:pt x="317" y="2095"/>
                  </a:lnTo>
                  <a:lnTo>
                    <a:pt x="196" y="2363"/>
                  </a:lnTo>
                  <a:lnTo>
                    <a:pt x="98" y="2655"/>
                  </a:lnTo>
                  <a:lnTo>
                    <a:pt x="25" y="2947"/>
                  </a:lnTo>
                  <a:lnTo>
                    <a:pt x="1" y="3239"/>
                  </a:lnTo>
                  <a:lnTo>
                    <a:pt x="1" y="3507"/>
                  </a:lnTo>
                  <a:lnTo>
                    <a:pt x="1" y="3507"/>
                  </a:lnTo>
                  <a:lnTo>
                    <a:pt x="50" y="3775"/>
                  </a:lnTo>
                  <a:lnTo>
                    <a:pt x="123" y="4043"/>
                  </a:lnTo>
                  <a:lnTo>
                    <a:pt x="196" y="4287"/>
                  </a:lnTo>
                  <a:lnTo>
                    <a:pt x="293" y="4530"/>
                  </a:lnTo>
                  <a:lnTo>
                    <a:pt x="415" y="4749"/>
                  </a:lnTo>
                  <a:lnTo>
                    <a:pt x="561" y="4944"/>
                  </a:lnTo>
                  <a:lnTo>
                    <a:pt x="707" y="5139"/>
                  </a:lnTo>
                  <a:lnTo>
                    <a:pt x="853" y="5310"/>
                  </a:lnTo>
                  <a:lnTo>
                    <a:pt x="1024" y="5456"/>
                  </a:lnTo>
                  <a:lnTo>
                    <a:pt x="1219" y="5602"/>
                  </a:lnTo>
                  <a:lnTo>
                    <a:pt x="1389" y="5699"/>
                  </a:lnTo>
                  <a:lnTo>
                    <a:pt x="1584" y="5797"/>
                  </a:lnTo>
                  <a:lnTo>
                    <a:pt x="1803" y="5845"/>
                  </a:lnTo>
                  <a:lnTo>
                    <a:pt x="1998" y="5894"/>
                  </a:lnTo>
                  <a:lnTo>
                    <a:pt x="2217" y="5894"/>
                  </a:lnTo>
                  <a:lnTo>
                    <a:pt x="2436" y="5894"/>
                  </a:lnTo>
                  <a:lnTo>
                    <a:pt x="2436" y="589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1" name="CustomShape 285"/>
            <p:cNvSpPr/>
            <p:nvPr/>
          </p:nvSpPr>
          <p:spPr>
            <a:xfrm>
              <a:off x="5461560" y="4453560"/>
              <a:ext cx="70200" cy="97920"/>
            </a:xfrm>
            <a:custGeom>
              <a:avLst/>
              <a:gdLst/>
              <a:ahLst/>
              <a:rect l="l" t="t" r="r" b="b"/>
              <a:pathLst>
                <a:path w="3362" h="4677">
                  <a:moveTo>
                    <a:pt x="2875" y="4579"/>
                  </a:moveTo>
                  <a:lnTo>
                    <a:pt x="2875" y="4579"/>
                  </a:lnTo>
                  <a:lnTo>
                    <a:pt x="3021" y="4482"/>
                  </a:lnTo>
                  <a:lnTo>
                    <a:pt x="3143" y="4385"/>
                  </a:lnTo>
                  <a:lnTo>
                    <a:pt x="3240" y="4287"/>
                  </a:lnTo>
                  <a:lnTo>
                    <a:pt x="3313" y="4141"/>
                  </a:lnTo>
                  <a:lnTo>
                    <a:pt x="3362" y="3995"/>
                  </a:lnTo>
                  <a:lnTo>
                    <a:pt x="3362" y="3849"/>
                  </a:lnTo>
                  <a:lnTo>
                    <a:pt x="3362" y="3678"/>
                  </a:lnTo>
                  <a:lnTo>
                    <a:pt x="3337" y="3508"/>
                  </a:lnTo>
                  <a:lnTo>
                    <a:pt x="3240" y="3118"/>
                  </a:lnTo>
                  <a:lnTo>
                    <a:pt x="3069" y="2704"/>
                  </a:lnTo>
                  <a:lnTo>
                    <a:pt x="2704" y="1803"/>
                  </a:lnTo>
                  <a:lnTo>
                    <a:pt x="2704" y="1803"/>
                  </a:lnTo>
                  <a:lnTo>
                    <a:pt x="2363" y="950"/>
                  </a:lnTo>
                  <a:lnTo>
                    <a:pt x="2193" y="609"/>
                  </a:lnTo>
                  <a:lnTo>
                    <a:pt x="2022" y="342"/>
                  </a:lnTo>
                  <a:lnTo>
                    <a:pt x="1949" y="220"/>
                  </a:lnTo>
                  <a:lnTo>
                    <a:pt x="1852" y="122"/>
                  </a:lnTo>
                  <a:lnTo>
                    <a:pt x="1730" y="74"/>
                  </a:lnTo>
                  <a:lnTo>
                    <a:pt x="1633" y="25"/>
                  </a:lnTo>
                  <a:lnTo>
                    <a:pt x="1486" y="1"/>
                  </a:lnTo>
                  <a:lnTo>
                    <a:pt x="1365" y="1"/>
                  </a:lnTo>
                  <a:lnTo>
                    <a:pt x="1194" y="25"/>
                  </a:lnTo>
                  <a:lnTo>
                    <a:pt x="1024" y="98"/>
                  </a:lnTo>
                  <a:lnTo>
                    <a:pt x="1024" y="98"/>
                  </a:lnTo>
                  <a:lnTo>
                    <a:pt x="853" y="171"/>
                  </a:lnTo>
                  <a:lnTo>
                    <a:pt x="707" y="269"/>
                  </a:lnTo>
                  <a:lnTo>
                    <a:pt x="561" y="390"/>
                  </a:lnTo>
                  <a:lnTo>
                    <a:pt x="439" y="536"/>
                  </a:lnTo>
                  <a:lnTo>
                    <a:pt x="317" y="683"/>
                  </a:lnTo>
                  <a:lnTo>
                    <a:pt x="220" y="853"/>
                  </a:lnTo>
                  <a:lnTo>
                    <a:pt x="147" y="1048"/>
                  </a:lnTo>
                  <a:lnTo>
                    <a:pt x="74" y="1243"/>
                  </a:lnTo>
                  <a:lnTo>
                    <a:pt x="49" y="1438"/>
                  </a:lnTo>
                  <a:lnTo>
                    <a:pt x="1" y="1657"/>
                  </a:lnTo>
                  <a:lnTo>
                    <a:pt x="1" y="1876"/>
                  </a:lnTo>
                  <a:lnTo>
                    <a:pt x="1" y="2095"/>
                  </a:lnTo>
                  <a:lnTo>
                    <a:pt x="25" y="2339"/>
                  </a:lnTo>
                  <a:lnTo>
                    <a:pt x="74" y="2558"/>
                  </a:lnTo>
                  <a:lnTo>
                    <a:pt x="147" y="2801"/>
                  </a:lnTo>
                  <a:lnTo>
                    <a:pt x="220" y="3045"/>
                  </a:lnTo>
                  <a:lnTo>
                    <a:pt x="220" y="3045"/>
                  </a:lnTo>
                  <a:lnTo>
                    <a:pt x="342" y="3264"/>
                  </a:lnTo>
                  <a:lnTo>
                    <a:pt x="439" y="3483"/>
                  </a:lnTo>
                  <a:lnTo>
                    <a:pt x="585" y="3678"/>
                  </a:lnTo>
                  <a:lnTo>
                    <a:pt x="731" y="3849"/>
                  </a:lnTo>
                  <a:lnTo>
                    <a:pt x="878" y="4019"/>
                  </a:lnTo>
                  <a:lnTo>
                    <a:pt x="1048" y="4165"/>
                  </a:lnTo>
                  <a:lnTo>
                    <a:pt x="1219" y="4311"/>
                  </a:lnTo>
                  <a:lnTo>
                    <a:pt x="1389" y="4409"/>
                  </a:lnTo>
                  <a:lnTo>
                    <a:pt x="1559" y="4506"/>
                  </a:lnTo>
                  <a:lnTo>
                    <a:pt x="1754" y="4579"/>
                  </a:lnTo>
                  <a:lnTo>
                    <a:pt x="1949" y="4628"/>
                  </a:lnTo>
                  <a:lnTo>
                    <a:pt x="2120" y="4677"/>
                  </a:lnTo>
                  <a:lnTo>
                    <a:pt x="2314" y="4677"/>
                  </a:lnTo>
                  <a:lnTo>
                    <a:pt x="2509" y="4677"/>
                  </a:lnTo>
                  <a:lnTo>
                    <a:pt x="2680" y="4628"/>
                  </a:lnTo>
                  <a:lnTo>
                    <a:pt x="2875" y="4579"/>
                  </a:lnTo>
                  <a:lnTo>
                    <a:pt x="2875" y="457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2" name="CustomShape 286"/>
            <p:cNvSpPr/>
            <p:nvPr/>
          </p:nvSpPr>
          <p:spPr>
            <a:xfrm>
              <a:off x="5617800" y="4358520"/>
              <a:ext cx="88200" cy="121320"/>
            </a:xfrm>
            <a:custGeom>
              <a:avLst/>
              <a:gdLst/>
              <a:ahLst/>
              <a:rect l="l" t="t" r="r" b="b"/>
              <a:pathLst>
                <a:path w="4214" h="5798">
                  <a:moveTo>
                    <a:pt x="1778" y="5797"/>
                  </a:moveTo>
                  <a:lnTo>
                    <a:pt x="1778" y="5797"/>
                  </a:lnTo>
                  <a:lnTo>
                    <a:pt x="1997" y="5797"/>
                  </a:lnTo>
                  <a:lnTo>
                    <a:pt x="2216" y="5797"/>
                  </a:lnTo>
                  <a:lnTo>
                    <a:pt x="2411" y="5748"/>
                  </a:lnTo>
                  <a:lnTo>
                    <a:pt x="2630" y="5700"/>
                  </a:lnTo>
                  <a:lnTo>
                    <a:pt x="2825" y="5602"/>
                  </a:lnTo>
                  <a:lnTo>
                    <a:pt x="2996" y="5505"/>
                  </a:lnTo>
                  <a:lnTo>
                    <a:pt x="3191" y="5359"/>
                  </a:lnTo>
                  <a:lnTo>
                    <a:pt x="3361" y="5213"/>
                  </a:lnTo>
                  <a:lnTo>
                    <a:pt x="3507" y="5042"/>
                  </a:lnTo>
                  <a:lnTo>
                    <a:pt x="3653" y="4847"/>
                  </a:lnTo>
                  <a:lnTo>
                    <a:pt x="3799" y="4652"/>
                  </a:lnTo>
                  <a:lnTo>
                    <a:pt x="3921" y="4433"/>
                  </a:lnTo>
                  <a:lnTo>
                    <a:pt x="4019" y="4190"/>
                  </a:lnTo>
                  <a:lnTo>
                    <a:pt x="4092" y="3946"/>
                  </a:lnTo>
                  <a:lnTo>
                    <a:pt x="4165" y="3678"/>
                  </a:lnTo>
                  <a:lnTo>
                    <a:pt x="4213" y="3410"/>
                  </a:lnTo>
                  <a:lnTo>
                    <a:pt x="4213" y="3410"/>
                  </a:lnTo>
                  <a:lnTo>
                    <a:pt x="4213" y="3142"/>
                  </a:lnTo>
                  <a:lnTo>
                    <a:pt x="4189" y="2850"/>
                  </a:lnTo>
                  <a:lnTo>
                    <a:pt x="4116" y="2582"/>
                  </a:lnTo>
                  <a:lnTo>
                    <a:pt x="4019" y="2290"/>
                  </a:lnTo>
                  <a:lnTo>
                    <a:pt x="3897" y="2022"/>
                  </a:lnTo>
                  <a:lnTo>
                    <a:pt x="3726" y="1730"/>
                  </a:lnTo>
                  <a:lnTo>
                    <a:pt x="3556" y="1486"/>
                  </a:lnTo>
                  <a:lnTo>
                    <a:pt x="3361" y="1218"/>
                  </a:lnTo>
                  <a:lnTo>
                    <a:pt x="3142" y="999"/>
                  </a:lnTo>
                  <a:lnTo>
                    <a:pt x="2898" y="780"/>
                  </a:lnTo>
                  <a:lnTo>
                    <a:pt x="2679" y="585"/>
                  </a:lnTo>
                  <a:lnTo>
                    <a:pt x="2436" y="415"/>
                  </a:lnTo>
                  <a:lnTo>
                    <a:pt x="2192" y="269"/>
                  </a:lnTo>
                  <a:lnTo>
                    <a:pt x="1948" y="147"/>
                  </a:lnTo>
                  <a:lnTo>
                    <a:pt x="1705" y="74"/>
                  </a:lnTo>
                  <a:lnTo>
                    <a:pt x="1486" y="25"/>
                  </a:lnTo>
                  <a:lnTo>
                    <a:pt x="1486" y="25"/>
                  </a:lnTo>
                  <a:lnTo>
                    <a:pt x="1291" y="1"/>
                  </a:lnTo>
                  <a:lnTo>
                    <a:pt x="1096" y="49"/>
                  </a:lnTo>
                  <a:lnTo>
                    <a:pt x="950" y="98"/>
                  </a:lnTo>
                  <a:lnTo>
                    <a:pt x="804" y="195"/>
                  </a:lnTo>
                  <a:lnTo>
                    <a:pt x="682" y="317"/>
                  </a:lnTo>
                  <a:lnTo>
                    <a:pt x="585" y="463"/>
                  </a:lnTo>
                  <a:lnTo>
                    <a:pt x="487" y="658"/>
                  </a:lnTo>
                  <a:lnTo>
                    <a:pt x="390" y="853"/>
                  </a:lnTo>
                  <a:lnTo>
                    <a:pt x="268" y="1291"/>
                  </a:lnTo>
                  <a:lnTo>
                    <a:pt x="170" y="1803"/>
                  </a:lnTo>
                  <a:lnTo>
                    <a:pt x="49" y="2874"/>
                  </a:lnTo>
                  <a:lnTo>
                    <a:pt x="49" y="2874"/>
                  </a:lnTo>
                  <a:lnTo>
                    <a:pt x="0" y="3142"/>
                  </a:lnTo>
                  <a:lnTo>
                    <a:pt x="0" y="3410"/>
                  </a:lnTo>
                  <a:lnTo>
                    <a:pt x="24" y="3678"/>
                  </a:lnTo>
                  <a:lnTo>
                    <a:pt x="73" y="3922"/>
                  </a:lnTo>
                  <a:lnTo>
                    <a:pt x="122" y="4165"/>
                  </a:lnTo>
                  <a:lnTo>
                    <a:pt x="195" y="4409"/>
                  </a:lnTo>
                  <a:lnTo>
                    <a:pt x="292" y="4628"/>
                  </a:lnTo>
                  <a:lnTo>
                    <a:pt x="414" y="4823"/>
                  </a:lnTo>
                  <a:lnTo>
                    <a:pt x="536" y="5018"/>
                  </a:lnTo>
                  <a:lnTo>
                    <a:pt x="682" y="5188"/>
                  </a:lnTo>
                  <a:lnTo>
                    <a:pt x="828" y="5359"/>
                  </a:lnTo>
                  <a:lnTo>
                    <a:pt x="999" y="5480"/>
                  </a:lnTo>
                  <a:lnTo>
                    <a:pt x="1169" y="5602"/>
                  </a:lnTo>
                  <a:lnTo>
                    <a:pt x="1364" y="5675"/>
                  </a:lnTo>
                  <a:lnTo>
                    <a:pt x="1583" y="5748"/>
                  </a:lnTo>
                  <a:lnTo>
                    <a:pt x="1778" y="5797"/>
                  </a:lnTo>
                  <a:lnTo>
                    <a:pt x="1778" y="579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3" name="CustomShape 287"/>
            <p:cNvSpPr/>
            <p:nvPr/>
          </p:nvSpPr>
          <p:spPr>
            <a:xfrm>
              <a:off x="5678640" y="4456800"/>
              <a:ext cx="72720" cy="96840"/>
            </a:xfrm>
            <a:custGeom>
              <a:avLst/>
              <a:gdLst/>
              <a:ahLst/>
              <a:rect l="l" t="t" r="r" b="b"/>
              <a:pathLst>
                <a:path w="3483" h="4629">
                  <a:moveTo>
                    <a:pt x="2558" y="98"/>
                  </a:moveTo>
                  <a:lnTo>
                    <a:pt x="2558" y="98"/>
                  </a:lnTo>
                  <a:lnTo>
                    <a:pt x="2387" y="49"/>
                  </a:lnTo>
                  <a:lnTo>
                    <a:pt x="2241" y="1"/>
                  </a:lnTo>
                  <a:lnTo>
                    <a:pt x="2095" y="1"/>
                  </a:lnTo>
                  <a:lnTo>
                    <a:pt x="1973" y="1"/>
                  </a:lnTo>
                  <a:lnTo>
                    <a:pt x="1851" y="49"/>
                  </a:lnTo>
                  <a:lnTo>
                    <a:pt x="1729" y="98"/>
                  </a:lnTo>
                  <a:lnTo>
                    <a:pt x="1632" y="196"/>
                  </a:lnTo>
                  <a:lnTo>
                    <a:pt x="1535" y="293"/>
                  </a:lnTo>
                  <a:lnTo>
                    <a:pt x="1364" y="561"/>
                  </a:lnTo>
                  <a:lnTo>
                    <a:pt x="1169" y="902"/>
                  </a:lnTo>
                  <a:lnTo>
                    <a:pt x="780" y="1730"/>
                  </a:lnTo>
                  <a:lnTo>
                    <a:pt x="780" y="1730"/>
                  </a:lnTo>
                  <a:lnTo>
                    <a:pt x="366" y="2607"/>
                  </a:lnTo>
                  <a:lnTo>
                    <a:pt x="195" y="2996"/>
                  </a:lnTo>
                  <a:lnTo>
                    <a:pt x="73" y="3386"/>
                  </a:lnTo>
                  <a:lnTo>
                    <a:pt x="25" y="3557"/>
                  </a:lnTo>
                  <a:lnTo>
                    <a:pt x="0" y="3727"/>
                  </a:lnTo>
                  <a:lnTo>
                    <a:pt x="25" y="3898"/>
                  </a:lnTo>
                  <a:lnTo>
                    <a:pt x="49" y="4044"/>
                  </a:lnTo>
                  <a:lnTo>
                    <a:pt x="98" y="4165"/>
                  </a:lnTo>
                  <a:lnTo>
                    <a:pt x="195" y="4287"/>
                  </a:lnTo>
                  <a:lnTo>
                    <a:pt x="317" y="4385"/>
                  </a:lnTo>
                  <a:lnTo>
                    <a:pt x="463" y="4482"/>
                  </a:lnTo>
                  <a:lnTo>
                    <a:pt x="463" y="4482"/>
                  </a:lnTo>
                  <a:lnTo>
                    <a:pt x="633" y="4555"/>
                  </a:lnTo>
                  <a:lnTo>
                    <a:pt x="828" y="4604"/>
                  </a:lnTo>
                  <a:lnTo>
                    <a:pt x="1023" y="4628"/>
                  </a:lnTo>
                  <a:lnTo>
                    <a:pt x="1194" y="4628"/>
                  </a:lnTo>
                  <a:lnTo>
                    <a:pt x="1388" y="4604"/>
                  </a:lnTo>
                  <a:lnTo>
                    <a:pt x="1583" y="4555"/>
                  </a:lnTo>
                  <a:lnTo>
                    <a:pt x="1778" y="4482"/>
                  </a:lnTo>
                  <a:lnTo>
                    <a:pt x="1949" y="4409"/>
                  </a:lnTo>
                  <a:lnTo>
                    <a:pt x="2143" y="4312"/>
                  </a:lnTo>
                  <a:lnTo>
                    <a:pt x="2314" y="4190"/>
                  </a:lnTo>
                  <a:lnTo>
                    <a:pt x="2484" y="4044"/>
                  </a:lnTo>
                  <a:lnTo>
                    <a:pt x="2655" y="3873"/>
                  </a:lnTo>
                  <a:lnTo>
                    <a:pt x="2801" y="3703"/>
                  </a:lnTo>
                  <a:lnTo>
                    <a:pt x="2947" y="3508"/>
                  </a:lnTo>
                  <a:lnTo>
                    <a:pt x="3069" y="3313"/>
                  </a:lnTo>
                  <a:lnTo>
                    <a:pt x="3191" y="3094"/>
                  </a:lnTo>
                  <a:lnTo>
                    <a:pt x="3191" y="3094"/>
                  </a:lnTo>
                  <a:lnTo>
                    <a:pt x="3288" y="2875"/>
                  </a:lnTo>
                  <a:lnTo>
                    <a:pt x="3361" y="2631"/>
                  </a:lnTo>
                  <a:lnTo>
                    <a:pt x="3410" y="2412"/>
                  </a:lnTo>
                  <a:lnTo>
                    <a:pt x="3459" y="2168"/>
                  </a:lnTo>
                  <a:lnTo>
                    <a:pt x="3483" y="1949"/>
                  </a:lnTo>
                  <a:lnTo>
                    <a:pt x="3483" y="1730"/>
                  </a:lnTo>
                  <a:lnTo>
                    <a:pt x="3459" y="1511"/>
                  </a:lnTo>
                  <a:lnTo>
                    <a:pt x="3434" y="1316"/>
                  </a:lnTo>
                  <a:lnTo>
                    <a:pt x="3386" y="1121"/>
                  </a:lnTo>
                  <a:lnTo>
                    <a:pt x="3313" y="926"/>
                  </a:lnTo>
                  <a:lnTo>
                    <a:pt x="3239" y="756"/>
                  </a:lnTo>
                  <a:lnTo>
                    <a:pt x="3118" y="585"/>
                  </a:lnTo>
                  <a:lnTo>
                    <a:pt x="2996" y="439"/>
                  </a:lnTo>
                  <a:lnTo>
                    <a:pt x="2874" y="317"/>
                  </a:lnTo>
                  <a:lnTo>
                    <a:pt x="2728" y="196"/>
                  </a:lnTo>
                  <a:lnTo>
                    <a:pt x="2558" y="98"/>
                  </a:lnTo>
                  <a:lnTo>
                    <a:pt x="2558" y="9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4" name="CustomShape 288"/>
            <p:cNvSpPr/>
            <p:nvPr/>
          </p:nvSpPr>
          <p:spPr>
            <a:xfrm>
              <a:off x="5497200" y="4482000"/>
              <a:ext cx="220680" cy="208080"/>
            </a:xfrm>
            <a:custGeom>
              <a:avLst/>
              <a:gdLst/>
              <a:ahLst/>
              <a:rect l="l" t="t" r="r" b="b"/>
              <a:pathLst>
                <a:path w="10522" h="9913">
                  <a:moveTo>
                    <a:pt x="8135" y="3191"/>
                  </a:moveTo>
                  <a:lnTo>
                    <a:pt x="8135" y="3191"/>
                  </a:lnTo>
                  <a:lnTo>
                    <a:pt x="8037" y="2923"/>
                  </a:lnTo>
                  <a:lnTo>
                    <a:pt x="7940" y="2655"/>
                  </a:lnTo>
                  <a:lnTo>
                    <a:pt x="7794" y="2119"/>
                  </a:lnTo>
                  <a:lnTo>
                    <a:pt x="7721" y="1851"/>
                  </a:lnTo>
                  <a:lnTo>
                    <a:pt x="7623" y="1608"/>
                  </a:lnTo>
                  <a:lnTo>
                    <a:pt x="7502" y="1340"/>
                  </a:lnTo>
                  <a:lnTo>
                    <a:pt x="7355" y="1120"/>
                  </a:lnTo>
                  <a:lnTo>
                    <a:pt x="7355" y="1120"/>
                  </a:lnTo>
                  <a:lnTo>
                    <a:pt x="7161" y="853"/>
                  </a:lnTo>
                  <a:lnTo>
                    <a:pt x="6941" y="633"/>
                  </a:lnTo>
                  <a:lnTo>
                    <a:pt x="6698" y="463"/>
                  </a:lnTo>
                  <a:lnTo>
                    <a:pt x="6430" y="292"/>
                  </a:lnTo>
                  <a:lnTo>
                    <a:pt x="6162" y="171"/>
                  </a:lnTo>
                  <a:lnTo>
                    <a:pt x="5870" y="73"/>
                  </a:lnTo>
                  <a:lnTo>
                    <a:pt x="5578" y="25"/>
                  </a:lnTo>
                  <a:lnTo>
                    <a:pt x="5285" y="0"/>
                  </a:lnTo>
                  <a:lnTo>
                    <a:pt x="5285" y="0"/>
                  </a:lnTo>
                  <a:lnTo>
                    <a:pt x="5261" y="0"/>
                  </a:lnTo>
                  <a:lnTo>
                    <a:pt x="5261" y="0"/>
                  </a:lnTo>
                  <a:lnTo>
                    <a:pt x="5237" y="0"/>
                  </a:lnTo>
                  <a:lnTo>
                    <a:pt x="5237" y="0"/>
                  </a:lnTo>
                  <a:lnTo>
                    <a:pt x="4944" y="25"/>
                  </a:lnTo>
                  <a:lnTo>
                    <a:pt x="4652" y="73"/>
                  </a:lnTo>
                  <a:lnTo>
                    <a:pt x="4360" y="171"/>
                  </a:lnTo>
                  <a:lnTo>
                    <a:pt x="4092" y="292"/>
                  </a:lnTo>
                  <a:lnTo>
                    <a:pt x="3824" y="463"/>
                  </a:lnTo>
                  <a:lnTo>
                    <a:pt x="3580" y="633"/>
                  </a:lnTo>
                  <a:lnTo>
                    <a:pt x="3361" y="853"/>
                  </a:lnTo>
                  <a:lnTo>
                    <a:pt x="3166" y="1120"/>
                  </a:lnTo>
                  <a:lnTo>
                    <a:pt x="3166" y="1120"/>
                  </a:lnTo>
                  <a:lnTo>
                    <a:pt x="3020" y="1340"/>
                  </a:lnTo>
                  <a:lnTo>
                    <a:pt x="2898" y="1608"/>
                  </a:lnTo>
                  <a:lnTo>
                    <a:pt x="2801" y="1851"/>
                  </a:lnTo>
                  <a:lnTo>
                    <a:pt x="2728" y="2119"/>
                  </a:lnTo>
                  <a:lnTo>
                    <a:pt x="2558" y="2655"/>
                  </a:lnTo>
                  <a:lnTo>
                    <a:pt x="2484" y="2923"/>
                  </a:lnTo>
                  <a:lnTo>
                    <a:pt x="2387" y="3191"/>
                  </a:lnTo>
                  <a:lnTo>
                    <a:pt x="2387" y="3191"/>
                  </a:lnTo>
                  <a:lnTo>
                    <a:pt x="2241" y="3434"/>
                  </a:lnTo>
                  <a:lnTo>
                    <a:pt x="2095" y="3678"/>
                  </a:lnTo>
                  <a:lnTo>
                    <a:pt x="1900" y="3897"/>
                  </a:lnTo>
                  <a:lnTo>
                    <a:pt x="1729" y="4092"/>
                  </a:lnTo>
                  <a:lnTo>
                    <a:pt x="1315" y="4457"/>
                  </a:lnTo>
                  <a:lnTo>
                    <a:pt x="901" y="4847"/>
                  </a:lnTo>
                  <a:lnTo>
                    <a:pt x="901" y="4847"/>
                  </a:lnTo>
                  <a:lnTo>
                    <a:pt x="707" y="5066"/>
                  </a:lnTo>
                  <a:lnTo>
                    <a:pt x="512" y="5310"/>
                  </a:lnTo>
                  <a:lnTo>
                    <a:pt x="366" y="5553"/>
                  </a:lnTo>
                  <a:lnTo>
                    <a:pt x="244" y="5821"/>
                  </a:lnTo>
                  <a:lnTo>
                    <a:pt x="146" y="6113"/>
                  </a:lnTo>
                  <a:lnTo>
                    <a:pt x="73" y="6405"/>
                  </a:lnTo>
                  <a:lnTo>
                    <a:pt x="25" y="6722"/>
                  </a:lnTo>
                  <a:lnTo>
                    <a:pt x="0" y="7014"/>
                  </a:lnTo>
                  <a:lnTo>
                    <a:pt x="0" y="7014"/>
                  </a:lnTo>
                  <a:lnTo>
                    <a:pt x="25" y="7307"/>
                  </a:lnTo>
                  <a:lnTo>
                    <a:pt x="49" y="7599"/>
                  </a:lnTo>
                  <a:lnTo>
                    <a:pt x="122" y="7867"/>
                  </a:lnTo>
                  <a:lnTo>
                    <a:pt x="219" y="8135"/>
                  </a:lnTo>
                  <a:lnTo>
                    <a:pt x="317" y="8403"/>
                  </a:lnTo>
                  <a:lnTo>
                    <a:pt x="439" y="8622"/>
                  </a:lnTo>
                  <a:lnTo>
                    <a:pt x="609" y="8865"/>
                  </a:lnTo>
                  <a:lnTo>
                    <a:pt x="780" y="9060"/>
                  </a:lnTo>
                  <a:lnTo>
                    <a:pt x="950" y="9255"/>
                  </a:lnTo>
                  <a:lnTo>
                    <a:pt x="1145" y="9401"/>
                  </a:lnTo>
                  <a:lnTo>
                    <a:pt x="1364" y="9547"/>
                  </a:lnTo>
                  <a:lnTo>
                    <a:pt x="1608" y="9669"/>
                  </a:lnTo>
                  <a:lnTo>
                    <a:pt x="1851" y="9766"/>
                  </a:lnTo>
                  <a:lnTo>
                    <a:pt x="2095" y="9840"/>
                  </a:lnTo>
                  <a:lnTo>
                    <a:pt x="2363" y="9888"/>
                  </a:lnTo>
                  <a:lnTo>
                    <a:pt x="2606" y="9913"/>
                  </a:lnTo>
                  <a:lnTo>
                    <a:pt x="2606" y="9913"/>
                  </a:lnTo>
                  <a:lnTo>
                    <a:pt x="2972" y="9888"/>
                  </a:lnTo>
                  <a:lnTo>
                    <a:pt x="3337" y="9791"/>
                  </a:lnTo>
                  <a:lnTo>
                    <a:pt x="3678" y="9669"/>
                  </a:lnTo>
                  <a:lnTo>
                    <a:pt x="3994" y="9474"/>
                  </a:lnTo>
                  <a:lnTo>
                    <a:pt x="3994" y="9474"/>
                  </a:lnTo>
                  <a:lnTo>
                    <a:pt x="4141" y="9377"/>
                  </a:lnTo>
                  <a:lnTo>
                    <a:pt x="4287" y="9304"/>
                  </a:lnTo>
                  <a:lnTo>
                    <a:pt x="4433" y="9279"/>
                  </a:lnTo>
                  <a:lnTo>
                    <a:pt x="4579" y="9231"/>
                  </a:lnTo>
                  <a:lnTo>
                    <a:pt x="4896" y="9206"/>
                  </a:lnTo>
                  <a:lnTo>
                    <a:pt x="5261" y="9206"/>
                  </a:lnTo>
                  <a:lnTo>
                    <a:pt x="5261" y="9206"/>
                  </a:lnTo>
                  <a:lnTo>
                    <a:pt x="5626" y="9206"/>
                  </a:lnTo>
                  <a:lnTo>
                    <a:pt x="5943" y="9231"/>
                  </a:lnTo>
                  <a:lnTo>
                    <a:pt x="6089" y="9279"/>
                  </a:lnTo>
                  <a:lnTo>
                    <a:pt x="6235" y="9304"/>
                  </a:lnTo>
                  <a:lnTo>
                    <a:pt x="6381" y="9377"/>
                  </a:lnTo>
                  <a:lnTo>
                    <a:pt x="6527" y="9474"/>
                  </a:lnTo>
                  <a:lnTo>
                    <a:pt x="6527" y="9474"/>
                  </a:lnTo>
                  <a:lnTo>
                    <a:pt x="6844" y="9669"/>
                  </a:lnTo>
                  <a:lnTo>
                    <a:pt x="7185" y="9791"/>
                  </a:lnTo>
                  <a:lnTo>
                    <a:pt x="7550" y="9888"/>
                  </a:lnTo>
                  <a:lnTo>
                    <a:pt x="7916" y="9913"/>
                  </a:lnTo>
                  <a:lnTo>
                    <a:pt x="7916" y="9913"/>
                  </a:lnTo>
                  <a:lnTo>
                    <a:pt x="8184" y="9888"/>
                  </a:lnTo>
                  <a:lnTo>
                    <a:pt x="8427" y="9840"/>
                  </a:lnTo>
                  <a:lnTo>
                    <a:pt x="8671" y="9766"/>
                  </a:lnTo>
                  <a:lnTo>
                    <a:pt x="8914" y="9669"/>
                  </a:lnTo>
                  <a:lnTo>
                    <a:pt x="9158" y="9547"/>
                  </a:lnTo>
                  <a:lnTo>
                    <a:pt x="9377" y="9401"/>
                  </a:lnTo>
                  <a:lnTo>
                    <a:pt x="9572" y="9255"/>
                  </a:lnTo>
                  <a:lnTo>
                    <a:pt x="9742" y="9060"/>
                  </a:lnTo>
                  <a:lnTo>
                    <a:pt x="9913" y="8865"/>
                  </a:lnTo>
                  <a:lnTo>
                    <a:pt x="10083" y="8622"/>
                  </a:lnTo>
                  <a:lnTo>
                    <a:pt x="10205" y="8403"/>
                  </a:lnTo>
                  <a:lnTo>
                    <a:pt x="10302" y="8135"/>
                  </a:lnTo>
                  <a:lnTo>
                    <a:pt x="10400" y="7867"/>
                  </a:lnTo>
                  <a:lnTo>
                    <a:pt x="10473" y="7599"/>
                  </a:lnTo>
                  <a:lnTo>
                    <a:pt x="10497" y="7307"/>
                  </a:lnTo>
                  <a:lnTo>
                    <a:pt x="10522" y="7014"/>
                  </a:lnTo>
                  <a:lnTo>
                    <a:pt x="10522" y="7014"/>
                  </a:lnTo>
                  <a:lnTo>
                    <a:pt x="10497" y="6722"/>
                  </a:lnTo>
                  <a:lnTo>
                    <a:pt x="10449" y="6405"/>
                  </a:lnTo>
                  <a:lnTo>
                    <a:pt x="10375" y="6113"/>
                  </a:lnTo>
                  <a:lnTo>
                    <a:pt x="10278" y="5821"/>
                  </a:lnTo>
                  <a:lnTo>
                    <a:pt x="10156" y="5553"/>
                  </a:lnTo>
                  <a:lnTo>
                    <a:pt x="10010" y="5310"/>
                  </a:lnTo>
                  <a:lnTo>
                    <a:pt x="9815" y="5066"/>
                  </a:lnTo>
                  <a:lnTo>
                    <a:pt x="9620" y="4847"/>
                  </a:lnTo>
                  <a:lnTo>
                    <a:pt x="9620" y="4847"/>
                  </a:lnTo>
                  <a:lnTo>
                    <a:pt x="9206" y="4457"/>
                  </a:lnTo>
                  <a:lnTo>
                    <a:pt x="8792" y="4092"/>
                  </a:lnTo>
                  <a:lnTo>
                    <a:pt x="8622" y="3897"/>
                  </a:lnTo>
                  <a:lnTo>
                    <a:pt x="8427" y="3678"/>
                  </a:lnTo>
                  <a:lnTo>
                    <a:pt x="8281" y="3434"/>
                  </a:lnTo>
                  <a:lnTo>
                    <a:pt x="8135" y="3191"/>
                  </a:lnTo>
                  <a:lnTo>
                    <a:pt x="8135" y="319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55" name="Group 289"/>
          <p:cNvGrpSpPr/>
          <p:nvPr/>
        </p:nvGrpSpPr>
        <p:grpSpPr>
          <a:xfrm>
            <a:off x="3153600" y="381240"/>
            <a:ext cx="387720" cy="345600"/>
            <a:chOff x="3153600" y="381240"/>
            <a:chExt cx="387720" cy="345600"/>
          </a:xfrm>
        </p:grpSpPr>
        <p:sp>
          <p:nvSpPr>
            <p:cNvPr id="1456" name="CustomShape 290"/>
            <p:cNvSpPr/>
            <p:nvPr/>
          </p:nvSpPr>
          <p:spPr>
            <a:xfrm>
              <a:off x="3282480" y="381600"/>
              <a:ext cx="129240" cy="345240"/>
            </a:xfrm>
            <a:custGeom>
              <a:avLst/>
              <a:gdLst/>
              <a:ahLst/>
              <a:rect l="l" t="t" r="r" b="b"/>
              <a:pathLst>
                <a:path w="6163" h="16440">
                  <a:moveTo>
                    <a:pt x="6162" y="3118"/>
                  </a:moveTo>
                  <a:lnTo>
                    <a:pt x="0" y="0"/>
                  </a:lnTo>
                  <a:lnTo>
                    <a:pt x="0" y="13322"/>
                  </a:lnTo>
                  <a:lnTo>
                    <a:pt x="6162" y="16440"/>
                  </a:lnTo>
                  <a:lnTo>
                    <a:pt x="6162" y="311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7" name="CustomShape 291"/>
            <p:cNvSpPr/>
            <p:nvPr/>
          </p:nvSpPr>
          <p:spPr>
            <a:xfrm>
              <a:off x="3153600" y="381240"/>
              <a:ext cx="128520" cy="340920"/>
            </a:xfrm>
            <a:custGeom>
              <a:avLst/>
              <a:gdLst/>
              <a:ahLst/>
              <a:rect l="l" t="t" r="r" b="b"/>
              <a:pathLst>
                <a:path w="6138" h="16246">
                  <a:moveTo>
                    <a:pt x="6137" y="1"/>
                  </a:moveTo>
                  <a:lnTo>
                    <a:pt x="536" y="2850"/>
                  </a:lnTo>
                  <a:lnTo>
                    <a:pt x="536" y="2850"/>
                  </a:lnTo>
                  <a:lnTo>
                    <a:pt x="414" y="2899"/>
                  </a:lnTo>
                  <a:lnTo>
                    <a:pt x="317" y="2997"/>
                  </a:lnTo>
                  <a:lnTo>
                    <a:pt x="219" y="3094"/>
                  </a:lnTo>
                  <a:lnTo>
                    <a:pt x="146" y="3216"/>
                  </a:lnTo>
                  <a:lnTo>
                    <a:pt x="73" y="3313"/>
                  </a:lnTo>
                  <a:lnTo>
                    <a:pt x="24" y="3435"/>
                  </a:lnTo>
                  <a:lnTo>
                    <a:pt x="0" y="3557"/>
                  </a:lnTo>
                  <a:lnTo>
                    <a:pt x="0" y="3679"/>
                  </a:lnTo>
                  <a:lnTo>
                    <a:pt x="0" y="15880"/>
                  </a:lnTo>
                  <a:lnTo>
                    <a:pt x="0" y="15880"/>
                  </a:lnTo>
                  <a:lnTo>
                    <a:pt x="0" y="16002"/>
                  </a:lnTo>
                  <a:lnTo>
                    <a:pt x="49" y="16075"/>
                  </a:lnTo>
                  <a:lnTo>
                    <a:pt x="97" y="16148"/>
                  </a:lnTo>
                  <a:lnTo>
                    <a:pt x="170" y="16197"/>
                  </a:lnTo>
                  <a:lnTo>
                    <a:pt x="244" y="16221"/>
                  </a:lnTo>
                  <a:lnTo>
                    <a:pt x="341" y="16246"/>
                  </a:lnTo>
                  <a:lnTo>
                    <a:pt x="463" y="16221"/>
                  </a:lnTo>
                  <a:lnTo>
                    <a:pt x="560" y="16173"/>
                  </a:lnTo>
                  <a:lnTo>
                    <a:pt x="6137" y="13323"/>
                  </a:lnTo>
                  <a:lnTo>
                    <a:pt x="6137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8" name="CustomShape 292"/>
            <p:cNvSpPr/>
            <p:nvPr/>
          </p:nvSpPr>
          <p:spPr>
            <a:xfrm>
              <a:off x="3412080" y="385560"/>
              <a:ext cx="129240" cy="340560"/>
            </a:xfrm>
            <a:custGeom>
              <a:avLst/>
              <a:gdLst/>
              <a:ahLst/>
              <a:rect l="l" t="t" r="r" b="b"/>
              <a:pathLst>
                <a:path w="6163" h="16221">
                  <a:moveTo>
                    <a:pt x="5578" y="49"/>
                  </a:moveTo>
                  <a:lnTo>
                    <a:pt x="0" y="2898"/>
                  </a:lnTo>
                  <a:lnTo>
                    <a:pt x="0" y="16221"/>
                  </a:lnTo>
                  <a:lnTo>
                    <a:pt x="5626" y="13371"/>
                  </a:lnTo>
                  <a:lnTo>
                    <a:pt x="5626" y="13371"/>
                  </a:lnTo>
                  <a:lnTo>
                    <a:pt x="5724" y="13322"/>
                  </a:lnTo>
                  <a:lnTo>
                    <a:pt x="5845" y="13225"/>
                  </a:lnTo>
                  <a:lnTo>
                    <a:pt x="5918" y="13127"/>
                  </a:lnTo>
                  <a:lnTo>
                    <a:pt x="6016" y="13030"/>
                  </a:lnTo>
                  <a:lnTo>
                    <a:pt x="6065" y="12908"/>
                  </a:lnTo>
                  <a:lnTo>
                    <a:pt x="6113" y="12786"/>
                  </a:lnTo>
                  <a:lnTo>
                    <a:pt x="6138" y="12665"/>
                  </a:lnTo>
                  <a:lnTo>
                    <a:pt x="6162" y="12543"/>
                  </a:lnTo>
                  <a:lnTo>
                    <a:pt x="6162" y="341"/>
                  </a:lnTo>
                  <a:lnTo>
                    <a:pt x="6162" y="341"/>
                  </a:lnTo>
                  <a:lnTo>
                    <a:pt x="6138" y="219"/>
                  </a:lnTo>
                  <a:lnTo>
                    <a:pt x="6113" y="146"/>
                  </a:lnTo>
                  <a:lnTo>
                    <a:pt x="6065" y="73"/>
                  </a:lnTo>
                  <a:lnTo>
                    <a:pt x="5992" y="24"/>
                  </a:lnTo>
                  <a:lnTo>
                    <a:pt x="5894" y="0"/>
                  </a:lnTo>
                  <a:lnTo>
                    <a:pt x="5797" y="0"/>
                  </a:lnTo>
                  <a:lnTo>
                    <a:pt x="5699" y="0"/>
                  </a:lnTo>
                  <a:lnTo>
                    <a:pt x="5578" y="49"/>
                  </a:lnTo>
                  <a:lnTo>
                    <a:pt x="5578" y="4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9" name="CustomShape 293"/>
            <p:cNvSpPr/>
            <p:nvPr/>
          </p:nvSpPr>
          <p:spPr>
            <a:xfrm>
              <a:off x="3463200" y="499320"/>
              <a:ext cx="38520" cy="21600"/>
            </a:xfrm>
            <a:custGeom>
              <a:avLst/>
              <a:gdLst/>
              <a:ahLst/>
              <a:rect l="l" t="t" r="r" b="b"/>
              <a:pathLst>
                <a:path w="1852" h="1049">
                  <a:moveTo>
                    <a:pt x="1" y="1"/>
                  </a:moveTo>
                  <a:lnTo>
                    <a:pt x="1852" y="104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0" name="CustomShape 294"/>
            <p:cNvSpPr/>
            <p:nvPr/>
          </p:nvSpPr>
          <p:spPr>
            <a:xfrm>
              <a:off x="3463920" y="477360"/>
              <a:ext cx="37440" cy="65520"/>
            </a:xfrm>
            <a:custGeom>
              <a:avLst/>
              <a:gdLst/>
              <a:ahLst/>
              <a:rect l="l" t="t" r="r" b="b"/>
              <a:pathLst>
                <a:path w="1803" h="3143">
                  <a:moveTo>
                    <a:pt x="1802" y="1"/>
                  </a:moveTo>
                  <a:lnTo>
                    <a:pt x="0" y="314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1" name="CustomShape 295"/>
            <p:cNvSpPr/>
            <p:nvPr/>
          </p:nvSpPr>
          <p:spPr>
            <a:xfrm>
              <a:off x="3187800" y="623880"/>
              <a:ext cx="360" cy="4680"/>
            </a:xfrm>
            <a:custGeom>
              <a:avLst/>
              <a:gdLst/>
              <a:ahLst/>
              <a:rect l="l" t="t" r="r" b="b"/>
              <a:pathLst>
                <a:path w="1" h="244">
                  <a:moveTo>
                    <a:pt x="1" y="244"/>
                  </a:moveTo>
                  <a:lnTo>
                    <a:pt x="1" y="244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2" name="CustomShape 296"/>
            <p:cNvSpPr/>
            <p:nvPr/>
          </p:nvSpPr>
          <p:spPr>
            <a:xfrm>
              <a:off x="3189960" y="597240"/>
              <a:ext cx="1080" cy="9720"/>
            </a:xfrm>
            <a:custGeom>
              <a:avLst/>
              <a:gdLst/>
              <a:ahLst/>
              <a:rect l="l" t="t" r="r" b="b"/>
              <a:pathLst>
                <a:path w="74" h="488">
                  <a:moveTo>
                    <a:pt x="0" y="488"/>
                  </a:moveTo>
                  <a:lnTo>
                    <a:pt x="7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3" name="CustomShape 297"/>
            <p:cNvSpPr/>
            <p:nvPr/>
          </p:nvSpPr>
          <p:spPr>
            <a:xfrm>
              <a:off x="3194640" y="570960"/>
              <a:ext cx="2880" cy="9720"/>
            </a:xfrm>
            <a:custGeom>
              <a:avLst/>
              <a:gdLst/>
              <a:ahLst/>
              <a:rect l="l" t="t" r="r" b="b"/>
              <a:pathLst>
                <a:path w="147" h="488">
                  <a:moveTo>
                    <a:pt x="0" y="488"/>
                  </a:moveTo>
                  <a:lnTo>
                    <a:pt x="98" y="147"/>
                  </a:lnTo>
                  <a:lnTo>
                    <a:pt x="147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4" name="CustomShape 298"/>
            <p:cNvSpPr/>
            <p:nvPr/>
          </p:nvSpPr>
          <p:spPr>
            <a:xfrm>
              <a:off x="3202920" y="546480"/>
              <a:ext cx="3600" cy="9000"/>
            </a:xfrm>
            <a:custGeom>
              <a:avLst/>
              <a:gdLst/>
              <a:ahLst/>
              <a:rect l="l" t="t" r="r" b="b"/>
              <a:pathLst>
                <a:path w="195" h="439">
                  <a:moveTo>
                    <a:pt x="0" y="439"/>
                  </a:moveTo>
                  <a:lnTo>
                    <a:pt x="195" y="25"/>
                  </a:lnTo>
                  <a:lnTo>
                    <a:pt x="19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5" name="CustomShape 299"/>
            <p:cNvSpPr/>
            <p:nvPr/>
          </p:nvSpPr>
          <p:spPr>
            <a:xfrm>
              <a:off x="3215160" y="523800"/>
              <a:ext cx="5760" cy="7920"/>
            </a:xfrm>
            <a:custGeom>
              <a:avLst/>
              <a:gdLst/>
              <a:ahLst/>
              <a:rect l="l" t="t" r="r" b="b"/>
              <a:pathLst>
                <a:path w="293" h="391">
                  <a:moveTo>
                    <a:pt x="1" y="391"/>
                  </a:moveTo>
                  <a:lnTo>
                    <a:pt x="74" y="269"/>
                  </a:lnTo>
                  <a:lnTo>
                    <a:pt x="29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6" name="CustomShape 300"/>
            <p:cNvSpPr/>
            <p:nvPr/>
          </p:nvSpPr>
          <p:spPr>
            <a:xfrm>
              <a:off x="3232440" y="506520"/>
              <a:ext cx="8280" cy="5400"/>
            </a:xfrm>
            <a:custGeom>
              <a:avLst/>
              <a:gdLst/>
              <a:ahLst/>
              <a:rect l="l" t="t" r="r" b="b"/>
              <a:pathLst>
                <a:path w="415" h="269">
                  <a:moveTo>
                    <a:pt x="1" y="269"/>
                  </a:moveTo>
                  <a:lnTo>
                    <a:pt x="25" y="244"/>
                  </a:lnTo>
                  <a:lnTo>
                    <a:pt x="220" y="123"/>
                  </a:lnTo>
                  <a:lnTo>
                    <a:pt x="41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7" name="CustomShape 301"/>
            <p:cNvSpPr/>
            <p:nvPr/>
          </p:nvSpPr>
          <p:spPr>
            <a:xfrm>
              <a:off x="3256200" y="497880"/>
              <a:ext cx="9360" cy="1800"/>
            </a:xfrm>
            <a:custGeom>
              <a:avLst/>
              <a:gdLst/>
              <a:ahLst/>
              <a:rect l="l" t="t" r="r" b="b"/>
              <a:pathLst>
                <a:path w="464" h="99">
                  <a:moveTo>
                    <a:pt x="1" y="98"/>
                  </a:moveTo>
                  <a:lnTo>
                    <a:pt x="220" y="50"/>
                  </a:lnTo>
                  <a:lnTo>
                    <a:pt x="464" y="1"/>
                  </a:lnTo>
                  <a:lnTo>
                    <a:pt x="464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8" name="CustomShape 302"/>
            <p:cNvSpPr/>
            <p:nvPr/>
          </p:nvSpPr>
          <p:spPr>
            <a:xfrm>
              <a:off x="3282120" y="497160"/>
              <a:ext cx="9720" cy="1080"/>
            </a:xfrm>
            <a:custGeom>
              <a:avLst/>
              <a:gdLst/>
              <a:ahLst/>
              <a:rect l="l" t="t" r="r" b="b"/>
              <a:pathLst>
                <a:path w="488" h="74">
                  <a:moveTo>
                    <a:pt x="0" y="0"/>
                  </a:moveTo>
                  <a:lnTo>
                    <a:pt x="146" y="0"/>
                  </a:lnTo>
                  <a:lnTo>
                    <a:pt x="463" y="74"/>
                  </a:lnTo>
                  <a:lnTo>
                    <a:pt x="487" y="7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9" name="CustomShape 303"/>
            <p:cNvSpPr/>
            <p:nvPr/>
          </p:nvSpPr>
          <p:spPr>
            <a:xfrm>
              <a:off x="3307320" y="506160"/>
              <a:ext cx="7200" cy="6480"/>
            </a:xfrm>
            <a:custGeom>
              <a:avLst/>
              <a:gdLst/>
              <a:ahLst/>
              <a:rect l="l" t="t" r="r" b="b"/>
              <a:pathLst>
                <a:path w="366" h="318">
                  <a:moveTo>
                    <a:pt x="0" y="1"/>
                  </a:moveTo>
                  <a:lnTo>
                    <a:pt x="98" y="74"/>
                  </a:lnTo>
                  <a:lnTo>
                    <a:pt x="317" y="268"/>
                  </a:lnTo>
                  <a:lnTo>
                    <a:pt x="366" y="31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0" name="CustomShape 304"/>
            <p:cNvSpPr/>
            <p:nvPr/>
          </p:nvSpPr>
          <p:spPr>
            <a:xfrm>
              <a:off x="3324240" y="525960"/>
              <a:ext cx="3600" cy="9000"/>
            </a:xfrm>
            <a:custGeom>
              <a:avLst/>
              <a:gdLst/>
              <a:ahLst/>
              <a:rect l="l" t="t" r="r" b="b"/>
              <a:pathLst>
                <a:path w="196" h="439">
                  <a:moveTo>
                    <a:pt x="0" y="0"/>
                  </a:moveTo>
                  <a:lnTo>
                    <a:pt x="25" y="73"/>
                  </a:lnTo>
                  <a:lnTo>
                    <a:pt x="171" y="366"/>
                  </a:lnTo>
                  <a:lnTo>
                    <a:pt x="195" y="43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1" name="CustomShape 305"/>
            <p:cNvSpPr/>
            <p:nvPr/>
          </p:nvSpPr>
          <p:spPr>
            <a:xfrm>
              <a:off x="3333960" y="550440"/>
              <a:ext cx="2880" cy="9360"/>
            </a:xfrm>
            <a:custGeom>
              <a:avLst/>
              <a:gdLst/>
              <a:ahLst/>
              <a:rect l="l" t="t" r="r" b="b"/>
              <a:pathLst>
                <a:path w="148" h="464">
                  <a:moveTo>
                    <a:pt x="1" y="0"/>
                  </a:moveTo>
                  <a:lnTo>
                    <a:pt x="147" y="4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2" name="CustomShape 306"/>
            <p:cNvSpPr/>
            <p:nvPr/>
          </p:nvSpPr>
          <p:spPr>
            <a:xfrm>
              <a:off x="3341520" y="576000"/>
              <a:ext cx="2880" cy="9360"/>
            </a:xfrm>
            <a:custGeom>
              <a:avLst/>
              <a:gdLst/>
              <a:ahLst/>
              <a:rect l="l" t="t" r="r" b="b"/>
              <a:pathLst>
                <a:path w="147" h="463">
                  <a:moveTo>
                    <a:pt x="0" y="0"/>
                  </a:moveTo>
                  <a:lnTo>
                    <a:pt x="146" y="46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3" name="CustomShape 307"/>
            <p:cNvSpPr/>
            <p:nvPr/>
          </p:nvSpPr>
          <p:spPr>
            <a:xfrm>
              <a:off x="3349800" y="601560"/>
              <a:ext cx="3600" cy="9000"/>
            </a:xfrm>
            <a:custGeom>
              <a:avLst/>
              <a:gdLst/>
              <a:ahLst/>
              <a:rect l="l" t="t" r="r" b="b"/>
              <a:pathLst>
                <a:path w="196" h="440">
                  <a:moveTo>
                    <a:pt x="1" y="1"/>
                  </a:moveTo>
                  <a:lnTo>
                    <a:pt x="50" y="123"/>
                  </a:lnTo>
                  <a:lnTo>
                    <a:pt x="196" y="415"/>
                  </a:lnTo>
                  <a:lnTo>
                    <a:pt x="196" y="43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4" name="CustomShape 308"/>
            <p:cNvSpPr/>
            <p:nvPr/>
          </p:nvSpPr>
          <p:spPr>
            <a:xfrm>
              <a:off x="3362040" y="625320"/>
              <a:ext cx="5760" cy="7200"/>
            </a:xfrm>
            <a:custGeom>
              <a:avLst/>
              <a:gdLst/>
              <a:ahLst/>
              <a:rect l="l" t="t" r="r" b="b"/>
              <a:pathLst>
                <a:path w="293" h="366">
                  <a:moveTo>
                    <a:pt x="0" y="0"/>
                  </a:moveTo>
                  <a:lnTo>
                    <a:pt x="98" y="146"/>
                  </a:lnTo>
                  <a:lnTo>
                    <a:pt x="293" y="36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5" name="CustomShape 309"/>
            <p:cNvSpPr/>
            <p:nvPr/>
          </p:nvSpPr>
          <p:spPr>
            <a:xfrm>
              <a:off x="3381480" y="643320"/>
              <a:ext cx="9000" cy="3600"/>
            </a:xfrm>
            <a:custGeom>
              <a:avLst/>
              <a:gdLst/>
              <a:ahLst/>
              <a:rect l="l" t="t" r="r" b="b"/>
              <a:pathLst>
                <a:path w="440" h="196">
                  <a:moveTo>
                    <a:pt x="1" y="1"/>
                  </a:moveTo>
                  <a:lnTo>
                    <a:pt x="171" y="98"/>
                  </a:lnTo>
                  <a:lnTo>
                    <a:pt x="439" y="19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6" name="CustomShape 310"/>
            <p:cNvSpPr/>
            <p:nvPr/>
          </p:nvSpPr>
          <p:spPr>
            <a:xfrm>
              <a:off x="3406680" y="649800"/>
              <a:ext cx="9720" cy="360"/>
            </a:xfrm>
            <a:custGeom>
              <a:avLst/>
              <a:gdLst/>
              <a:ahLst/>
              <a:rect l="l" t="t" r="r" b="b"/>
              <a:pathLst>
                <a:path w="488" h="25">
                  <a:moveTo>
                    <a:pt x="0" y="0"/>
                  </a:moveTo>
                  <a:lnTo>
                    <a:pt x="49" y="25"/>
                  </a:lnTo>
                  <a:lnTo>
                    <a:pt x="487" y="0"/>
                  </a:lnTo>
                  <a:lnTo>
                    <a:pt x="487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7" name="CustomShape 311"/>
            <p:cNvSpPr/>
            <p:nvPr/>
          </p:nvSpPr>
          <p:spPr>
            <a:xfrm>
              <a:off x="3432960" y="645840"/>
              <a:ext cx="9360" cy="2160"/>
            </a:xfrm>
            <a:custGeom>
              <a:avLst/>
              <a:gdLst/>
              <a:ahLst/>
              <a:rect l="l" t="t" r="r" b="b"/>
              <a:pathLst>
                <a:path w="464" h="123">
                  <a:moveTo>
                    <a:pt x="1" y="122"/>
                  </a:moveTo>
                  <a:lnTo>
                    <a:pt x="196" y="73"/>
                  </a:lnTo>
                  <a:lnTo>
                    <a:pt x="464" y="0"/>
                  </a:lnTo>
                  <a:lnTo>
                    <a:pt x="46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8" name="CustomShape 312"/>
            <p:cNvSpPr/>
            <p:nvPr/>
          </p:nvSpPr>
          <p:spPr>
            <a:xfrm>
              <a:off x="3458160" y="633960"/>
              <a:ext cx="8280" cy="5400"/>
            </a:xfrm>
            <a:custGeom>
              <a:avLst/>
              <a:gdLst/>
              <a:ahLst/>
              <a:rect l="l" t="t" r="r" b="b"/>
              <a:pathLst>
                <a:path w="415" h="269">
                  <a:moveTo>
                    <a:pt x="0" y="268"/>
                  </a:moveTo>
                  <a:lnTo>
                    <a:pt x="195" y="146"/>
                  </a:lnTo>
                  <a:lnTo>
                    <a:pt x="390" y="0"/>
                  </a:lnTo>
                  <a:lnTo>
                    <a:pt x="41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9" name="CustomShape 313"/>
            <p:cNvSpPr/>
            <p:nvPr/>
          </p:nvSpPr>
          <p:spPr>
            <a:xfrm>
              <a:off x="3478320" y="613440"/>
              <a:ext cx="4680" cy="8280"/>
            </a:xfrm>
            <a:custGeom>
              <a:avLst/>
              <a:gdLst/>
              <a:ahLst/>
              <a:rect l="l" t="t" r="r" b="b"/>
              <a:pathLst>
                <a:path w="244" h="415">
                  <a:moveTo>
                    <a:pt x="0" y="414"/>
                  </a:moveTo>
                  <a:lnTo>
                    <a:pt x="24" y="365"/>
                  </a:lnTo>
                  <a:lnTo>
                    <a:pt x="146" y="195"/>
                  </a:lnTo>
                  <a:lnTo>
                    <a:pt x="24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0" name="CustomShape 314"/>
            <p:cNvSpPr/>
            <p:nvPr/>
          </p:nvSpPr>
          <p:spPr>
            <a:xfrm>
              <a:off x="3488760" y="587880"/>
              <a:ext cx="1800" cy="9720"/>
            </a:xfrm>
            <a:custGeom>
              <a:avLst/>
              <a:gdLst/>
              <a:ahLst/>
              <a:rect l="l" t="t" r="r" b="b"/>
              <a:pathLst>
                <a:path w="98" h="488">
                  <a:moveTo>
                    <a:pt x="0" y="487"/>
                  </a:moveTo>
                  <a:lnTo>
                    <a:pt x="49" y="293"/>
                  </a:lnTo>
                  <a:lnTo>
                    <a:pt x="9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1" name="CustomShape 315"/>
            <p:cNvSpPr/>
            <p:nvPr/>
          </p:nvSpPr>
          <p:spPr>
            <a:xfrm>
              <a:off x="3491640" y="561240"/>
              <a:ext cx="360" cy="9720"/>
            </a:xfrm>
            <a:custGeom>
              <a:avLst/>
              <a:gdLst/>
              <a:ahLst/>
              <a:rect l="l" t="t" r="r" b="b"/>
              <a:pathLst>
                <a:path w="25" h="488">
                  <a:moveTo>
                    <a:pt x="25" y="488"/>
                  </a:moveTo>
                  <a:lnTo>
                    <a:pt x="25" y="464"/>
                  </a:lnTo>
                  <a:lnTo>
                    <a:pt x="25" y="123"/>
                  </a:ln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2" name="CustomShape 316"/>
            <p:cNvSpPr/>
            <p:nvPr/>
          </p:nvSpPr>
          <p:spPr>
            <a:xfrm>
              <a:off x="3488040" y="538920"/>
              <a:ext cx="720" cy="4680"/>
            </a:xfrm>
            <a:custGeom>
              <a:avLst/>
              <a:gdLst/>
              <a:ahLst/>
              <a:rect l="l" t="t" r="r" b="b"/>
              <a:pathLst>
                <a:path w="50" h="244">
                  <a:moveTo>
                    <a:pt x="49" y="244"/>
                  </a:moveTo>
                  <a:lnTo>
                    <a:pt x="49" y="244"/>
                  </a:ln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483" name="Group 317"/>
          <p:cNvGrpSpPr/>
          <p:nvPr/>
        </p:nvGrpSpPr>
        <p:grpSpPr>
          <a:xfrm>
            <a:off x="5441400" y="387720"/>
            <a:ext cx="332280" cy="332280"/>
            <a:chOff x="5441400" y="387720"/>
            <a:chExt cx="332280" cy="332280"/>
          </a:xfrm>
        </p:grpSpPr>
        <p:sp>
          <p:nvSpPr>
            <p:cNvPr id="1484" name="CustomShape 318"/>
            <p:cNvSpPr/>
            <p:nvPr/>
          </p:nvSpPr>
          <p:spPr>
            <a:xfrm>
              <a:off x="5441400" y="387720"/>
              <a:ext cx="332280" cy="332280"/>
            </a:xfrm>
            <a:custGeom>
              <a:avLst/>
              <a:gdLst/>
              <a:ahLst/>
              <a:rect l="l" t="t" r="r" b="b"/>
              <a:pathLst>
                <a:path w="15832" h="15832">
                  <a:moveTo>
                    <a:pt x="7916" y="1"/>
                  </a:moveTo>
                  <a:lnTo>
                    <a:pt x="7916" y="1"/>
                  </a:lnTo>
                  <a:lnTo>
                    <a:pt x="7502" y="25"/>
                  </a:lnTo>
                  <a:lnTo>
                    <a:pt x="7112" y="49"/>
                  </a:lnTo>
                  <a:lnTo>
                    <a:pt x="6723" y="98"/>
                  </a:lnTo>
                  <a:lnTo>
                    <a:pt x="6333" y="171"/>
                  </a:lnTo>
                  <a:lnTo>
                    <a:pt x="5943" y="244"/>
                  </a:lnTo>
                  <a:lnTo>
                    <a:pt x="5553" y="366"/>
                  </a:lnTo>
                  <a:lnTo>
                    <a:pt x="5188" y="488"/>
                  </a:lnTo>
                  <a:lnTo>
                    <a:pt x="4847" y="634"/>
                  </a:lnTo>
                  <a:lnTo>
                    <a:pt x="4482" y="780"/>
                  </a:lnTo>
                  <a:lnTo>
                    <a:pt x="4141" y="950"/>
                  </a:lnTo>
                  <a:lnTo>
                    <a:pt x="3824" y="1145"/>
                  </a:lnTo>
                  <a:lnTo>
                    <a:pt x="3483" y="1364"/>
                  </a:lnTo>
                  <a:lnTo>
                    <a:pt x="3191" y="1584"/>
                  </a:lnTo>
                  <a:lnTo>
                    <a:pt x="2874" y="1803"/>
                  </a:lnTo>
                  <a:lnTo>
                    <a:pt x="2607" y="2071"/>
                  </a:lnTo>
                  <a:lnTo>
                    <a:pt x="2314" y="2314"/>
                  </a:lnTo>
                  <a:lnTo>
                    <a:pt x="2071" y="2607"/>
                  </a:lnTo>
                  <a:lnTo>
                    <a:pt x="1803" y="2874"/>
                  </a:lnTo>
                  <a:lnTo>
                    <a:pt x="1584" y="3191"/>
                  </a:lnTo>
                  <a:lnTo>
                    <a:pt x="1364" y="3483"/>
                  </a:lnTo>
                  <a:lnTo>
                    <a:pt x="1145" y="3824"/>
                  </a:lnTo>
                  <a:lnTo>
                    <a:pt x="950" y="4141"/>
                  </a:lnTo>
                  <a:lnTo>
                    <a:pt x="780" y="4482"/>
                  </a:lnTo>
                  <a:lnTo>
                    <a:pt x="634" y="4847"/>
                  </a:lnTo>
                  <a:lnTo>
                    <a:pt x="488" y="5188"/>
                  </a:lnTo>
                  <a:lnTo>
                    <a:pt x="366" y="5553"/>
                  </a:lnTo>
                  <a:lnTo>
                    <a:pt x="244" y="5943"/>
                  </a:lnTo>
                  <a:lnTo>
                    <a:pt x="171" y="6333"/>
                  </a:lnTo>
                  <a:lnTo>
                    <a:pt x="98" y="6722"/>
                  </a:lnTo>
                  <a:lnTo>
                    <a:pt x="49" y="7112"/>
                  </a:lnTo>
                  <a:lnTo>
                    <a:pt x="25" y="7502"/>
                  </a:lnTo>
                  <a:lnTo>
                    <a:pt x="1" y="7916"/>
                  </a:lnTo>
                  <a:lnTo>
                    <a:pt x="1" y="7916"/>
                  </a:lnTo>
                  <a:lnTo>
                    <a:pt x="25" y="8330"/>
                  </a:lnTo>
                  <a:lnTo>
                    <a:pt x="49" y="8720"/>
                  </a:lnTo>
                  <a:lnTo>
                    <a:pt x="98" y="9109"/>
                  </a:lnTo>
                  <a:lnTo>
                    <a:pt x="171" y="9499"/>
                  </a:lnTo>
                  <a:lnTo>
                    <a:pt x="244" y="9889"/>
                  </a:lnTo>
                  <a:lnTo>
                    <a:pt x="366" y="10278"/>
                  </a:lnTo>
                  <a:lnTo>
                    <a:pt x="488" y="10644"/>
                  </a:lnTo>
                  <a:lnTo>
                    <a:pt x="634" y="10985"/>
                  </a:lnTo>
                  <a:lnTo>
                    <a:pt x="780" y="11350"/>
                  </a:lnTo>
                  <a:lnTo>
                    <a:pt x="950" y="11691"/>
                  </a:lnTo>
                  <a:lnTo>
                    <a:pt x="1145" y="12008"/>
                  </a:lnTo>
                  <a:lnTo>
                    <a:pt x="1364" y="12348"/>
                  </a:lnTo>
                  <a:lnTo>
                    <a:pt x="1584" y="12641"/>
                  </a:lnTo>
                  <a:lnTo>
                    <a:pt x="1803" y="12957"/>
                  </a:lnTo>
                  <a:lnTo>
                    <a:pt x="2071" y="13225"/>
                  </a:lnTo>
                  <a:lnTo>
                    <a:pt x="2314" y="13518"/>
                  </a:lnTo>
                  <a:lnTo>
                    <a:pt x="2607" y="13761"/>
                  </a:lnTo>
                  <a:lnTo>
                    <a:pt x="2874" y="14029"/>
                  </a:lnTo>
                  <a:lnTo>
                    <a:pt x="3191" y="14248"/>
                  </a:lnTo>
                  <a:lnTo>
                    <a:pt x="3483" y="14467"/>
                  </a:lnTo>
                  <a:lnTo>
                    <a:pt x="3824" y="14687"/>
                  </a:lnTo>
                  <a:lnTo>
                    <a:pt x="4141" y="14881"/>
                  </a:lnTo>
                  <a:lnTo>
                    <a:pt x="4482" y="15052"/>
                  </a:lnTo>
                  <a:lnTo>
                    <a:pt x="4847" y="15198"/>
                  </a:lnTo>
                  <a:lnTo>
                    <a:pt x="5188" y="15344"/>
                  </a:lnTo>
                  <a:lnTo>
                    <a:pt x="5553" y="15466"/>
                  </a:lnTo>
                  <a:lnTo>
                    <a:pt x="5943" y="15588"/>
                  </a:lnTo>
                  <a:lnTo>
                    <a:pt x="6333" y="15661"/>
                  </a:lnTo>
                  <a:lnTo>
                    <a:pt x="6723" y="15734"/>
                  </a:lnTo>
                  <a:lnTo>
                    <a:pt x="7112" y="15783"/>
                  </a:lnTo>
                  <a:lnTo>
                    <a:pt x="7502" y="15807"/>
                  </a:lnTo>
                  <a:lnTo>
                    <a:pt x="7916" y="15831"/>
                  </a:lnTo>
                  <a:lnTo>
                    <a:pt x="7916" y="15831"/>
                  </a:lnTo>
                  <a:lnTo>
                    <a:pt x="8330" y="15807"/>
                  </a:lnTo>
                  <a:lnTo>
                    <a:pt x="8720" y="15783"/>
                  </a:lnTo>
                  <a:lnTo>
                    <a:pt x="9109" y="15734"/>
                  </a:lnTo>
                  <a:lnTo>
                    <a:pt x="9499" y="15661"/>
                  </a:lnTo>
                  <a:lnTo>
                    <a:pt x="9889" y="15588"/>
                  </a:lnTo>
                  <a:lnTo>
                    <a:pt x="10278" y="15466"/>
                  </a:lnTo>
                  <a:lnTo>
                    <a:pt x="10644" y="15344"/>
                  </a:lnTo>
                  <a:lnTo>
                    <a:pt x="10985" y="15198"/>
                  </a:lnTo>
                  <a:lnTo>
                    <a:pt x="11350" y="15052"/>
                  </a:lnTo>
                  <a:lnTo>
                    <a:pt x="11691" y="14881"/>
                  </a:lnTo>
                  <a:lnTo>
                    <a:pt x="12008" y="14687"/>
                  </a:lnTo>
                  <a:lnTo>
                    <a:pt x="12349" y="14467"/>
                  </a:lnTo>
                  <a:lnTo>
                    <a:pt x="12641" y="14248"/>
                  </a:lnTo>
                  <a:lnTo>
                    <a:pt x="12957" y="14029"/>
                  </a:lnTo>
                  <a:lnTo>
                    <a:pt x="13225" y="13761"/>
                  </a:lnTo>
                  <a:lnTo>
                    <a:pt x="13518" y="13518"/>
                  </a:lnTo>
                  <a:lnTo>
                    <a:pt x="13761" y="13225"/>
                  </a:lnTo>
                  <a:lnTo>
                    <a:pt x="14029" y="12957"/>
                  </a:lnTo>
                  <a:lnTo>
                    <a:pt x="14248" y="12641"/>
                  </a:lnTo>
                  <a:lnTo>
                    <a:pt x="14467" y="12348"/>
                  </a:lnTo>
                  <a:lnTo>
                    <a:pt x="14687" y="12008"/>
                  </a:lnTo>
                  <a:lnTo>
                    <a:pt x="14881" y="11691"/>
                  </a:lnTo>
                  <a:lnTo>
                    <a:pt x="15052" y="11350"/>
                  </a:lnTo>
                  <a:lnTo>
                    <a:pt x="15198" y="10985"/>
                  </a:lnTo>
                  <a:lnTo>
                    <a:pt x="15344" y="10644"/>
                  </a:lnTo>
                  <a:lnTo>
                    <a:pt x="15466" y="10278"/>
                  </a:lnTo>
                  <a:lnTo>
                    <a:pt x="15588" y="9889"/>
                  </a:lnTo>
                  <a:lnTo>
                    <a:pt x="15661" y="9499"/>
                  </a:lnTo>
                  <a:lnTo>
                    <a:pt x="15734" y="9109"/>
                  </a:lnTo>
                  <a:lnTo>
                    <a:pt x="15783" y="8720"/>
                  </a:lnTo>
                  <a:lnTo>
                    <a:pt x="15807" y="8330"/>
                  </a:lnTo>
                  <a:lnTo>
                    <a:pt x="15831" y="7916"/>
                  </a:lnTo>
                  <a:lnTo>
                    <a:pt x="15831" y="7916"/>
                  </a:lnTo>
                  <a:lnTo>
                    <a:pt x="15807" y="7502"/>
                  </a:lnTo>
                  <a:lnTo>
                    <a:pt x="15783" y="7112"/>
                  </a:lnTo>
                  <a:lnTo>
                    <a:pt x="15734" y="6722"/>
                  </a:lnTo>
                  <a:lnTo>
                    <a:pt x="15661" y="6333"/>
                  </a:lnTo>
                  <a:lnTo>
                    <a:pt x="15588" y="5943"/>
                  </a:lnTo>
                  <a:lnTo>
                    <a:pt x="15466" y="5553"/>
                  </a:lnTo>
                  <a:lnTo>
                    <a:pt x="15344" y="5188"/>
                  </a:lnTo>
                  <a:lnTo>
                    <a:pt x="15198" y="4847"/>
                  </a:lnTo>
                  <a:lnTo>
                    <a:pt x="15052" y="4482"/>
                  </a:lnTo>
                  <a:lnTo>
                    <a:pt x="14881" y="4141"/>
                  </a:lnTo>
                  <a:lnTo>
                    <a:pt x="14687" y="3824"/>
                  </a:lnTo>
                  <a:lnTo>
                    <a:pt x="14467" y="3483"/>
                  </a:lnTo>
                  <a:lnTo>
                    <a:pt x="14248" y="3191"/>
                  </a:lnTo>
                  <a:lnTo>
                    <a:pt x="14029" y="2874"/>
                  </a:lnTo>
                  <a:lnTo>
                    <a:pt x="13761" y="2607"/>
                  </a:lnTo>
                  <a:lnTo>
                    <a:pt x="13518" y="2314"/>
                  </a:lnTo>
                  <a:lnTo>
                    <a:pt x="13225" y="2071"/>
                  </a:lnTo>
                  <a:lnTo>
                    <a:pt x="12957" y="1803"/>
                  </a:lnTo>
                  <a:lnTo>
                    <a:pt x="12641" y="1584"/>
                  </a:lnTo>
                  <a:lnTo>
                    <a:pt x="12349" y="1364"/>
                  </a:lnTo>
                  <a:lnTo>
                    <a:pt x="12008" y="1145"/>
                  </a:lnTo>
                  <a:lnTo>
                    <a:pt x="11691" y="950"/>
                  </a:lnTo>
                  <a:lnTo>
                    <a:pt x="11350" y="780"/>
                  </a:lnTo>
                  <a:lnTo>
                    <a:pt x="10985" y="634"/>
                  </a:lnTo>
                  <a:lnTo>
                    <a:pt x="10644" y="488"/>
                  </a:lnTo>
                  <a:lnTo>
                    <a:pt x="10278" y="366"/>
                  </a:lnTo>
                  <a:lnTo>
                    <a:pt x="9889" y="244"/>
                  </a:lnTo>
                  <a:lnTo>
                    <a:pt x="9499" y="171"/>
                  </a:lnTo>
                  <a:lnTo>
                    <a:pt x="9109" y="98"/>
                  </a:lnTo>
                  <a:lnTo>
                    <a:pt x="8720" y="49"/>
                  </a:lnTo>
                  <a:lnTo>
                    <a:pt x="8330" y="25"/>
                  </a:lnTo>
                  <a:lnTo>
                    <a:pt x="7916" y="1"/>
                  </a:lnTo>
                  <a:lnTo>
                    <a:pt x="7916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5" name="CustomShape 319"/>
            <p:cNvSpPr/>
            <p:nvPr/>
          </p:nvSpPr>
          <p:spPr>
            <a:xfrm>
              <a:off x="5461560" y="408240"/>
              <a:ext cx="291240" cy="291240"/>
            </a:xfrm>
            <a:custGeom>
              <a:avLst/>
              <a:gdLst/>
              <a:ahLst/>
              <a:rect l="l" t="t" r="r" b="b"/>
              <a:pathLst>
                <a:path w="13884" h="13884">
                  <a:moveTo>
                    <a:pt x="6942" y="13883"/>
                  </a:moveTo>
                  <a:lnTo>
                    <a:pt x="6942" y="13883"/>
                  </a:lnTo>
                  <a:lnTo>
                    <a:pt x="6577" y="13883"/>
                  </a:lnTo>
                  <a:lnTo>
                    <a:pt x="6236" y="13834"/>
                  </a:lnTo>
                  <a:lnTo>
                    <a:pt x="5895" y="13810"/>
                  </a:lnTo>
                  <a:lnTo>
                    <a:pt x="5554" y="13737"/>
                  </a:lnTo>
                  <a:lnTo>
                    <a:pt x="5213" y="13664"/>
                  </a:lnTo>
                  <a:lnTo>
                    <a:pt x="4872" y="13566"/>
                  </a:lnTo>
                  <a:lnTo>
                    <a:pt x="4555" y="13469"/>
                  </a:lnTo>
                  <a:lnTo>
                    <a:pt x="4239" y="13323"/>
                  </a:lnTo>
                  <a:lnTo>
                    <a:pt x="3946" y="13201"/>
                  </a:lnTo>
                  <a:lnTo>
                    <a:pt x="3630" y="13031"/>
                  </a:lnTo>
                  <a:lnTo>
                    <a:pt x="3337" y="12884"/>
                  </a:lnTo>
                  <a:lnTo>
                    <a:pt x="3069" y="12690"/>
                  </a:lnTo>
                  <a:lnTo>
                    <a:pt x="2802" y="12495"/>
                  </a:lnTo>
                  <a:lnTo>
                    <a:pt x="2534" y="12300"/>
                  </a:lnTo>
                  <a:lnTo>
                    <a:pt x="2290" y="12081"/>
                  </a:lnTo>
                  <a:lnTo>
                    <a:pt x="2047" y="11837"/>
                  </a:lnTo>
                  <a:lnTo>
                    <a:pt x="1803" y="11594"/>
                  </a:lnTo>
                  <a:lnTo>
                    <a:pt x="1584" y="11350"/>
                  </a:lnTo>
                  <a:lnTo>
                    <a:pt x="1389" y="11082"/>
                  </a:lnTo>
                  <a:lnTo>
                    <a:pt x="1194" y="10814"/>
                  </a:lnTo>
                  <a:lnTo>
                    <a:pt x="999" y="10546"/>
                  </a:lnTo>
                  <a:lnTo>
                    <a:pt x="853" y="10254"/>
                  </a:lnTo>
                  <a:lnTo>
                    <a:pt x="683" y="9938"/>
                  </a:lnTo>
                  <a:lnTo>
                    <a:pt x="561" y="9645"/>
                  </a:lnTo>
                  <a:lnTo>
                    <a:pt x="415" y="9329"/>
                  </a:lnTo>
                  <a:lnTo>
                    <a:pt x="317" y="9012"/>
                  </a:lnTo>
                  <a:lnTo>
                    <a:pt x="220" y="8671"/>
                  </a:lnTo>
                  <a:lnTo>
                    <a:pt x="147" y="8330"/>
                  </a:lnTo>
                  <a:lnTo>
                    <a:pt x="74" y="7989"/>
                  </a:lnTo>
                  <a:lnTo>
                    <a:pt x="49" y="7648"/>
                  </a:lnTo>
                  <a:lnTo>
                    <a:pt x="1" y="7307"/>
                  </a:lnTo>
                  <a:lnTo>
                    <a:pt x="1" y="6942"/>
                  </a:lnTo>
                  <a:lnTo>
                    <a:pt x="1" y="6942"/>
                  </a:lnTo>
                  <a:lnTo>
                    <a:pt x="1" y="6577"/>
                  </a:lnTo>
                  <a:lnTo>
                    <a:pt x="49" y="6236"/>
                  </a:lnTo>
                  <a:lnTo>
                    <a:pt x="74" y="5895"/>
                  </a:lnTo>
                  <a:lnTo>
                    <a:pt x="147" y="5554"/>
                  </a:lnTo>
                  <a:lnTo>
                    <a:pt x="220" y="5213"/>
                  </a:lnTo>
                  <a:lnTo>
                    <a:pt x="317" y="4872"/>
                  </a:lnTo>
                  <a:lnTo>
                    <a:pt x="415" y="4555"/>
                  </a:lnTo>
                  <a:lnTo>
                    <a:pt x="561" y="4238"/>
                  </a:lnTo>
                  <a:lnTo>
                    <a:pt x="683" y="3946"/>
                  </a:lnTo>
                  <a:lnTo>
                    <a:pt x="853" y="3630"/>
                  </a:lnTo>
                  <a:lnTo>
                    <a:pt x="999" y="3337"/>
                  </a:lnTo>
                  <a:lnTo>
                    <a:pt x="1194" y="3069"/>
                  </a:lnTo>
                  <a:lnTo>
                    <a:pt x="1389" y="2802"/>
                  </a:lnTo>
                  <a:lnTo>
                    <a:pt x="1584" y="2534"/>
                  </a:lnTo>
                  <a:lnTo>
                    <a:pt x="1803" y="2290"/>
                  </a:lnTo>
                  <a:lnTo>
                    <a:pt x="2047" y="2047"/>
                  </a:lnTo>
                  <a:lnTo>
                    <a:pt x="2290" y="1803"/>
                  </a:lnTo>
                  <a:lnTo>
                    <a:pt x="2534" y="1584"/>
                  </a:lnTo>
                  <a:lnTo>
                    <a:pt x="2802" y="1389"/>
                  </a:lnTo>
                  <a:lnTo>
                    <a:pt x="3069" y="1194"/>
                  </a:lnTo>
                  <a:lnTo>
                    <a:pt x="3337" y="999"/>
                  </a:lnTo>
                  <a:lnTo>
                    <a:pt x="3630" y="853"/>
                  </a:lnTo>
                  <a:lnTo>
                    <a:pt x="3946" y="683"/>
                  </a:lnTo>
                  <a:lnTo>
                    <a:pt x="4239" y="561"/>
                  </a:lnTo>
                  <a:lnTo>
                    <a:pt x="4555" y="415"/>
                  </a:lnTo>
                  <a:lnTo>
                    <a:pt x="4872" y="317"/>
                  </a:lnTo>
                  <a:lnTo>
                    <a:pt x="5213" y="220"/>
                  </a:lnTo>
                  <a:lnTo>
                    <a:pt x="5554" y="147"/>
                  </a:lnTo>
                  <a:lnTo>
                    <a:pt x="5895" y="74"/>
                  </a:lnTo>
                  <a:lnTo>
                    <a:pt x="6236" y="49"/>
                  </a:lnTo>
                  <a:lnTo>
                    <a:pt x="6577" y="1"/>
                  </a:lnTo>
                  <a:lnTo>
                    <a:pt x="6942" y="1"/>
                  </a:lnTo>
                  <a:lnTo>
                    <a:pt x="6942" y="1"/>
                  </a:lnTo>
                  <a:lnTo>
                    <a:pt x="7307" y="1"/>
                  </a:lnTo>
                  <a:lnTo>
                    <a:pt x="7648" y="49"/>
                  </a:lnTo>
                  <a:lnTo>
                    <a:pt x="7989" y="74"/>
                  </a:lnTo>
                  <a:lnTo>
                    <a:pt x="8330" y="147"/>
                  </a:lnTo>
                  <a:lnTo>
                    <a:pt x="8671" y="220"/>
                  </a:lnTo>
                  <a:lnTo>
                    <a:pt x="9012" y="317"/>
                  </a:lnTo>
                  <a:lnTo>
                    <a:pt x="9329" y="415"/>
                  </a:lnTo>
                  <a:lnTo>
                    <a:pt x="9645" y="561"/>
                  </a:lnTo>
                  <a:lnTo>
                    <a:pt x="9938" y="683"/>
                  </a:lnTo>
                  <a:lnTo>
                    <a:pt x="10254" y="853"/>
                  </a:lnTo>
                  <a:lnTo>
                    <a:pt x="10546" y="999"/>
                  </a:lnTo>
                  <a:lnTo>
                    <a:pt x="10814" y="1194"/>
                  </a:lnTo>
                  <a:lnTo>
                    <a:pt x="11082" y="1389"/>
                  </a:lnTo>
                  <a:lnTo>
                    <a:pt x="11350" y="1584"/>
                  </a:lnTo>
                  <a:lnTo>
                    <a:pt x="11594" y="1803"/>
                  </a:lnTo>
                  <a:lnTo>
                    <a:pt x="11837" y="2047"/>
                  </a:lnTo>
                  <a:lnTo>
                    <a:pt x="12081" y="2290"/>
                  </a:lnTo>
                  <a:lnTo>
                    <a:pt x="12300" y="2534"/>
                  </a:lnTo>
                  <a:lnTo>
                    <a:pt x="12495" y="2802"/>
                  </a:lnTo>
                  <a:lnTo>
                    <a:pt x="12690" y="3069"/>
                  </a:lnTo>
                  <a:lnTo>
                    <a:pt x="12885" y="3337"/>
                  </a:lnTo>
                  <a:lnTo>
                    <a:pt x="13031" y="3630"/>
                  </a:lnTo>
                  <a:lnTo>
                    <a:pt x="13201" y="3946"/>
                  </a:lnTo>
                  <a:lnTo>
                    <a:pt x="13323" y="4238"/>
                  </a:lnTo>
                  <a:lnTo>
                    <a:pt x="13469" y="4555"/>
                  </a:lnTo>
                  <a:lnTo>
                    <a:pt x="13566" y="4872"/>
                  </a:lnTo>
                  <a:lnTo>
                    <a:pt x="13664" y="5213"/>
                  </a:lnTo>
                  <a:lnTo>
                    <a:pt x="13737" y="5554"/>
                  </a:lnTo>
                  <a:lnTo>
                    <a:pt x="13810" y="5895"/>
                  </a:lnTo>
                  <a:lnTo>
                    <a:pt x="13834" y="6236"/>
                  </a:lnTo>
                  <a:lnTo>
                    <a:pt x="13883" y="6577"/>
                  </a:lnTo>
                  <a:lnTo>
                    <a:pt x="13883" y="6942"/>
                  </a:lnTo>
                  <a:lnTo>
                    <a:pt x="13883" y="6942"/>
                  </a:lnTo>
                  <a:lnTo>
                    <a:pt x="13883" y="7307"/>
                  </a:lnTo>
                  <a:lnTo>
                    <a:pt x="13834" y="7648"/>
                  </a:lnTo>
                  <a:lnTo>
                    <a:pt x="13810" y="7989"/>
                  </a:lnTo>
                  <a:lnTo>
                    <a:pt x="13737" y="8330"/>
                  </a:lnTo>
                  <a:lnTo>
                    <a:pt x="13664" y="8671"/>
                  </a:lnTo>
                  <a:lnTo>
                    <a:pt x="13566" y="9012"/>
                  </a:lnTo>
                  <a:lnTo>
                    <a:pt x="13469" y="9329"/>
                  </a:lnTo>
                  <a:lnTo>
                    <a:pt x="13323" y="9645"/>
                  </a:lnTo>
                  <a:lnTo>
                    <a:pt x="13201" y="9938"/>
                  </a:lnTo>
                  <a:lnTo>
                    <a:pt x="13031" y="10254"/>
                  </a:lnTo>
                  <a:lnTo>
                    <a:pt x="12885" y="10546"/>
                  </a:lnTo>
                  <a:lnTo>
                    <a:pt x="12690" y="10814"/>
                  </a:lnTo>
                  <a:lnTo>
                    <a:pt x="12495" y="11082"/>
                  </a:lnTo>
                  <a:lnTo>
                    <a:pt x="12300" y="11350"/>
                  </a:lnTo>
                  <a:lnTo>
                    <a:pt x="12081" y="11594"/>
                  </a:lnTo>
                  <a:lnTo>
                    <a:pt x="11837" y="11837"/>
                  </a:lnTo>
                  <a:lnTo>
                    <a:pt x="11594" y="12081"/>
                  </a:lnTo>
                  <a:lnTo>
                    <a:pt x="11350" y="12300"/>
                  </a:lnTo>
                  <a:lnTo>
                    <a:pt x="11082" y="12495"/>
                  </a:lnTo>
                  <a:lnTo>
                    <a:pt x="10814" y="12690"/>
                  </a:lnTo>
                  <a:lnTo>
                    <a:pt x="10546" y="12884"/>
                  </a:lnTo>
                  <a:lnTo>
                    <a:pt x="10254" y="13031"/>
                  </a:lnTo>
                  <a:lnTo>
                    <a:pt x="9938" y="13201"/>
                  </a:lnTo>
                  <a:lnTo>
                    <a:pt x="9645" y="13323"/>
                  </a:lnTo>
                  <a:lnTo>
                    <a:pt x="9329" y="13469"/>
                  </a:lnTo>
                  <a:lnTo>
                    <a:pt x="9012" y="13566"/>
                  </a:lnTo>
                  <a:lnTo>
                    <a:pt x="8671" y="13664"/>
                  </a:lnTo>
                  <a:lnTo>
                    <a:pt x="8330" y="13737"/>
                  </a:lnTo>
                  <a:lnTo>
                    <a:pt x="7989" y="13810"/>
                  </a:lnTo>
                  <a:lnTo>
                    <a:pt x="7648" y="13834"/>
                  </a:lnTo>
                  <a:lnTo>
                    <a:pt x="7307" y="13883"/>
                  </a:lnTo>
                  <a:lnTo>
                    <a:pt x="6942" y="13883"/>
                  </a:lnTo>
                  <a:lnTo>
                    <a:pt x="6942" y="1388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6" name="CustomShape 320"/>
            <p:cNvSpPr/>
            <p:nvPr/>
          </p:nvSpPr>
          <p:spPr>
            <a:xfrm>
              <a:off x="5609160" y="461880"/>
              <a:ext cx="45720" cy="141840"/>
            </a:xfrm>
            <a:custGeom>
              <a:avLst/>
              <a:gdLst/>
              <a:ahLst/>
              <a:rect l="l" t="t" r="r" b="b"/>
              <a:pathLst>
                <a:path w="2193" h="6772">
                  <a:moveTo>
                    <a:pt x="1" y="1"/>
                  </a:moveTo>
                  <a:lnTo>
                    <a:pt x="1" y="4580"/>
                  </a:lnTo>
                  <a:lnTo>
                    <a:pt x="2193" y="677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7" name="CustomShape 321"/>
            <p:cNvSpPr/>
            <p:nvPr/>
          </p:nvSpPr>
          <p:spPr>
            <a:xfrm>
              <a:off x="5607720" y="408240"/>
              <a:ext cx="360" cy="24120"/>
            </a:xfrm>
            <a:custGeom>
              <a:avLst/>
              <a:gdLst/>
              <a:ahLst/>
              <a:rect l="l" t="t" r="r" b="b"/>
              <a:pathLst>
                <a:path w="1" h="1170">
                  <a:moveTo>
                    <a:pt x="1" y="1170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8" name="CustomShape 322"/>
            <p:cNvSpPr/>
            <p:nvPr/>
          </p:nvSpPr>
          <p:spPr>
            <a:xfrm>
              <a:off x="5535000" y="42768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9" name="CustomShape 323"/>
            <p:cNvSpPr/>
            <p:nvPr/>
          </p:nvSpPr>
          <p:spPr>
            <a:xfrm>
              <a:off x="5535000" y="427680"/>
              <a:ext cx="11520" cy="20520"/>
            </a:xfrm>
            <a:custGeom>
              <a:avLst/>
              <a:gdLst/>
              <a:ahLst/>
              <a:rect l="l" t="t" r="r" b="b"/>
              <a:pathLst>
                <a:path w="561" h="999">
                  <a:moveTo>
                    <a:pt x="1" y="0"/>
                  </a:moveTo>
                  <a:lnTo>
                    <a:pt x="561" y="999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0" name="CustomShape 324"/>
            <p:cNvSpPr/>
            <p:nvPr/>
          </p:nvSpPr>
          <p:spPr>
            <a:xfrm>
              <a:off x="5481000" y="48132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1" name="CustomShape 325"/>
            <p:cNvSpPr/>
            <p:nvPr/>
          </p:nvSpPr>
          <p:spPr>
            <a:xfrm>
              <a:off x="5481000" y="481320"/>
              <a:ext cx="20520" cy="11520"/>
            </a:xfrm>
            <a:custGeom>
              <a:avLst/>
              <a:gdLst/>
              <a:ahLst/>
              <a:rect l="l" t="t" r="r" b="b"/>
              <a:pathLst>
                <a:path w="999" h="561">
                  <a:moveTo>
                    <a:pt x="0" y="0"/>
                  </a:moveTo>
                  <a:lnTo>
                    <a:pt x="999" y="56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2" name="CustomShape 326"/>
            <p:cNvSpPr/>
            <p:nvPr/>
          </p:nvSpPr>
          <p:spPr>
            <a:xfrm>
              <a:off x="5461560" y="554040"/>
              <a:ext cx="24120" cy="360"/>
            </a:xfrm>
            <a:custGeom>
              <a:avLst/>
              <a:gdLst/>
              <a:ahLst/>
              <a:rect l="l" t="t" r="r" b="b"/>
              <a:pathLst>
                <a:path w="1170" h="1">
                  <a:moveTo>
                    <a:pt x="1" y="1"/>
                  </a:moveTo>
                  <a:lnTo>
                    <a:pt x="1170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3" name="CustomShape 327"/>
            <p:cNvSpPr/>
            <p:nvPr/>
          </p:nvSpPr>
          <p:spPr>
            <a:xfrm>
              <a:off x="5481000" y="62676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4" name="CustomShape 328"/>
            <p:cNvSpPr/>
            <p:nvPr/>
          </p:nvSpPr>
          <p:spPr>
            <a:xfrm>
              <a:off x="5481000" y="614880"/>
              <a:ext cx="20520" cy="11520"/>
            </a:xfrm>
            <a:custGeom>
              <a:avLst/>
              <a:gdLst/>
              <a:ahLst/>
              <a:rect l="l" t="t" r="r" b="b"/>
              <a:pathLst>
                <a:path w="999" h="561">
                  <a:moveTo>
                    <a:pt x="0" y="560"/>
                  </a:moveTo>
                  <a:lnTo>
                    <a:pt x="999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5" name="CustomShape 329"/>
            <p:cNvSpPr/>
            <p:nvPr/>
          </p:nvSpPr>
          <p:spPr>
            <a:xfrm>
              <a:off x="5535000" y="659520"/>
              <a:ext cx="11520" cy="20520"/>
            </a:xfrm>
            <a:custGeom>
              <a:avLst/>
              <a:gdLst/>
              <a:ahLst/>
              <a:rect l="l" t="t" r="r" b="b"/>
              <a:pathLst>
                <a:path w="561" h="999">
                  <a:moveTo>
                    <a:pt x="1" y="999"/>
                  </a:moveTo>
                  <a:lnTo>
                    <a:pt x="56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6" name="CustomShape 330"/>
            <p:cNvSpPr/>
            <p:nvPr/>
          </p:nvSpPr>
          <p:spPr>
            <a:xfrm>
              <a:off x="5535000" y="68040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7" name="CustomShape 331"/>
            <p:cNvSpPr/>
            <p:nvPr/>
          </p:nvSpPr>
          <p:spPr>
            <a:xfrm>
              <a:off x="5607720" y="675360"/>
              <a:ext cx="360" cy="24120"/>
            </a:xfrm>
            <a:custGeom>
              <a:avLst/>
              <a:gdLst/>
              <a:ahLst/>
              <a:rect l="l" t="t" r="r" b="b"/>
              <a:pathLst>
                <a:path w="1" h="1170">
                  <a:moveTo>
                    <a:pt x="1" y="0"/>
                  </a:moveTo>
                  <a:lnTo>
                    <a:pt x="1" y="1169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8" name="CustomShape 332"/>
            <p:cNvSpPr/>
            <p:nvPr/>
          </p:nvSpPr>
          <p:spPr>
            <a:xfrm>
              <a:off x="5668560" y="659520"/>
              <a:ext cx="11520" cy="20520"/>
            </a:xfrm>
            <a:custGeom>
              <a:avLst/>
              <a:gdLst/>
              <a:ahLst/>
              <a:rect l="l" t="t" r="r" b="b"/>
              <a:pathLst>
                <a:path w="561" h="999">
                  <a:moveTo>
                    <a:pt x="560" y="999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9" name="CustomShape 333"/>
            <p:cNvSpPr/>
            <p:nvPr/>
          </p:nvSpPr>
          <p:spPr>
            <a:xfrm>
              <a:off x="5680080" y="68040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0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0" name="CustomShape 334"/>
            <p:cNvSpPr/>
            <p:nvPr/>
          </p:nvSpPr>
          <p:spPr>
            <a:xfrm>
              <a:off x="5712840" y="614880"/>
              <a:ext cx="20520" cy="11520"/>
            </a:xfrm>
            <a:custGeom>
              <a:avLst/>
              <a:gdLst/>
              <a:ahLst/>
              <a:rect l="l" t="t" r="r" b="b"/>
              <a:pathLst>
                <a:path w="999" h="561">
                  <a:moveTo>
                    <a:pt x="999" y="56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1" name="CustomShape 335"/>
            <p:cNvSpPr/>
            <p:nvPr/>
          </p:nvSpPr>
          <p:spPr>
            <a:xfrm>
              <a:off x="5734080" y="62676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2" name="CustomShape 336"/>
            <p:cNvSpPr/>
            <p:nvPr/>
          </p:nvSpPr>
          <p:spPr>
            <a:xfrm>
              <a:off x="5729040" y="554040"/>
              <a:ext cx="24120" cy="360"/>
            </a:xfrm>
            <a:custGeom>
              <a:avLst/>
              <a:gdLst/>
              <a:ahLst/>
              <a:rect l="l" t="t" r="r" b="b"/>
              <a:pathLst>
                <a:path w="1170" h="1">
                  <a:moveTo>
                    <a:pt x="1169" y="1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3" name="CustomShape 337"/>
            <p:cNvSpPr/>
            <p:nvPr/>
          </p:nvSpPr>
          <p:spPr>
            <a:xfrm>
              <a:off x="5712840" y="481320"/>
              <a:ext cx="20520" cy="11520"/>
            </a:xfrm>
            <a:custGeom>
              <a:avLst/>
              <a:gdLst/>
              <a:ahLst/>
              <a:rect l="l" t="t" r="r" b="b"/>
              <a:pathLst>
                <a:path w="999" h="561">
                  <a:moveTo>
                    <a:pt x="0" y="561"/>
                  </a:moveTo>
                  <a:lnTo>
                    <a:pt x="999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4" name="CustomShape 338"/>
            <p:cNvSpPr/>
            <p:nvPr/>
          </p:nvSpPr>
          <p:spPr>
            <a:xfrm>
              <a:off x="5734080" y="48132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1" y="0"/>
                  </a:moveTo>
                  <a:lnTo>
                    <a:pt x="1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5" name="CustomShape 339"/>
            <p:cNvSpPr/>
            <p:nvPr/>
          </p:nvSpPr>
          <p:spPr>
            <a:xfrm>
              <a:off x="5668560" y="427680"/>
              <a:ext cx="11520" cy="20520"/>
            </a:xfrm>
            <a:custGeom>
              <a:avLst/>
              <a:gdLst/>
              <a:ahLst/>
              <a:rect l="l" t="t" r="r" b="b"/>
              <a:pathLst>
                <a:path w="561" h="999">
                  <a:moveTo>
                    <a:pt x="560" y="0"/>
                  </a:moveTo>
                  <a:lnTo>
                    <a:pt x="0" y="999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6" name="CustomShape 340"/>
            <p:cNvSpPr/>
            <p:nvPr/>
          </p:nvSpPr>
          <p:spPr>
            <a:xfrm>
              <a:off x="5680080" y="427680"/>
              <a:ext cx="360" cy="360"/>
            </a:xfrm>
            <a:custGeom>
              <a:avLst/>
              <a:gdLst/>
              <a:ahLst/>
              <a:rect l="l" t="t" r="r" b="b"/>
              <a:pathLst>
                <a:path w="1" h="1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1d1d1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07" name="Group 341"/>
          <p:cNvGrpSpPr/>
          <p:nvPr/>
        </p:nvGrpSpPr>
        <p:grpSpPr>
          <a:xfrm>
            <a:off x="4873680" y="395280"/>
            <a:ext cx="337320" cy="319680"/>
            <a:chOff x="4873680" y="395280"/>
            <a:chExt cx="337320" cy="319680"/>
          </a:xfrm>
        </p:grpSpPr>
        <p:sp>
          <p:nvSpPr>
            <p:cNvPr id="1508" name="CustomShape 342"/>
            <p:cNvSpPr/>
            <p:nvPr/>
          </p:nvSpPr>
          <p:spPr>
            <a:xfrm>
              <a:off x="4873680" y="411840"/>
              <a:ext cx="337320" cy="55800"/>
            </a:xfrm>
            <a:custGeom>
              <a:avLst/>
              <a:gdLst/>
              <a:ahLst/>
              <a:rect l="l" t="t" r="r" b="b"/>
              <a:pathLst>
                <a:path w="16076" h="2680">
                  <a:moveTo>
                    <a:pt x="16075" y="2679"/>
                  </a:moveTo>
                  <a:lnTo>
                    <a:pt x="16075" y="0"/>
                  </a:lnTo>
                  <a:lnTo>
                    <a:pt x="1" y="0"/>
                  </a:lnTo>
                  <a:lnTo>
                    <a:pt x="1" y="2679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9" name="CustomShape 343"/>
            <p:cNvSpPr/>
            <p:nvPr/>
          </p:nvSpPr>
          <p:spPr>
            <a:xfrm>
              <a:off x="4916160" y="420480"/>
              <a:ext cx="37440" cy="37440"/>
            </a:xfrm>
            <a:custGeom>
              <a:avLst/>
              <a:gdLst/>
              <a:ahLst/>
              <a:rect l="l" t="t" r="r" b="b"/>
              <a:pathLst>
                <a:path w="1803" h="1803">
                  <a:moveTo>
                    <a:pt x="902" y="1803"/>
                  </a:moveTo>
                  <a:lnTo>
                    <a:pt x="902" y="1803"/>
                  </a:lnTo>
                  <a:lnTo>
                    <a:pt x="731" y="1778"/>
                  </a:lnTo>
                  <a:lnTo>
                    <a:pt x="561" y="1729"/>
                  </a:lnTo>
                  <a:lnTo>
                    <a:pt x="390" y="1632"/>
                  </a:lnTo>
                  <a:lnTo>
                    <a:pt x="268" y="1535"/>
                  </a:lnTo>
                  <a:lnTo>
                    <a:pt x="147" y="1388"/>
                  </a:lnTo>
                  <a:lnTo>
                    <a:pt x="73" y="1242"/>
                  </a:lnTo>
                  <a:lnTo>
                    <a:pt x="25" y="1072"/>
                  </a:lnTo>
                  <a:lnTo>
                    <a:pt x="0" y="901"/>
                  </a:lnTo>
                  <a:lnTo>
                    <a:pt x="0" y="901"/>
                  </a:lnTo>
                  <a:lnTo>
                    <a:pt x="25" y="707"/>
                  </a:lnTo>
                  <a:lnTo>
                    <a:pt x="73" y="536"/>
                  </a:lnTo>
                  <a:lnTo>
                    <a:pt x="147" y="390"/>
                  </a:lnTo>
                  <a:lnTo>
                    <a:pt x="268" y="244"/>
                  </a:lnTo>
                  <a:lnTo>
                    <a:pt x="390" y="146"/>
                  </a:lnTo>
                  <a:lnTo>
                    <a:pt x="561" y="49"/>
                  </a:lnTo>
                  <a:lnTo>
                    <a:pt x="731" y="0"/>
                  </a:lnTo>
                  <a:lnTo>
                    <a:pt x="902" y="0"/>
                  </a:lnTo>
                  <a:lnTo>
                    <a:pt x="902" y="0"/>
                  </a:lnTo>
                  <a:lnTo>
                    <a:pt x="1072" y="0"/>
                  </a:lnTo>
                  <a:lnTo>
                    <a:pt x="1242" y="49"/>
                  </a:lnTo>
                  <a:lnTo>
                    <a:pt x="1413" y="146"/>
                  </a:lnTo>
                  <a:lnTo>
                    <a:pt x="1535" y="244"/>
                  </a:lnTo>
                  <a:lnTo>
                    <a:pt x="1657" y="390"/>
                  </a:lnTo>
                  <a:lnTo>
                    <a:pt x="1730" y="536"/>
                  </a:lnTo>
                  <a:lnTo>
                    <a:pt x="1778" y="707"/>
                  </a:lnTo>
                  <a:lnTo>
                    <a:pt x="1803" y="901"/>
                  </a:lnTo>
                  <a:lnTo>
                    <a:pt x="1803" y="901"/>
                  </a:lnTo>
                  <a:lnTo>
                    <a:pt x="1778" y="1072"/>
                  </a:lnTo>
                  <a:lnTo>
                    <a:pt x="1730" y="1242"/>
                  </a:lnTo>
                  <a:lnTo>
                    <a:pt x="1657" y="1388"/>
                  </a:lnTo>
                  <a:lnTo>
                    <a:pt x="1535" y="1535"/>
                  </a:lnTo>
                  <a:lnTo>
                    <a:pt x="1413" y="1632"/>
                  </a:lnTo>
                  <a:lnTo>
                    <a:pt x="1242" y="1729"/>
                  </a:lnTo>
                  <a:lnTo>
                    <a:pt x="1072" y="1778"/>
                  </a:lnTo>
                  <a:lnTo>
                    <a:pt x="902" y="1803"/>
                  </a:lnTo>
                  <a:lnTo>
                    <a:pt x="902" y="180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0" name="CustomShape 344"/>
            <p:cNvSpPr/>
            <p:nvPr/>
          </p:nvSpPr>
          <p:spPr>
            <a:xfrm>
              <a:off x="5131080" y="420480"/>
              <a:ext cx="37440" cy="37440"/>
            </a:xfrm>
            <a:custGeom>
              <a:avLst/>
              <a:gdLst/>
              <a:ahLst/>
              <a:rect l="l" t="t" r="r" b="b"/>
              <a:pathLst>
                <a:path w="1803" h="1803">
                  <a:moveTo>
                    <a:pt x="902" y="1803"/>
                  </a:moveTo>
                  <a:lnTo>
                    <a:pt x="902" y="1803"/>
                  </a:lnTo>
                  <a:lnTo>
                    <a:pt x="731" y="1778"/>
                  </a:lnTo>
                  <a:lnTo>
                    <a:pt x="561" y="1729"/>
                  </a:lnTo>
                  <a:lnTo>
                    <a:pt x="390" y="1632"/>
                  </a:lnTo>
                  <a:lnTo>
                    <a:pt x="268" y="1535"/>
                  </a:lnTo>
                  <a:lnTo>
                    <a:pt x="147" y="1388"/>
                  </a:lnTo>
                  <a:lnTo>
                    <a:pt x="74" y="1242"/>
                  </a:lnTo>
                  <a:lnTo>
                    <a:pt x="25" y="1072"/>
                  </a:lnTo>
                  <a:lnTo>
                    <a:pt x="0" y="901"/>
                  </a:lnTo>
                  <a:lnTo>
                    <a:pt x="0" y="901"/>
                  </a:lnTo>
                  <a:lnTo>
                    <a:pt x="25" y="707"/>
                  </a:lnTo>
                  <a:lnTo>
                    <a:pt x="74" y="536"/>
                  </a:lnTo>
                  <a:lnTo>
                    <a:pt x="147" y="390"/>
                  </a:lnTo>
                  <a:lnTo>
                    <a:pt x="268" y="244"/>
                  </a:lnTo>
                  <a:lnTo>
                    <a:pt x="390" y="146"/>
                  </a:lnTo>
                  <a:lnTo>
                    <a:pt x="561" y="49"/>
                  </a:lnTo>
                  <a:lnTo>
                    <a:pt x="731" y="0"/>
                  </a:lnTo>
                  <a:lnTo>
                    <a:pt x="902" y="0"/>
                  </a:lnTo>
                  <a:lnTo>
                    <a:pt x="902" y="0"/>
                  </a:lnTo>
                  <a:lnTo>
                    <a:pt x="1072" y="0"/>
                  </a:lnTo>
                  <a:lnTo>
                    <a:pt x="1243" y="49"/>
                  </a:lnTo>
                  <a:lnTo>
                    <a:pt x="1413" y="146"/>
                  </a:lnTo>
                  <a:lnTo>
                    <a:pt x="1535" y="244"/>
                  </a:lnTo>
                  <a:lnTo>
                    <a:pt x="1657" y="390"/>
                  </a:lnTo>
                  <a:lnTo>
                    <a:pt x="1730" y="536"/>
                  </a:lnTo>
                  <a:lnTo>
                    <a:pt x="1778" y="707"/>
                  </a:lnTo>
                  <a:lnTo>
                    <a:pt x="1803" y="901"/>
                  </a:lnTo>
                  <a:lnTo>
                    <a:pt x="1803" y="901"/>
                  </a:lnTo>
                  <a:lnTo>
                    <a:pt x="1778" y="1072"/>
                  </a:lnTo>
                  <a:lnTo>
                    <a:pt x="1730" y="1242"/>
                  </a:lnTo>
                  <a:lnTo>
                    <a:pt x="1657" y="1388"/>
                  </a:lnTo>
                  <a:lnTo>
                    <a:pt x="1535" y="1535"/>
                  </a:lnTo>
                  <a:lnTo>
                    <a:pt x="1413" y="1632"/>
                  </a:lnTo>
                  <a:lnTo>
                    <a:pt x="1243" y="1729"/>
                  </a:lnTo>
                  <a:lnTo>
                    <a:pt x="1072" y="1778"/>
                  </a:lnTo>
                  <a:lnTo>
                    <a:pt x="902" y="1803"/>
                  </a:lnTo>
                  <a:lnTo>
                    <a:pt x="902" y="180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1" name="CustomShape 345"/>
            <p:cNvSpPr/>
            <p:nvPr/>
          </p:nvSpPr>
          <p:spPr>
            <a:xfrm>
              <a:off x="4873680" y="688680"/>
              <a:ext cx="337320" cy="26280"/>
            </a:xfrm>
            <a:custGeom>
              <a:avLst/>
              <a:gdLst/>
              <a:ahLst/>
              <a:rect l="l" t="t" r="r" b="b"/>
              <a:pathLst>
                <a:path w="16076" h="1267">
                  <a:moveTo>
                    <a:pt x="1" y="0"/>
                  </a:moveTo>
                  <a:lnTo>
                    <a:pt x="1" y="487"/>
                  </a:lnTo>
                  <a:lnTo>
                    <a:pt x="1" y="487"/>
                  </a:lnTo>
                  <a:lnTo>
                    <a:pt x="25" y="658"/>
                  </a:lnTo>
                  <a:lnTo>
                    <a:pt x="74" y="804"/>
                  </a:lnTo>
                  <a:lnTo>
                    <a:pt x="147" y="926"/>
                  </a:lnTo>
                  <a:lnTo>
                    <a:pt x="220" y="1048"/>
                  </a:lnTo>
                  <a:lnTo>
                    <a:pt x="342" y="1145"/>
                  </a:lnTo>
                  <a:lnTo>
                    <a:pt x="488" y="1218"/>
                  </a:lnTo>
                  <a:lnTo>
                    <a:pt x="634" y="1267"/>
                  </a:lnTo>
                  <a:lnTo>
                    <a:pt x="780" y="1267"/>
                  </a:lnTo>
                  <a:lnTo>
                    <a:pt x="15296" y="1267"/>
                  </a:lnTo>
                  <a:lnTo>
                    <a:pt x="15296" y="1267"/>
                  </a:lnTo>
                  <a:lnTo>
                    <a:pt x="15442" y="1267"/>
                  </a:lnTo>
                  <a:lnTo>
                    <a:pt x="15588" y="1218"/>
                  </a:lnTo>
                  <a:lnTo>
                    <a:pt x="15734" y="1145"/>
                  </a:lnTo>
                  <a:lnTo>
                    <a:pt x="15856" y="1048"/>
                  </a:lnTo>
                  <a:lnTo>
                    <a:pt x="15929" y="926"/>
                  </a:lnTo>
                  <a:lnTo>
                    <a:pt x="16002" y="804"/>
                  </a:lnTo>
                  <a:lnTo>
                    <a:pt x="16051" y="658"/>
                  </a:lnTo>
                  <a:lnTo>
                    <a:pt x="16075" y="487"/>
                  </a:lnTo>
                  <a:lnTo>
                    <a:pt x="16075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2" name="CustomShape 346"/>
            <p:cNvSpPr/>
            <p:nvPr/>
          </p:nvSpPr>
          <p:spPr>
            <a:xfrm>
              <a:off x="5150160" y="395280"/>
              <a:ext cx="23760" cy="52920"/>
            </a:xfrm>
            <a:custGeom>
              <a:avLst/>
              <a:gdLst/>
              <a:ahLst/>
              <a:rect l="l" t="t" r="r" b="b"/>
              <a:pathLst>
                <a:path w="1146" h="2534">
                  <a:moveTo>
                    <a:pt x="634" y="2534"/>
                  </a:moveTo>
                  <a:lnTo>
                    <a:pt x="488" y="2534"/>
                  </a:lnTo>
                  <a:lnTo>
                    <a:pt x="488" y="2534"/>
                  </a:lnTo>
                  <a:lnTo>
                    <a:pt x="390" y="2534"/>
                  </a:lnTo>
                  <a:lnTo>
                    <a:pt x="293" y="2485"/>
                  </a:lnTo>
                  <a:lnTo>
                    <a:pt x="220" y="2461"/>
                  </a:lnTo>
                  <a:lnTo>
                    <a:pt x="147" y="2388"/>
                  </a:lnTo>
                  <a:lnTo>
                    <a:pt x="74" y="2315"/>
                  </a:lnTo>
                  <a:lnTo>
                    <a:pt x="49" y="2242"/>
                  </a:lnTo>
                  <a:lnTo>
                    <a:pt x="1" y="2144"/>
                  </a:lnTo>
                  <a:lnTo>
                    <a:pt x="1" y="2047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391"/>
                  </a:lnTo>
                  <a:lnTo>
                    <a:pt x="49" y="293"/>
                  </a:lnTo>
                  <a:lnTo>
                    <a:pt x="74" y="220"/>
                  </a:lnTo>
                  <a:lnTo>
                    <a:pt x="147" y="147"/>
                  </a:lnTo>
                  <a:lnTo>
                    <a:pt x="220" y="74"/>
                  </a:lnTo>
                  <a:lnTo>
                    <a:pt x="293" y="50"/>
                  </a:lnTo>
                  <a:lnTo>
                    <a:pt x="390" y="1"/>
                  </a:lnTo>
                  <a:lnTo>
                    <a:pt x="488" y="1"/>
                  </a:lnTo>
                  <a:lnTo>
                    <a:pt x="683" y="1"/>
                  </a:lnTo>
                  <a:lnTo>
                    <a:pt x="683" y="1"/>
                  </a:lnTo>
                  <a:lnTo>
                    <a:pt x="780" y="1"/>
                  </a:lnTo>
                  <a:lnTo>
                    <a:pt x="877" y="50"/>
                  </a:lnTo>
                  <a:lnTo>
                    <a:pt x="950" y="74"/>
                  </a:lnTo>
                  <a:lnTo>
                    <a:pt x="1024" y="147"/>
                  </a:lnTo>
                  <a:lnTo>
                    <a:pt x="1072" y="220"/>
                  </a:lnTo>
                  <a:lnTo>
                    <a:pt x="1121" y="293"/>
                  </a:lnTo>
                  <a:lnTo>
                    <a:pt x="1145" y="391"/>
                  </a:lnTo>
                  <a:lnTo>
                    <a:pt x="1145" y="48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3" name="CustomShape 347"/>
            <p:cNvSpPr/>
            <p:nvPr/>
          </p:nvSpPr>
          <p:spPr>
            <a:xfrm>
              <a:off x="4935240" y="395280"/>
              <a:ext cx="23760" cy="52920"/>
            </a:xfrm>
            <a:custGeom>
              <a:avLst/>
              <a:gdLst/>
              <a:ahLst/>
              <a:rect l="l" t="t" r="r" b="b"/>
              <a:pathLst>
                <a:path w="1146" h="2534">
                  <a:moveTo>
                    <a:pt x="634" y="2534"/>
                  </a:moveTo>
                  <a:lnTo>
                    <a:pt x="488" y="2534"/>
                  </a:lnTo>
                  <a:lnTo>
                    <a:pt x="488" y="2534"/>
                  </a:lnTo>
                  <a:lnTo>
                    <a:pt x="390" y="2534"/>
                  </a:lnTo>
                  <a:lnTo>
                    <a:pt x="293" y="2485"/>
                  </a:lnTo>
                  <a:lnTo>
                    <a:pt x="220" y="2461"/>
                  </a:lnTo>
                  <a:lnTo>
                    <a:pt x="147" y="2388"/>
                  </a:lnTo>
                  <a:lnTo>
                    <a:pt x="74" y="2315"/>
                  </a:lnTo>
                  <a:lnTo>
                    <a:pt x="49" y="2242"/>
                  </a:lnTo>
                  <a:lnTo>
                    <a:pt x="1" y="2144"/>
                  </a:lnTo>
                  <a:lnTo>
                    <a:pt x="1" y="2047"/>
                  </a:lnTo>
                  <a:lnTo>
                    <a:pt x="1" y="488"/>
                  </a:lnTo>
                  <a:lnTo>
                    <a:pt x="1" y="488"/>
                  </a:lnTo>
                  <a:lnTo>
                    <a:pt x="1" y="391"/>
                  </a:lnTo>
                  <a:lnTo>
                    <a:pt x="49" y="293"/>
                  </a:lnTo>
                  <a:lnTo>
                    <a:pt x="74" y="220"/>
                  </a:lnTo>
                  <a:lnTo>
                    <a:pt x="147" y="147"/>
                  </a:lnTo>
                  <a:lnTo>
                    <a:pt x="220" y="74"/>
                  </a:lnTo>
                  <a:lnTo>
                    <a:pt x="293" y="50"/>
                  </a:lnTo>
                  <a:lnTo>
                    <a:pt x="390" y="1"/>
                  </a:lnTo>
                  <a:lnTo>
                    <a:pt x="488" y="1"/>
                  </a:lnTo>
                  <a:lnTo>
                    <a:pt x="682" y="1"/>
                  </a:lnTo>
                  <a:lnTo>
                    <a:pt x="682" y="1"/>
                  </a:lnTo>
                  <a:lnTo>
                    <a:pt x="780" y="1"/>
                  </a:lnTo>
                  <a:lnTo>
                    <a:pt x="877" y="50"/>
                  </a:lnTo>
                  <a:lnTo>
                    <a:pt x="950" y="74"/>
                  </a:lnTo>
                  <a:lnTo>
                    <a:pt x="1023" y="147"/>
                  </a:lnTo>
                  <a:lnTo>
                    <a:pt x="1072" y="220"/>
                  </a:lnTo>
                  <a:lnTo>
                    <a:pt x="1121" y="293"/>
                  </a:lnTo>
                  <a:lnTo>
                    <a:pt x="1145" y="391"/>
                  </a:lnTo>
                  <a:lnTo>
                    <a:pt x="1145" y="48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4" name="CustomShape 348"/>
            <p:cNvSpPr/>
            <p:nvPr/>
          </p:nvSpPr>
          <p:spPr>
            <a:xfrm>
              <a:off x="4873680" y="470160"/>
              <a:ext cx="337320" cy="228600"/>
            </a:xfrm>
            <a:custGeom>
              <a:avLst/>
              <a:gdLst/>
              <a:ahLst/>
              <a:rect l="l" t="t" r="r" b="b"/>
              <a:pathLst>
                <a:path w="16076" h="10888">
                  <a:moveTo>
                    <a:pt x="1" y="1"/>
                  </a:moveTo>
                  <a:lnTo>
                    <a:pt x="1" y="10303"/>
                  </a:lnTo>
                  <a:lnTo>
                    <a:pt x="1" y="10303"/>
                  </a:lnTo>
                  <a:lnTo>
                    <a:pt x="25" y="10400"/>
                  </a:lnTo>
                  <a:lnTo>
                    <a:pt x="74" y="10498"/>
                  </a:lnTo>
                  <a:lnTo>
                    <a:pt x="147" y="10595"/>
                  </a:lnTo>
                  <a:lnTo>
                    <a:pt x="220" y="10693"/>
                  </a:lnTo>
                  <a:lnTo>
                    <a:pt x="342" y="10766"/>
                  </a:lnTo>
                  <a:lnTo>
                    <a:pt x="488" y="10839"/>
                  </a:lnTo>
                  <a:lnTo>
                    <a:pt x="634" y="10887"/>
                  </a:lnTo>
                  <a:lnTo>
                    <a:pt x="780" y="10887"/>
                  </a:lnTo>
                  <a:lnTo>
                    <a:pt x="15296" y="10887"/>
                  </a:lnTo>
                  <a:lnTo>
                    <a:pt x="15296" y="10887"/>
                  </a:lnTo>
                  <a:lnTo>
                    <a:pt x="15442" y="10887"/>
                  </a:lnTo>
                  <a:lnTo>
                    <a:pt x="15588" y="10839"/>
                  </a:lnTo>
                  <a:lnTo>
                    <a:pt x="15734" y="10766"/>
                  </a:lnTo>
                  <a:lnTo>
                    <a:pt x="15856" y="10668"/>
                  </a:lnTo>
                  <a:lnTo>
                    <a:pt x="15929" y="10546"/>
                  </a:lnTo>
                  <a:lnTo>
                    <a:pt x="16002" y="10425"/>
                  </a:lnTo>
                  <a:lnTo>
                    <a:pt x="16051" y="10278"/>
                  </a:lnTo>
                  <a:lnTo>
                    <a:pt x="16075" y="10108"/>
                  </a:lnTo>
                  <a:lnTo>
                    <a:pt x="16075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5" name="CustomShape 349"/>
            <p:cNvSpPr/>
            <p:nvPr/>
          </p:nvSpPr>
          <p:spPr>
            <a:xfrm>
              <a:off x="4916160" y="511200"/>
              <a:ext cx="252360" cy="146880"/>
            </a:xfrm>
            <a:custGeom>
              <a:avLst/>
              <a:gdLst/>
              <a:ahLst/>
              <a:rect l="l" t="t" r="r" b="b"/>
              <a:pathLst>
                <a:path w="12032" h="7015">
                  <a:moveTo>
                    <a:pt x="0" y="0"/>
                  </a:moveTo>
                  <a:lnTo>
                    <a:pt x="12032" y="0"/>
                  </a:lnTo>
                  <a:lnTo>
                    <a:pt x="12032" y="7014"/>
                  </a:lnTo>
                  <a:lnTo>
                    <a:pt x="0" y="70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6" name="CustomShape 350"/>
            <p:cNvSpPr/>
            <p:nvPr/>
          </p:nvSpPr>
          <p:spPr>
            <a:xfrm>
              <a:off x="4916160" y="609480"/>
              <a:ext cx="252360" cy="360"/>
            </a:xfrm>
            <a:custGeom>
              <a:avLst/>
              <a:gdLst/>
              <a:ahLst/>
              <a:rect l="l" t="t" r="r" b="b"/>
              <a:pathLst>
                <a:path w="12032" h="1">
                  <a:moveTo>
                    <a:pt x="0" y="0"/>
                  </a:moveTo>
                  <a:lnTo>
                    <a:pt x="12032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7" name="CustomShape 351"/>
            <p:cNvSpPr/>
            <p:nvPr/>
          </p:nvSpPr>
          <p:spPr>
            <a:xfrm>
              <a:off x="4916160" y="560160"/>
              <a:ext cx="252360" cy="360"/>
            </a:xfrm>
            <a:custGeom>
              <a:avLst/>
              <a:gdLst/>
              <a:ahLst/>
              <a:rect l="l" t="t" r="r" b="b"/>
              <a:pathLst>
                <a:path w="12032" h="1">
                  <a:moveTo>
                    <a:pt x="0" y="0"/>
                  </a:moveTo>
                  <a:lnTo>
                    <a:pt x="12032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8" name="CustomShape 352"/>
            <p:cNvSpPr/>
            <p:nvPr/>
          </p:nvSpPr>
          <p:spPr>
            <a:xfrm>
              <a:off x="5118480" y="511200"/>
              <a:ext cx="360" cy="146880"/>
            </a:xfrm>
            <a:custGeom>
              <a:avLst/>
              <a:gdLst/>
              <a:ahLst/>
              <a:rect l="l" t="t" r="r" b="b"/>
              <a:pathLst>
                <a:path w="1" h="7015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9" name="CustomShape 353"/>
            <p:cNvSpPr/>
            <p:nvPr/>
          </p:nvSpPr>
          <p:spPr>
            <a:xfrm>
              <a:off x="5067720" y="511200"/>
              <a:ext cx="360" cy="146880"/>
            </a:xfrm>
            <a:custGeom>
              <a:avLst/>
              <a:gdLst/>
              <a:ahLst/>
              <a:rect l="l" t="t" r="r" b="b"/>
              <a:pathLst>
                <a:path w="1" h="7015">
                  <a:moveTo>
                    <a:pt x="0" y="0"/>
                  </a:moveTo>
                  <a:lnTo>
                    <a:pt x="0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0" name="CustomShape 354"/>
            <p:cNvSpPr/>
            <p:nvPr/>
          </p:nvSpPr>
          <p:spPr>
            <a:xfrm>
              <a:off x="5017680" y="511200"/>
              <a:ext cx="360" cy="146880"/>
            </a:xfrm>
            <a:custGeom>
              <a:avLst/>
              <a:gdLst/>
              <a:ahLst/>
              <a:rect l="l" t="t" r="r" b="b"/>
              <a:pathLst>
                <a:path w="1" h="7015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1" name="CustomShape 355"/>
            <p:cNvSpPr/>
            <p:nvPr/>
          </p:nvSpPr>
          <p:spPr>
            <a:xfrm>
              <a:off x="4966920" y="511200"/>
              <a:ext cx="360" cy="146880"/>
            </a:xfrm>
            <a:custGeom>
              <a:avLst/>
              <a:gdLst/>
              <a:ahLst/>
              <a:rect l="l" t="t" r="r" b="b"/>
              <a:pathLst>
                <a:path w="1" h="7015">
                  <a:moveTo>
                    <a:pt x="1" y="0"/>
                  </a:moveTo>
                  <a:lnTo>
                    <a:pt x="1" y="701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22" name="Group 356"/>
          <p:cNvGrpSpPr/>
          <p:nvPr/>
        </p:nvGrpSpPr>
        <p:grpSpPr>
          <a:xfrm>
            <a:off x="918720" y="908640"/>
            <a:ext cx="342720" cy="417960"/>
            <a:chOff x="918720" y="908640"/>
            <a:chExt cx="342720" cy="417960"/>
          </a:xfrm>
        </p:grpSpPr>
        <p:sp>
          <p:nvSpPr>
            <p:cNvPr id="1523" name="CustomShape 357"/>
            <p:cNvSpPr/>
            <p:nvPr/>
          </p:nvSpPr>
          <p:spPr>
            <a:xfrm>
              <a:off x="918720" y="929160"/>
              <a:ext cx="325080" cy="397440"/>
            </a:xfrm>
            <a:custGeom>
              <a:avLst/>
              <a:gdLst/>
              <a:ahLst/>
              <a:rect l="l" t="t" r="r" b="b"/>
              <a:pathLst>
                <a:path w="15490" h="18924">
                  <a:moveTo>
                    <a:pt x="15490" y="17828"/>
                  </a:moveTo>
                  <a:lnTo>
                    <a:pt x="15490" y="17828"/>
                  </a:lnTo>
                  <a:lnTo>
                    <a:pt x="15465" y="17998"/>
                  </a:lnTo>
                  <a:lnTo>
                    <a:pt x="15417" y="18169"/>
                  </a:lnTo>
                  <a:lnTo>
                    <a:pt x="15319" y="18364"/>
                  </a:lnTo>
                  <a:lnTo>
                    <a:pt x="15197" y="18534"/>
                  </a:lnTo>
                  <a:lnTo>
                    <a:pt x="15051" y="18680"/>
                  </a:lnTo>
                  <a:lnTo>
                    <a:pt x="14881" y="18802"/>
                  </a:lnTo>
                  <a:lnTo>
                    <a:pt x="14735" y="18900"/>
                  </a:lnTo>
                  <a:lnTo>
                    <a:pt x="14564" y="18924"/>
                  </a:lnTo>
                  <a:lnTo>
                    <a:pt x="1023" y="18924"/>
                  </a:lnTo>
                  <a:lnTo>
                    <a:pt x="1023" y="18924"/>
                  </a:lnTo>
                  <a:lnTo>
                    <a:pt x="852" y="18900"/>
                  </a:lnTo>
                  <a:lnTo>
                    <a:pt x="682" y="18802"/>
                  </a:lnTo>
                  <a:lnTo>
                    <a:pt x="511" y="18680"/>
                  </a:lnTo>
                  <a:lnTo>
                    <a:pt x="341" y="18534"/>
                  </a:lnTo>
                  <a:lnTo>
                    <a:pt x="219" y="18364"/>
                  </a:lnTo>
                  <a:lnTo>
                    <a:pt x="97" y="18169"/>
                  </a:lnTo>
                  <a:lnTo>
                    <a:pt x="24" y="17998"/>
                  </a:lnTo>
                  <a:lnTo>
                    <a:pt x="0" y="17828"/>
                  </a:lnTo>
                  <a:lnTo>
                    <a:pt x="0" y="877"/>
                  </a:lnTo>
                  <a:lnTo>
                    <a:pt x="0" y="877"/>
                  </a:lnTo>
                  <a:lnTo>
                    <a:pt x="24" y="706"/>
                  </a:lnTo>
                  <a:lnTo>
                    <a:pt x="97" y="560"/>
                  </a:lnTo>
                  <a:lnTo>
                    <a:pt x="195" y="414"/>
                  </a:lnTo>
                  <a:lnTo>
                    <a:pt x="341" y="268"/>
                  </a:lnTo>
                  <a:lnTo>
                    <a:pt x="487" y="171"/>
                  </a:lnTo>
                  <a:lnTo>
                    <a:pt x="658" y="73"/>
                  </a:lnTo>
                  <a:lnTo>
                    <a:pt x="828" y="24"/>
                  </a:lnTo>
                  <a:lnTo>
                    <a:pt x="974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4" name="CustomShape 358"/>
            <p:cNvSpPr/>
            <p:nvPr/>
          </p:nvSpPr>
          <p:spPr>
            <a:xfrm>
              <a:off x="944280" y="908640"/>
              <a:ext cx="316800" cy="388440"/>
            </a:xfrm>
            <a:custGeom>
              <a:avLst/>
              <a:gdLst/>
              <a:ahLst/>
              <a:rect l="l" t="t" r="r" b="b"/>
              <a:pathLst>
                <a:path w="15101" h="18511">
                  <a:moveTo>
                    <a:pt x="15101" y="3362"/>
                  </a:moveTo>
                  <a:lnTo>
                    <a:pt x="15101" y="17731"/>
                  </a:lnTo>
                  <a:lnTo>
                    <a:pt x="15101" y="17731"/>
                  </a:lnTo>
                  <a:lnTo>
                    <a:pt x="15076" y="17877"/>
                  </a:lnTo>
                  <a:lnTo>
                    <a:pt x="15028" y="18024"/>
                  </a:lnTo>
                  <a:lnTo>
                    <a:pt x="14979" y="18145"/>
                  </a:lnTo>
                  <a:lnTo>
                    <a:pt x="14882" y="18267"/>
                  </a:lnTo>
                  <a:lnTo>
                    <a:pt x="14760" y="18365"/>
                  </a:lnTo>
                  <a:lnTo>
                    <a:pt x="14614" y="18438"/>
                  </a:lnTo>
                  <a:lnTo>
                    <a:pt x="14468" y="18486"/>
                  </a:lnTo>
                  <a:lnTo>
                    <a:pt x="14321" y="18511"/>
                  </a:lnTo>
                  <a:lnTo>
                    <a:pt x="780" y="18511"/>
                  </a:lnTo>
                  <a:lnTo>
                    <a:pt x="780" y="18511"/>
                  </a:lnTo>
                  <a:lnTo>
                    <a:pt x="634" y="18486"/>
                  </a:lnTo>
                  <a:lnTo>
                    <a:pt x="488" y="18438"/>
                  </a:lnTo>
                  <a:lnTo>
                    <a:pt x="342" y="18365"/>
                  </a:lnTo>
                  <a:lnTo>
                    <a:pt x="220" y="18267"/>
                  </a:lnTo>
                  <a:lnTo>
                    <a:pt x="123" y="18145"/>
                  </a:lnTo>
                  <a:lnTo>
                    <a:pt x="74" y="18024"/>
                  </a:lnTo>
                  <a:lnTo>
                    <a:pt x="25" y="17877"/>
                  </a:lnTo>
                  <a:lnTo>
                    <a:pt x="1" y="17731"/>
                  </a:lnTo>
                  <a:lnTo>
                    <a:pt x="1" y="780"/>
                  </a:lnTo>
                  <a:lnTo>
                    <a:pt x="1" y="780"/>
                  </a:lnTo>
                  <a:lnTo>
                    <a:pt x="25" y="610"/>
                  </a:lnTo>
                  <a:lnTo>
                    <a:pt x="74" y="464"/>
                  </a:lnTo>
                  <a:lnTo>
                    <a:pt x="123" y="342"/>
                  </a:lnTo>
                  <a:lnTo>
                    <a:pt x="220" y="220"/>
                  </a:lnTo>
                  <a:lnTo>
                    <a:pt x="342" y="123"/>
                  </a:lnTo>
                  <a:lnTo>
                    <a:pt x="488" y="50"/>
                  </a:lnTo>
                  <a:lnTo>
                    <a:pt x="634" y="1"/>
                  </a:lnTo>
                  <a:lnTo>
                    <a:pt x="780" y="1"/>
                  </a:lnTo>
                  <a:lnTo>
                    <a:pt x="1174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5" name="CustomShape 359"/>
            <p:cNvSpPr/>
            <p:nvPr/>
          </p:nvSpPr>
          <p:spPr>
            <a:xfrm>
              <a:off x="1191240" y="908640"/>
              <a:ext cx="70200" cy="70200"/>
            </a:xfrm>
            <a:custGeom>
              <a:avLst/>
              <a:gdLst/>
              <a:ahLst/>
              <a:rect l="l" t="t" r="r" b="b"/>
              <a:pathLst>
                <a:path w="3362" h="3362">
                  <a:moveTo>
                    <a:pt x="1" y="2582"/>
                  </a:moveTo>
                  <a:lnTo>
                    <a:pt x="1" y="1"/>
                  </a:lnTo>
                  <a:lnTo>
                    <a:pt x="3362" y="3362"/>
                  </a:lnTo>
                  <a:lnTo>
                    <a:pt x="780" y="3362"/>
                  </a:lnTo>
                  <a:lnTo>
                    <a:pt x="780" y="3362"/>
                  </a:lnTo>
                  <a:lnTo>
                    <a:pt x="610" y="3337"/>
                  </a:lnTo>
                  <a:lnTo>
                    <a:pt x="464" y="3289"/>
                  </a:lnTo>
                  <a:lnTo>
                    <a:pt x="342" y="3216"/>
                  </a:lnTo>
                  <a:lnTo>
                    <a:pt x="220" y="3118"/>
                  </a:lnTo>
                  <a:lnTo>
                    <a:pt x="123" y="3021"/>
                  </a:lnTo>
                  <a:lnTo>
                    <a:pt x="50" y="2875"/>
                  </a:lnTo>
                  <a:lnTo>
                    <a:pt x="1" y="2729"/>
                  </a:lnTo>
                  <a:lnTo>
                    <a:pt x="1" y="2582"/>
                  </a:lnTo>
                  <a:lnTo>
                    <a:pt x="1" y="258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26" name="Group 360"/>
          <p:cNvGrpSpPr/>
          <p:nvPr/>
        </p:nvGrpSpPr>
        <p:grpSpPr>
          <a:xfrm>
            <a:off x="5405040" y="924480"/>
            <a:ext cx="405000" cy="388800"/>
            <a:chOff x="5405040" y="924480"/>
            <a:chExt cx="405000" cy="388800"/>
          </a:xfrm>
        </p:grpSpPr>
        <p:sp>
          <p:nvSpPr>
            <p:cNvPr id="1527" name="CustomShape 361"/>
            <p:cNvSpPr/>
            <p:nvPr/>
          </p:nvSpPr>
          <p:spPr>
            <a:xfrm>
              <a:off x="5607720" y="1144800"/>
              <a:ext cx="50400" cy="168480"/>
            </a:xfrm>
            <a:custGeom>
              <a:avLst/>
              <a:gdLst/>
              <a:ahLst/>
              <a:rect l="l" t="t" r="r" b="b"/>
              <a:pathLst>
                <a:path w="2413" h="8038">
                  <a:moveTo>
                    <a:pt x="2412" y="6820"/>
                  </a:moveTo>
                  <a:lnTo>
                    <a:pt x="2412" y="6820"/>
                  </a:lnTo>
                  <a:lnTo>
                    <a:pt x="2388" y="7063"/>
                  </a:lnTo>
                  <a:lnTo>
                    <a:pt x="2315" y="7283"/>
                  </a:lnTo>
                  <a:lnTo>
                    <a:pt x="2217" y="7502"/>
                  </a:lnTo>
                  <a:lnTo>
                    <a:pt x="2071" y="7672"/>
                  </a:lnTo>
                  <a:lnTo>
                    <a:pt x="1876" y="7818"/>
                  </a:lnTo>
                  <a:lnTo>
                    <a:pt x="1681" y="7940"/>
                  </a:lnTo>
                  <a:lnTo>
                    <a:pt x="1462" y="8013"/>
                  </a:lnTo>
                  <a:lnTo>
                    <a:pt x="1219" y="8038"/>
                  </a:lnTo>
                  <a:lnTo>
                    <a:pt x="1219" y="8038"/>
                  </a:lnTo>
                  <a:lnTo>
                    <a:pt x="975" y="8013"/>
                  </a:lnTo>
                  <a:lnTo>
                    <a:pt x="732" y="7940"/>
                  </a:lnTo>
                  <a:lnTo>
                    <a:pt x="537" y="7818"/>
                  </a:lnTo>
                  <a:lnTo>
                    <a:pt x="366" y="7672"/>
                  </a:lnTo>
                  <a:lnTo>
                    <a:pt x="196" y="7502"/>
                  </a:lnTo>
                  <a:lnTo>
                    <a:pt x="98" y="7283"/>
                  </a:lnTo>
                  <a:lnTo>
                    <a:pt x="25" y="7063"/>
                  </a:lnTo>
                  <a:lnTo>
                    <a:pt x="1" y="6820"/>
                  </a:ln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8" name="CustomShape 362"/>
            <p:cNvSpPr/>
            <p:nvPr/>
          </p:nvSpPr>
          <p:spPr>
            <a:xfrm>
              <a:off x="5405040" y="944640"/>
              <a:ext cx="405000" cy="191520"/>
            </a:xfrm>
            <a:custGeom>
              <a:avLst/>
              <a:gdLst/>
              <a:ahLst/>
              <a:rect l="l" t="t" r="r" b="b"/>
              <a:pathLst>
                <a:path w="19290" h="9134">
                  <a:moveTo>
                    <a:pt x="4993" y="8817"/>
                  </a:moveTo>
                  <a:lnTo>
                    <a:pt x="4993" y="8817"/>
                  </a:lnTo>
                  <a:lnTo>
                    <a:pt x="5212" y="8671"/>
                  </a:lnTo>
                  <a:lnTo>
                    <a:pt x="5456" y="8501"/>
                  </a:lnTo>
                  <a:lnTo>
                    <a:pt x="5748" y="8330"/>
                  </a:lnTo>
                  <a:lnTo>
                    <a:pt x="6040" y="8184"/>
                  </a:lnTo>
                  <a:lnTo>
                    <a:pt x="6357" y="8038"/>
                  </a:lnTo>
                  <a:lnTo>
                    <a:pt x="6674" y="7940"/>
                  </a:lnTo>
                  <a:lnTo>
                    <a:pt x="6990" y="7867"/>
                  </a:lnTo>
                  <a:lnTo>
                    <a:pt x="7307" y="7843"/>
                  </a:lnTo>
                  <a:lnTo>
                    <a:pt x="7307" y="7843"/>
                  </a:lnTo>
                  <a:lnTo>
                    <a:pt x="7623" y="7867"/>
                  </a:lnTo>
                  <a:lnTo>
                    <a:pt x="7916" y="7892"/>
                  </a:lnTo>
                  <a:lnTo>
                    <a:pt x="8184" y="7940"/>
                  </a:lnTo>
                  <a:lnTo>
                    <a:pt x="8452" y="8038"/>
                  </a:lnTo>
                  <a:lnTo>
                    <a:pt x="8719" y="8135"/>
                  </a:lnTo>
                  <a:lnTo>
                    <a:pt x="8963" y="8257"/>
                  </a:lnTo>
                  <a:lnTo>
                    <a:pt x="9182" y="8379"/>
                  </a:lnTo>
                  <a:lnTo>
                    <a:pt x="9401" y="8525"/>
                  </a:lnTo>
                  <a:lnTo>
                    <a:pt x="9888" y="8525"/>
                  </a:lnTo>
                  <a:lnTo>
                    <a:pt x="9888" y="8525"/>
                  </a:lnTo>
                  <a:lnTo>
                    <a:pt x="10108" y="8379"/>
                  </a:lnTo>
                  <a:lnTo>
                    <a:pt x="10327" y="8257"/>
                  </a:lnTo>
                  <a:lnTo>
                    <a:pt x="10570" y="8135"/>
                  </a:lnTo>
                  <a:lnTo>
                    <a:pt x="10838" y="8038"/>
                  </a:lnTo>
                  <a:lnTo>
                    <a:pt x="11106" y="7940"/>
                  </a:lnTo>
                  <a:lnTo>
                    <a:pt x="11374" y="7892"/>
                  </a:lnTo>
                  <a:lnTo>
                    <a:pt x="11666" y="7867"/>
                  </a:lnTo>
                  <a:lnTo>
                    <a:pt x="11983" y="7843"/>
                  </a:lnTo>
                  <a:lnTo>
                    <a:pt x="11983" y="7843"/>
                  </a:lnTo>
                  <a:lnTo>
                    <a:pt x="12300" y="7867"/>
                  </a:lnTo>
                  <a:lnTo>
                    <a:pt x="12616" y="7940"/>
                  </a:lnTo>
                  <a:lnTo>
                    <a:pt x="12933" y="8038"/>
                  </a:lnTo>
                  <a:lnTo>
                    <a:pt x="13249" y="8184"/>
                  </a:lnTo>
                  <a:lnTo>
                    <a:pt x="13542" y="8330"/>
                  </a:lnTo>
                  <a:lnTo>
                    <a:pt x="13834" y="8501"/>
                  </a:lnTo>
                  <a:lnTo>
                    <a:pt x="14078" y="8671"/>
                  </a:lnTo>
                  <a:lnTo>
                    <a:pt x="14297" y="8817"/>
                  </a:lnTo>
                  <a:lnTo>
                    <a:pt x="14297" y="8817"/>
                  </a:lnTo>
                  <a:lnTo>
                    <a:pt x="14516" y="8647"/>
                  </a:lnTo>
                  <a:lnTo>
                    <a:pt x="14784" y="8476"/>
                  </a:lnTo>
                  <a:lnTo>
                    <a:pt x="15052" y="8330"/>
                  </a:lnTo>
                  <a:lnTo>
                    <a:pt x="15368" y="8184"/>
                  </a:lnTo>
                  <a:lnTo>
                    <a:pt x="15685" y="8038"/>
                  </a:lnTo>
                  <a:lnTo>
                    <a:pt x="16002" y="7940"/>
                  </a:lnTo>
                  <a:lnTo>
                    <a:pt x="16343" y="7867"/>
                  </a:lnTo>
                  <a:lnTo>
                    <a:pt x="16659" y="7843"/>
                  </a:lnTo>
                  <a:lnTo>
                    <a:pt x="16659" y="7843"/>
                  </a:lnTo>
                  <a:lnTo>
                    <a:pt x="17073" y="7867"/>
                  </a:lnTo>
                  <a:lnTo>
                    <a:pt x="17487" y="7940"/>
                  </a:lnTo>
                  <a:lnTo>
                    <a:pt x="17853" y="8062"/>
                  </a:lnTo>
                  <a:lnTo>
                    <a:pt x="18218" y="8208"/>
                  </a:lnTo>
                  <a:lnTo>
                    <a:pt x="18534" y="8379"/>
                  </a:lnTo>
                  <a:lnTo>
                    <a:pt x="18827" y="8598"/>
                  </a:lnTo>
                  <a:lnTo>
                    <a:pt x="19095" y="8866"/>
                  </a:lnTo>
                  <a:lnTo>
                    <a:pt x="19289" y="9134"/>
                  </a:lnTo>
                  <a:lnTo>
                    <a:pt x="19289" y="9134"/>
                  </a:lnTo>
                  <a:lnTo>
                    <a:pt x="19265" y="8695"/>
                  </a:lnTo>
                  <a:lnTo>
                    <a:pt x="19192" y="8233"/>
                  </a:lnTo>
                  <a:lnTo>
                    <a:pt x="19119" y="7819"/>
                  </a:lnTo>
                  <a:lnTo>
                    <a:pt x="19046" y="7380"/>
                  </a:lnTo>
                  <a:lnTo>
                    <a:pt x="18924" y="6942"/>
                  </a:lnTo>
                  <a:lnTo>
                    <a:pt x="18802" y="6528"/>
                  </a:lnTo>
                  <a:lnTo>
                    <a:pt x="18632" y="6114"/>
                  </a:lnTo>
                  <a:lnTo>
                    <a:pt x="18486" y="5724"/>
                  </a:lnTo>
                  <a:lnTo>
                    <a:pt x="18291" y="5334"/>
                  </a:lnTo>
                  <a:lnTo>
                    <a:pt x="18072" y="4945"/>
                  </a:lnTo>
                  <a:lnTo>
                    <a:pt x="17853" y="4555"/>
                  </a:lnTo>
                  <a:lnTo>
                    <a:pt x="17609" y="4190"/>
                  </a:lnTo>
                  <a:lnTo>
                    <a:pt x="17365" y="3824"/>
                  </a:lnTo>
                  <a:lnTo>
                    <a:pt x="17073" y="3483"/>
                  </a:lnTo>
                  <a:lnTo>
                    <a:pt x="16781" y="3143"/>
                  </a:lnTo>
                  <a:lnTo>
                    <a:pt x="16464" y="2826"/>
                  </a:lnTo>
                  <a:lnTo>
                    <a:pt x="16464" y="2826"/>
                  </a:lnTo>
                  <a:lnTo>
                    <a:pt x="16148" y="2509"/>
                  </a:lnTo>
                  <a:lnTo>
                    <a:pt x="15831" y="2217"/>
                  </a:lnTo>
                  <a:lnTo>
                    <a:pt x="15490" y="1949"/>
                  </a:lnTo>
                  <a:lnTo>
                    <a:pt x="15125" y="1706"/>
                  </a:lnTo>
                  <a:lnTo>
                    <a:pt x="14759" y="1462"/>
                  </a:lnTo>
                  <a:lnTo>
                    <a:pt x="14394" y="1243"/>
                  </a:lnTo>
                  <a:lnTo>
                    <a:pt x="14004" y="1024"/>
                  </a:lnTo>
                  <a:lnTo>
                    <a:pt x="13615" y="853"/>
                  </a:lnTo>
                  <a:lnTo>
                    <a:pt x="13225" y="683"/>
                  </a:lnTo>
                  <a:lnTo>
                    <a:pt x="12811" y="512"/>
                  </a:lnTo>
                  <a:lnTo>
                    <a:pt x="12397" y="390"/>
                  </a:lnTo>
                  <a:lnTo>
                    <a:pt x="11983" y="269"/>
                  </a:lnTo>
                  <a:lnTo>
                    <a:pt x="11545" y="171"/>
                  </a:lnTo>
                  <a:lnTo>
                    <a:pt x="11131" y="98"/>
                  </a:lnTo>
                  <a:lnTo>
                    <a:pt x="10692" y="49"/>
                  </a:lnTo>
                  <a:lnTo>
                    <a:pt x="10254" y="1"/>
                  </a:lnTo>
                  <a:lnTo>
                    <a:pt x="9036" y="1"/>
                  </a:lnTo>
                  <a:lnTo>
                    <a:pt x="9036" y="1"/>
                  </a:lnTo>
                  <a:lnTo>
                    <a:pt x="8598" y="49"/>
                  </a:lnTo>
                  <a:lnTo>
                    <a:pt x="8159" y="98"/>
                  </a:lnTo>
                  <a:lnTo>
                    <a:pt x="7745" y="171"/>
                  </a:lnTo>
                  <a:lnTo>
                    <a:pt x="7307" y="269"/>
                  </a:lnTo>
                  <a:lnTo>
                    <a:pt x="6893" y="390"/>
                  </a:lnTo>
                  <a:lnTo>
                    <a:pt x="6479" y="512"/>
                  </a:lnTo>
                  <a:lnTo>
                    <a:pt x="6065" y="683"/>
                  </a:lnTo>
                  <a:lnTo>
                    <a:pt x="5675" y="853"/>
                  </a:lnTo>
                  <a:lnTo>
                    <a:pt x="5285" y="1024"/>
                  </a:lnTo>
                  <a:lnTo>
                    <a:pt x="4896" y="1243"/>
                  </a:lnTo>
                  <a:lnTo>
                    <a:pt x="4530" y="1462"/>
                  </a:lnTo>
                  <a:lnTo>
                    <a:pt x="4165" y="1706"/>
                  </a:lnTo>
                  <a:lnTo>
                    <a:pt x="3800" y="1949"/>
                  </a:lnTo>
                  <a:lnTo>
                    <a:pt x="3459" y="2217"/>
                  </a:lnTo>
                  <a:lnTo>
                    <a:pt x="3142" y="2509"/>
                  </a:lnTo>
                  <a:lnTo>
                    <a:pt x="2826" y="2826"/>
                  </a:lnTo>
                  <a:lnTo>
                    <a:pt x="2826" y="2826"/>
                  </a:lnTo>
                  <a:lnTo>
                    <a:pt x="2509" y="3143"/>
                  </a:lnTo>
                  <a:lnTo>
                    <a:pt x="2217" y="3483"/>
                  </a:lnTo>
                  <a:lnTo>
                    <a:pt x="1924" y="3824"/>
                  </a:lnTo>
                  <a:lnTo>
                    <a:pt x="1681" y="4190"/>
                  </a:lnTo>
                  <a:lnTo>
                    <a:pt x="1437" y="4555"/>
                  </a:lnTo>
                  <a:lnTo>
                    <a:pt x="1218" y="4945"/>
                  </a:lnTo>
                  <a:lnTo>
                    <a:pt x="999" y="5334"/>
                  </a:lnTo>
                  <a:lnTo>
                    <a:pt x="804" y="5724"/>
                  </a:lnTo>
                  <a:lnTo>
                    <a:pt x="658" y="6114"/>
                  </a:lnTo>
                  <a:lnTo>
                    <a:pt x="487" y="6528"/>
                  </a:lnTo>
                  <a:lnTo>
                    <a:pt x="366" y="6942"/>
                  </a:lnTo>
                  <a:lnTo>
                    <a:pt x="244" y="7380"/>
                  </a:lnTo>
                  <a:lnTo>
                    <a:pt x="171" y="7819"/>
                  </a:lnTo>
                  <a:lnTo>
                    <a:pt x="98" y="8233"/>
                  </a:lnTo>
                  <a:lnTo>
                    <a:pt x="25" y="8695"/>
                  </a:lnTo>
                  <a:lnTo>
                    <a:pt x="0" y="9134"/>
                  </a:lnTo>
                  <a:lnTo>
                    <a:pt x="0" y="9134"/>
                  </a:lnTo>
                  <a:lnTo>
                    <a:pt x="195" y="8866"/>
                  </a:lnTo>
                  <a:lnTo>
                    <a:pt x="463" y="8598"/>
                  </a:lnTo>
                  <a:lnTo>
                    <a:pt x="755" y="8379"/>
                  </a:lnTo>
                  <a:lnTo>
                    <a:pt x="1072" y="8208"/>
                  </a:lnTo>
                  <a:lnTo>
                    <a:pt x="1437" y="8062"/>
                  </a:lnTo>
                  <a:lnTo>
                    <a:pt x="1803" y="7940"/>
                  </a:lnTo>
                  <a:lnTo>
                    <a:pt x="2217" y="7867"/>
                  </a:lnTo>
                  <a:lnTo>
                    <a:pt x="2631" y="7843"/>
                  </a:lnTo>
                  <a:lnTo>
                    <a:pt x="2631" y="7843"/>
                  </a:lnTo>
                  <a:lnTo>
                    <a:pt x="2947" y="7867"/>
                  </a:lnTo>
                  <a:lnTo>
                    <a:pt x="3288" y="7940"/>
                  </a:lnTo>
                  <a:lnTo>
                    <a:pt x="3605" y="8038"/>
                  </a:lnTo>
                  <a:lnTo>
                    <a:pt x="3922" y="8184"/>
                  </a:lnTo>
                  <a:lnTo>
                    <a:pt x="4238" y="8330"/>
                  </a:lnTo>
                  <a:lnTo>
                    <a:pt x="4506" y="8476"/>
                  </a:lnTo>
                  <a:lnTo>
                    <a:pt x="4774" y="8647"/>
                  </a:lnTo>
                  <a:lnTo>
                    <a:pt x="4993" y="8817"/>
                  </a:lnTo>
                  <a:lnTo>
                    <a:pt x="4993" y="881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9" name="CustomShape 363"/>
            <p:cNvSpPr/>
            <p:nvPr/>
          </p:nvSpPr>
          <p:spPr>
            <a:xfrm>
              <a:off x="5607720" y="924480"/>
              <a:ext cx="360" cy="19800"/>
            </a:xfrm>
            <a:custGeom>
              <a:avLst/>
              <a:gdLst/>
              <a:ahLst/>
              <a:rect l="l" t="t" r="r" b="b"/>
              <a:pathLst>
                <a:path w="1" h="951">
                  <a:moveTo>
                    <a:pt x="1" y="951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0" name="CustomShape 364"/>
            <p:cNvSpPr/>
            <p:nvPr/>
          </p:nvSpPr>
          <p:spPr>
            <a:xfrm>
              <a:off x="5607720" y="969120"/>
              <a:ext cx="360" cy="154080"/>
            </a:xfrm>
            <a:custGeom>
              <a:avLst/>
              <a:gdLst/>
              <a:ahLst/>
              <a:rect l="l" t="t" r="r" b="b"/>
              <a:pathLst>
                <a:path w="1" h="7356">
                  <a:moveTo>
                    <a:pt x="1" y="1"/>
                  </a:moveTo>
                  <a:lnTo>
                    <a:pt x="1" y="735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1" name="CustomShape 365"/>
            <p:cNvSpPr/>
            <p:nvPr/>
          </p:nvSpPr>
          <p:spPr>
            <a:xfrm>
              <a:off x="5628600" y="963360"/>
              <a:ext cx="71280" cy="159840"/>
            </a:xfrm>
            <a:custGeom>
              <a:avLst/>
              <a:gdLst/>
              <a:ahLst/>
              <a:rect l="l" t="t" r="r" b="b"/>
              <a:pathLst>
                <a:path w="3411" h="7624">
                  <a:moveTo>
                    <a:pt x="3410" y="7624"/>
                  </a:moveTo>
                  <a:lnTo>
                    <a:pt x="3410" y="7624"/>
                  </a:lnTo>
                  <a:lnTo>
                    <a:pt x="3337" y="7112"/>
                  </a:lnTo>
                  <a:lnTo>
                    <a:pt x="3215" y="6406"/>
                  </a:lnTo>
                  <a:lnTo>
                    <a:pt x="3142" y="5968"/>
                  </a:lnTo>
                  <a:lnTo>
                    <a:pt x="3020" y="5505"/>
                  </a:lnTo>
                  <a:lnTo>
                    <a:pt x="2874" y="4994"/>
                  </a:lnTo>
                  <a:lnTo>
                    <a:pt x="2704" y="4482"/>
                  </a:lnTo>
                  <a:lnTo>
                    <a:pt x="2509" y="3922"/>
                  </a:lnTo>
                  <a:lnTo>
                    <a:pt x="2265" y="3362"/>
                  </a:lnTo>
                  <a:lnTo>
                    <a:pt x="1998" y="2802"/>
                  </a:lnTo>
                  <a:lnTo>
                    <a:pt x="1681" y="2217"/>
                  </a:lnTo>
                  <a:lnTo>
                    <a:pt x="1340" y="1633"/>
                  </a:lnTo>
                  <a:lnTo>
                    <a:pt x="950" y="1072"/>
                  </a:lnTo>
                  <a:lnTo>
                    <a:pt x="488" y="512"/>
                  </a:ln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2" name="CustomShape 366"/>
            <p:cNvSpPr/>
            <p:nvPr/>
          </p:nvSpPr>
          <p:spPr>
            <a:xfrm>
              <a:off x="5514840" y="963360"/>
              <a:ext cx="71280" cy="159840"/>
            </a:xfrm>
            <a:custGeom>
              <a:avLst/>
              <a:gdLst/>
              <a:ahLst/>
              <a:rect l="l" t="t" r="r" b="b"/>
              <a:pathLst>
                <a:path w="3411" h="7624">
                  <a:moveTo>
                    <a:pt x="3410" y="1"/>
                  </a:moveTo>
                  <a:lnTo>
                    <a:pt x="3410" y="1"/>
                  </a:lnTo>
                  <a:lnTo>
                    <a:pt x="2923" y="512"/>
                  </a:lnTo>
                  <a:lnTo>
                    <a:pt x="2461" y="1072"/>
                  </a:lnTo>
                  <a:lnTo>
                    <a:pt x="2071" y="1633"/>
                  </a:lnTo>
                  <a:lnTo>
                    <a:pt x="1706" y="2217"/>
                  </a:lnTo>
                  <a:lnTo>
                    <a:pt x="1413" y="2802"/>
                  </a:lnTo>
                  <a:lnTo>
                    <a:pt x="1121" y="3362"/>
                  </a:lnTo>
                  <a:lnTo>
                    <a:pt x="902" y="3922"/>
                  </a:lnTo>
                  <a:lnTo>
                    <a:pt x="707" y="4482"/>
                  </a:lnTo>
                  <a:lnTo>
                    <a:pt x="536" y="4994"/>
                  </a:lnTo>
                  <a:lnTo>
                    <a:pt x="390" y="5505"/>
                  </a:lnTo>
                  <a:lnTo>
                    <a:pt x="269" y="5968"/>
                  </a:lnTo>
                  <a:lnTo>
                    <a:pt x="171" y="6406"/>
                  </a:lnTo>
                  <a:lnTo>
                    <a:pt x="49" y="7112"/>
                  </a:lnTo>
                  <a:lnTo>
                    <a:pt x="1" y="762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33" name="Group 367"/>
          <p:cNvGrpSpPr/>
          <p:nvPr/>
        </p:nvGrpSpPr>
        <p:grpSpPr>
          <a:xfrm>
            <a:off x="5499720" y="2076480"/>
            <a:ext cx="215640" cy="342360"/>
            <a:chOff x="5499720" y="2076480"/>
            <a:chExt cx="215640" cy="342360"/>
          </a:xfrm>
        </p:grpSpPr>
        <p:sp>
          <p:nvSpPr>
            <p:cNvPr id="1534" name="CustomShape 368"/>
            <p:cNvSpPr/>
            <p:nvPr/>
          </p:nvSpPr>
          <p:spPr>
            <a:xfrm>
              <a:off x="5564520" y="2374920"/>
              <a:ext cx="85680" cy="18720"/>
            </a:xfrm>
            <a:custGeom>
              <a:avLst/>
              <a:gdLst/>
              <a:ahLst/>
              <a:rect l="l" t="t" r="r" b="b"/>
              <a:pathLst>
                <a:path w="4092" h="902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5" name="CustomShape 369"/>
            <p:cNvSpPr/>
            <p:nvPr/>
          </p:nvSpPr>
          <p:spPr>
            <a:xfrm>
              <a:off x="5564520" y="2355480"/>
              <a:ext cx="85680" cy="18720"/>
            </a:xfrm>
            <a:custGeom>
              <a:avLst/>
              <a:gdLst/>
              <a:ahLst/>
              <a:rect l="l" t="t" r="r" b="b"/>
              <a:pathLst>
                <a:path w="4092" h="902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6" name="CustomShape 370"/>
            <p:cNvSpPr/>
            <p:nvPr/>
          </p:nvSpPr>
          <p:spPr>
            <a:xfrm>
              <a:off x="5564520" y="2394000"/>
              <a:ext cx="85680" cy="24840"/>
            </a:xfrm>
            <a:custGeom>
              <a:avLst/>
              <a:gdLst/>
              <a:ahLst/>
              <a:rect l="l" t="t" r="r" b="b"/>
              <a:pathLst>
                <a:path w="4092" h="1195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7" name="CustomShape 371"/>
            <p:cNvSpPr/>
            <p:nvPr/>
          </p:nvSpPr>
          <p:spPr>
            <a:xfrm>
              <a:off x="5555520" y="2194920"/>
              <a:ext cx="29520" cy="140040"/>
            </a:xfrm>
            <a:custGeom>
              <a:avLst/>
              <a:gdLst/>
              <a:ahLst/>
              <a:rect l="l" t="t" r="r" b="b"/>
              <a:pathLst>
                <a:path w="1414" h="6675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8" name="CustomShape 372"/>
            <p:cNvSpPr/>
            <p:nvPr/>
          </p:nvSpPr>
          <p:spPr>
            <a:xfrm>
              <a:off x="5499720" y="2076480"/>
              <a:ext cx="215640" cy="258120"/>
            </a:xfrm>
            <a:custGeom>
              <a:avLst/>
              <a:gdLst/>
              <a:ahLst/>
              <a:rect l="l" t="t" r="r" b="b"/>
              <a:pathLst>
                <a:path w="10278" h="12301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9" name="CustomShape 373"/>
            <p:cNvSpPr/>
            <p:nvPr/>
          </p:nvSpPr>
          <p:spPr>
            <a:xfrm>
              <a:off x="5630040" y="2194920"/>
              <a:ext cx="29520" cy="140040"/>
            </a:xfrm>
            <a:custGeom>
              <a:avLst/>
              <a:gdLst/>
              <a:ahLst/>
              <a:rect l="l" t="t" r="r" b="b"/>
              <a:pathLst>
                <a:path w="1414" h="6675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0" name="CustomShape 374"/>
            <p:cNvSpPr/>
            <p:nvPr/>
          </p:nvSpPr>
          <p:spPr>
            <a:xfrm>
              <a:off x="5569560" y="2189520"/>
              <a:ext cx="75240" cy="16200"/>
            </a:xfrm>
            <a:custGeom>
              <a:avLst/>
              <a:gdLst/>
              <a:ahLst/>
              <a:rect l="l" t="t" r="r" b="b"/>
              <a:pathLst>
                <a:path w="3606" h="78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1" name="CustomShape 375"/>
            <p:cNvSpPr/>
            <p:nvPr/>
          </p:nvSpPr>
          <p:spPr>
            <a:xfrm>
              <a:off x="5564520" y="2337120"/>
              <a:ext cx="85680" cy="360"/>
            </a:xfrm>
            <a:custGeom>
              <a:avLst/>
              <a:gdLst/>
              <a:ahLst/>
              <a:rect l="l" t="t" r="r" b="b"/>
              <a:pathLst>
                <a:path w="4092" h="1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42" name="Group 376"/>
          <p:cNvGrpSpPr/>
          <p:nvPr/>
        </p:nvGrpSpPr>
        <p:grpSpPr>
          <a:xfrm>
            <a:off x="2601000" y="2703600"/>
            <a:ext cx="362880" cy="220680"/>
            <a:chOff x="2601000" y="2703600"/>
            <a:chExt cx="362880" cy="220680"/>
          </a:xfrm>
        </p:grpSpPr>
        <p:sp>
          <p:nvSpPr>
            <p:cNvPr id="1543" name="CustomShape 377"/>
            <p:cNvSpPr/>
            <p:nvPr/>
          </p:nvSpPr>
          <p:spPr>
            <a:xfrm>
              <a:off x="2601000" y="2703600"/>
              <a:ext cx="362880" cy="220680"/>
            </a:xfrm>
            <a:custGeom>
              <a:avLst/>
              <a:gdLst/>
              <a:ahLst/>
              <a:rect l="l" t="t" r="r" b="b"/>
              <a:pathLst>
                <a:path w="17293" h="10523">
                  <a:moveTo>
                    <a:pt x="14711" y="7916"/>
                  </a:moveTo>
                  <a:lnTo>
                    <a:pt x="14711" y="7916"/>
                  </a:lnTo>
                  <a:lnTo>
                    <a:pt x="14151" y="8379"/>
                  </a:lnTo>
                  <a:lnTo>
                    <a:pt x="13493" y="8842"/>
                  </a:lnTo>
                  <a:lnTo>
                    <a:pt x="12811" y="9280"/>
                  </a:lnTo>
                  <a:lnTo>
                    <a:pt x="12446" y="9475"/>
                  </a:lnTo>
                  <a:lnTo>
                    <a:pt x="12056" y="9670"/>
                  </a:lnTo>
                  <a:lnTo>
                    <a:pt x="11667" y="9840"/>
                  </a:lnTo>
                  <a:lnTo>
                    <a:pt x="11253" y="10011"/>
                  </a:lnTo>
                  <a:lnTo>
                    <a:pt x="10839" y="10157"/>
                  </a:lnTo>
                  <a:lnTo>
                    <a:pt x="10425" y="10278"/>
                  </a:lnTo>
                  <a:lnTo>
                    <a:pt x="9986" y="10376"/>
                  </a:lnTo>
                  <a:lnTo>
                    <a:pt x="9548" y="10449"/>
                  </a:lnTo>
                  <a:lnTo>
                    <a:pt x="9109" y="10498"/>
                  </a:lnTo>
                  <a:lnTo>
                    <a:pt x="8647" y="10522"/>
                  </a:lnTo>
                  <a:lnTo>
                    <a:pt x="8647" y="10522"/>
                  </a:lnTo>
                  <a:lnTo>
                    <a:pt x="8233" y="10522"/>
                  </a:lnTo>
                  <a:lnTo>
                    <a:pt x="7843" y="10473"/>
                  </a:lnTo>
                  <a:lnTo>
                    <a:pt x="7453" y="10425"/>
                  </a:lnTo>
                  <a:lnTo>
                    <a:pt x="7064" y="10327"/>
                  </a:lnTo>
                  <a:lnTo>
                    <a:pt x="6674" y="10230"/>
                  </a:lnTo>
                  <a:lnTo>
                    <a:pt x="6284" y="10108"/>
                  </a:lnTo>
                  <a:lnTo>
                    <a:pt x="5919" y="9986"/>
                  </a:lnTo>
                  <a:lnTo>
                    <a:pt x="5554" y="9840"/>
                  </a:lnTo>
                  <a:lnTo>
                    <a:pt x="5213" y="9670"/>
                  </a:lnTo>
                  <a:lnTo>
                    <a:pt x="4847" y="9499"/>
                  </a:lnTo>
                  <a:lnTo>
                    <a:pt x="4190" y="9109"/>
                  </a:lnTo>
                  <a:lnTo>
                    <a:pt x="3557" y="8695"/>
                  </a:lnTo>
                  <a:lnTo>
                    <a:pt x="2972" y="8233"/>
                  </a:lnTo>
                  <a:lnTo>
                    <a:pt x="2412" y="7794"/>
                  </a:lnTo>
                  <a:lnTo>
                    <a:pt x="1900" y="7332"/>
                  </a:lnTo>
                  <a:lnTo>
                    <a:pt x="1438" y="6893"/>
                  </a:lnTo>
                  <a:lnTo>
                    <a:pt x="1048" y="6479"/>
                  </a:lnTo>
                  <a:lnTo>
                    <a:pt x="390" y="5748"/>
                  </a:lnTo>
                  <a:lnTo>
                    <a:pt x="1" y="5261"/>
                  </a:lnTo>
                  <a:lnTo>
                    <a:pt x="1" y="5261"/>
                  </a:lnTo>
                  <a:lnTo>
                    <a:pt x="390" y="4774"/>
                  </a:lnTo>
                  <a:lnTo>
                    <a:pt x="1048" y="4044"/>
                  </a:lnTo>
                  <a:lnTo>
                    <a:pt x="1438" y="3630"/>
                  </a:lnTo>
                  <a:lnTo>
                    <a:pt x="1900" y="3191"/>
                  </a:lnTo>
                  <a:lnTo>
                    <a:pt x="2412" y="2728"/>
                  </a:lnTo>
                  <a:lnTo>
                    <a:pt x="2972" y="2290"/>
                  </a:lnTo>
                  <a:lnTo>
                    <a:pt x="3557" y="1852"/>
                  </a:lnTo>
                  <a:lnTo>
                    <a:pt x="4190" y="1413"/>
                  </a:lnTo>
                  <a:lnTo>
                    <a:pt x="4847" y="1024"/>
                  </a:lnTo>
                  <a:lnTo>
                    <a:pt x="5213" y="853"/>
                  </a:lnTo>
                  <a:lnTo>
                    <a:pt x="5554" y="683"/>
                  </a:lnTo>
                  <a:lnTo>
                    <a:pt x="5919" y="536"/>
                  </a:lnTo>
                  <a:lnTo>
                    <a:pt x="6284" y="415"/>
                  </a:lnTo>
                  <a:lnTo>
                    <a:pt x="6674" y="293"/>
                  </a:lnTo>
                  <a:lnTo>
                    <a:pt x="7064" y="196"/>
                  </a:lnTo>
                  <a:lnTo>
                    <a:pt x="7453" y="98"/>
                  </a:lnTo>
                  <a:lnTo>
                    <a:pt x="7843" y="49"/>
                  </a:lnTo>
                  <a:lnTo>
                    <a:pt x="8233" y="1"/>
                  </a:lnTo>
                  <a:lnTo>
                    <a:pt x="8647" y="1"/>
                  </a:lnTo>
                  <a:lnTo>
                    <a:pt x="8647" y="1"/>
                  </a:lnTo>
                  <a:lnTo>
                    <a:pt x="9109" y="25"/>
                  </a:lnTo>
                  <a:lnTo>
                    <a:pt x="9548" y="74"/>
                  </a:lnTo>
                  <a:lnTo>
                    <a:pt x="9986" y="147"/>
                  </a:lnTo>
                  <a:lnTo>
                    <a:pt x="10425" y="244"/>
                  </a:lnTo>
                  <a:lnTo>
                    <a:pt x="10839" y="366"/>
                  </a:lnTo>
                  <a:lnTo>
                    <a:pt x="11253" y="512"/>
                  </a:lnTo>
                  <a:lnTo>
                    <a:pt x="11667" y="683"/>
                  </a:lnTo>
                  <a:lnTo>
                    <a:pt x="12056" y="853"/>
                  </a:lnTo>
                  <a:lnTo>
                    <a:pt x="12446" y="1048"/>
                  </a:lnTo>
                  <a:lnTo>
                    <a:pt x="12811" y="1243"/>
                  </a:lnTo>
                  <a:lnTo>
                    <a:pt x="13493" y="1681"/>
                  </a:lnTo>
                  <a:lnTo>
                    <a:pt x="14151" y="2144"/>
                  </a:lnTo>
                  <a:lnTo>
                    <a:pt x="14711" y="2607"/>
                  </a:lnTo>
                  <a:lnTo>
                    <a:pt x="14711" y="2607"/>
                  </a:lnTo>
                  <a:lnTo>
                    <a:pt x="15198" y="3021"/>
                  </a:lnTo>
                  <a:lnTo>
                    <a:pt x="15637" y="3435"/>
                  </a:lnTo>
                  <a:lnTo>
                    <a:pt x="16026" y="3824"/>
                  </a:lnTo>
                  <a:lnTo>
                    <a:pt x="16367" y="4190"/>
                  </a:lnTo>
                  <a:lnTo>
                    <a:pt x="16927" y="4823"/>
                  </a:lnTo>
                  <a:lnTo>
                    <a:pt x="17293" y="5261"/>
                  </a:lnTo>
                  <a:lnTo>
                    <a:pt x="17293" y="5261"/>
                  </a:lnTo>
                  <a:lnTo>
                    <a:pt x="16927" y="5700"/>
                  </a:lnTo>
                  <a:lnTo>
                    <a:pt x="16367" y="6333"/>
                  </a:lnTo>
                  <a:lnTo>
                    <a:pt x="16026" y="6698"/>
                  </a:lnTo>
                  <a:lnTo>
                    <a:pt x="15637" y="7088"/>
                  </a:lnTo>
                  <a:lnTo>
                    <a:pt x="15198" y="7502"/>
                  </a:lnTo>
                  <a:lnTo>
                    <a:pt x="14711" y="7916"/>
                  </a:lnTo>
                  <a:lnTo>
                    <a:pt x="14711" y="791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4" name="CustomShape 378"/>
            <p:cNvSpPr/>
            <p:nvPr/>
          </p:nvSpPr>
          <p:spPr>
            <a:xfrm>
              <a:off x="2748960" y="2780280"/>
              <a:ext cx="67320" cy="67320"/>
            </a:xfrm>
            <a:custGeom>
              <a:avLst/>
              <a:gdLst/>
              <a:ahLst/>
              <a:rect l="l" t="t" r="r" b="b"/>
              <a:pathLst>
                <a:path w="3216" h="3216">
                  <a:moveTo>
                    <a:pt x="0" y="1608"/>
                  </a:moveTo>
                  <a:lnTo>
                    <a:pt x="0" y="1608"/>
                  </a:lnTo>
                  <a:lnTo>
                    <a:pt x="25" y="1438"/>
                  </a:lnTo>
                  <a:lnTo>
                    <a:pt x="49" y="1292"/>
                  </a:lnTo>
                  <a:lnTo>
                    <a:pt x="73" y="1121"/>
                  </a:lnTo>
                  <a:lnTo>
                    <a:pt x="146" y="975"/>
                  </a:lnTo>
                  <a:lnTo>
                    <a:pt x="195" y="853"/>
                  </a:lnTo>
                  <a:lnTo>
                    <a:pt x="293" y="707"/>
                  </a:lnTo>
                  <a:lnTo>
                    <a:pt x="366" y="585"/>
                  </a:lnTo>
                  <a:lnTo>
                    <a:pt x="487" y="488"/>
                  </a:lnTo>
                  <a:lnTo>
                    <a:pt x="585" y="366"/>
                  </a:lnTo>
                  <a:lnTo>
                    <a:pt x="707" y="293"/>
                  </a:lnTo>
                  <a:lnTo>
                    <a:pt x="853" y="196"/>
                  </a:lnTo>
                  <a:lnTo>
                    <a:pt x="974" y="147"/>
                  </a:lnTo>
                  <a:lnTo>
                    <a:pt x="1121" y="74"/>
                  </a:lnTo>
                  <a:lnTo>
                    <a:pt x="1291" y="50"/>
                  </a:lnTo>
                  <a:lnTo>
                    <a:pt x="1437" y="25"/>
                  </a:lnTo>
                  <a:lnTo>
                    <a:pt x="1608" y="1"/>
                  </a:lnTo>
                  <a:lnTo>
                    <a:pt x="1608" y="1"/>
                  </a:lnTo>
                  <a:lnTo>
                    <a:pt x="1778" y="25"/>
                  </a:lnTo>
                  <a:lnTo>
                    <a:pt x="1924" y="50"/>
                  </a:lnTo>
                  <a:lnTo>
                    <a:pt x="2095" y="74"/>
                  </a:lnTo>
                  <a:lnTo>
                    <a:pt x="2241" y="147"/>
                  </a:lnTo>
                  <a:lnTo>
                    <a:pt x="2363" y="196"/>
                  </a:lnTo>
                  <a:lnTo>
                    <a:pt x="2509" y="293"/>
                  </a:lnTo>
                  <a:lnTo>
                    <a:pt x="2631" y="366"/>
                  </a:lnTo>
                  <a:lnTo>
                    <a:pt x="2728" y="488"/>
                  </a:lnTo>
                  <a:lnTo>
                    <a:pt x="2850" y="585"/>
                  </a:lnTo>
                  <a:lnTo>
                    <a:pt x="2923" y="707"/>
                  </a:lnTo>
                  <a:lnTo>
                    <a:pt x="3020" y="853"/>
                  </a:lnTo>
                  <a:lnTo>
                    <a:pt x="3069" y="975"/>
                  </a:lnTo>
                  <a:lnTo>
                    <a:pt x="3142" y="1121"/>
                  </a:lnTo>
                  <a:lnTo>
                    <a:pt x="3166" y="1292"/>
                  </a:lnTo>
                  <a:lnTo>
                    <a:pt x="3191" y="1438"/>
                  </a:lnTo>
                  <a:lnTo>
                    <a:pt x="3215" y="1608"/>
                  </a:lnTo>
                  <a:lnTo>
                    <a:pt x="3215" y="1608"/>
                  </a:lnTo>
                  <a:lnTo>
                    <a:pt x="3191" y="1779"/>
                  </a:lnTo>
                  <a:lnTo>
                    <a:pt x="3166" y="1925"/>
                  </a:lnTo>
                  <a:lnTo>
                    <a:pt x="3142" y="2095"/>
                  </a:lnTo>
                  <a:lnTo>
                    <a:pt x="3069" y="2242"/>
                  </a:lnTo>
                  <a:lnTo>
                    <a:pt x="3020" y="2363"/>
                  </a:lnTo>
                  <a:lnTo>
                    <a:pt x="2923" y="2509"/>
                  </a:lnTo>
                  <a:lnTo>
                    <a:pt x="2850" y="2631"/>
                  </a:lnTo>
                  <a:lnTo>
                    <a:pt x="2728" y="2729"/>
                  </a:lnTo>
                  <a:lnTo>
                    <a:pt x="2631" y="2850"/>
                  </a:lnTo>
                  <a:lnTo>
                    <a:pt x="2509" y="2924"/>
                  </a:lnTo>
                  <a:lnTo>
                    <a:pt x="2363" y="3021"/>
                  </a:lnTo>
                  <a:lnTo>
                    <a:pt x="2241" y="3070"/>
                  </a:lnTo>
                  <a:lnTo>
                    <a:pt x="2095" y="3143"/>
                  </a:lnTo>
                  <a:lnTo>
                    <a:pt x="1924" y="3167"/>
                  </a:lnTo>
                  <a:lnTo>
                    <a:pt x="1778" y="3191"/>
                  </a:lnTo>
                  <a:lnTo>
                    <a:pt x="1608" y="3216"/>
                  </a:lnTo>
                  <a:lnTo>
                    <a:pt x="1608" y="3216"/>
                  </a:lnTo>
                  <a:lnTo>
                    <a:pt x="1437" y="3191"/>
                  </a:lnTo>
                  <a:lnTo>
                    <a:pt x="1291" y="3167"/>
                  </a:lnTo>
                  <a:lnTo>
                    <a:pt x="1121" y="3143"/>
                  </a:lnTo>
                  <a:lnTo>
                    <a:pt x="974" y="3070"/>
                  </a:lnTo>
                  <a:lnTo>
                    <a:pt x="853" y="3021"/>
                  </a:lnTo>
                  <a:lnTo>
                    <a:pt x="707" y="2924"/>
                  </a:lnTo>
                  <a:lnTo>
                    <a:pt x="585" y="2850"/>
                  </a:lnTo>
                  <a:lnTo>
                    <a:pt x="487" y="2729"/>
                  </a:lnTo>
                  <a:lnTo>
                    <a:pt x="366" y="2631"/>
                  </a:lnTo>
                  <a:lnTo>
                    <a:pt x="293" y="2509"/>
                  </a:lnTo>
                  <a:lnTo>
                    <a:pt x="195" y="2363"/>
                  </a:lnTo>
                  <a:lnTo>
                    <a:pt x="146" y="2242"/>
                  </a:lnTo>
                  <a:lnTo>
                    <a:pt x="73" y="2095"/>
                  </a:lnTo>
                  <a:lnTo>
                    <a:pt x="49" y="1925"/>
                  </a:lnTo>
                  <a:lnTo>
                    <a:pt x="25" y="1779"/>
                  </a:lnTo>
                  <a:lnTo>
                    <a:pt x="0" y="1608"/>
                  </a:lnTo>
                  <a:lnTo>
                    <a:pt x="0" y="160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5" name="CustomShape 379"/>
            <p:cNvSpPr/>
            <p:nvPr/>
          </p:nvSpPr>
          <p:spPr>
            <a:xfrm>
              <a:off x="2695320" y="2726640"/>
              <a:ext cx="174600" cy="174600"/>
            </a:xfrm>
            <a:custGeom>
              <a:avLst/>
              <a:gdLst/>
              <a:ahLst/>
              <a:rect l="l" t="t" r="r" b="b"/>
              <a:pathLst>
                <a:path w="8331" h="8331">
                  <a:moveTo>
                    <a:pt x="1" y="4165"/>
                  </a:moveTo>
                  <a:lnTo>
                    <a:pt x="1" y="4165"/>
                  </a:lnTo>
                  <a:lnTo>
                    <a:pt x="25" y="3751"/>
                  </a:lnTo>
                  <a:lnTo>
                    <a:pt x="74" y="3337"/>
                  </a:lnTo>
                  <a:lnTo>
                    <a:pt x="196" y="2923"/>
                  </a:lnTo>
                  <a:lnTo>
                    <a:pt x="318" y="2534"/>
                  </a:lnTo>
                  <a:lnTo>
                    <a:pt x="512" y="2168"/>
                  </a:lnTo>
                  <a:lnTo>
                    <a:pt x="707" y="1827"/>
                  </a:lnTo>
                  <a:lnTo>
                    <a:pt x="951" y="1511"/>
                  </a:lnTo>
                  <a:lnTo>
                    <a:pt x="1219" y="1218"/>
                  </a:lnTo>
                  <a:lnTo>
                    <a:pt x="1511" y="951"/>
                  </a:lnTo>
                  <a:lnTo>
                    <a:pt x="1828" y="707"/>
                  </a:lnTo>
                  <a:lnTo>
                    <a:pt x="2169" y="512"/>
                  </a:lnTo>
                  <a:lnTo>
                    <a:pt x="2534" y="317"/>
                  </a:lnTo>
                  <a:lnTo>
                    <a:pt x="2924" y="195"/>
                  </a:lnTo>
                  <a:lnTo>
                    <a:pt x="3313" y="74"/>
                  </a:lnTo>
                  <a:lnTo>
                    <a:pt x="3727" y="25"/>
                  </a:lnTo>
                  <a:lnTo>
                    <a:pt x="4166" y="1"/>
                  </a:lnTo>
                  <a:lnTo>
                    <a:pt x="4166" y="1"/>
                  </a:lnTo>
                  <a:lnTo>
                    <a:pt x="4580" y="25"/>
                  </a:lnTo>
                  <a:lnTo>
                    <a:pt x="4994" y="74"/>
                  </a:lnTo>
                  <a:lnTo>
                    <a:pt x="5408" y="195"/>
                  </a:lnTo>
                  <a:lnTo>
                    <a:pt x="5797" y="317"/>
                  </a:lnTo>
                  <a:lnTo>
                    <a:pt x="6163" y="512"/>
                  </a:lnTo>
                  <a:lnTo>
                    <a:pt x="6504" y="707"/>
                  </a:lnTo>
                  <a:lnTo>
                    <a:pt x="6820" y="951"/>
                  </a:lnTo>
                  <a:lnTo>
                    <a:pt x="7113" y="1218"/>
                  </a:lnTo>
                  <a:lnTo>
                    <a:pt x="7381" y="1511"/>
                  </a:lnTo>
                  <a:lnTo>
                    <a:pt x="7624" y="1827"/>
                  </a:lnTo>
                  <a:lnTo>
                    <a:pt x="7819" y="2168"/>
                  </a:lnTo>
                  <a:lnTo>
                    <a:pt x="8014" y="2534"/>
                  </a:lnTo>
                  <a:lnTo>
                    <a:pt x="8136" y="2923"/>
                  </a:lnTo>
                  <a:lnTo>
                    <a:pt x="8257" y="3337"/>
                  </a:lnTo>
                  <a:lnTo>
                    <a:pt x="8306" y="3751"/>
                  </a:lnTo>
                  <a:lnTo>
                    <a:pt x="8330" y="4165"/>
                  </a:lnTo>
                  <a:lnTo>
                    <a:pt x="8330" y="4165"/>
                  </a:lnTo>
                  <a:lnTo>
                    <a:pt x="8306" y="4579"/>
                  </a:lnTo>
                  <a:lnTo>
                    <a:pt x="8257" y="4993"/>
                  </a:lnTo>
                  <a:lnTo>
                    <a:pt x="8136" y="5407"/>
                  </a:lnTo>
                  <a:lnTo>
                    <a:pt x="8014" y="5797"/>
                  </a:lnTo>
                  <a:lnTo>
                    <a:pt x="7819" y="6162"/>
                  </a:lnTo>
                  <a:lnTo>
                    <a:pt x="7624" y="6503"/>
                  </a:lnTo>
                  <a:lnTo>
                    <a:pt x="7381" y="6820"/>
                  </a:lnTo>
                  <a:lnTo>
                    <a:pt x="7113" y="7112"/>
                  </a:lnTo>
                  <a:lnTo>
                    <a:pt x="6820" y="7380"/>
                  </a:lnTo>
                  <a:lnTo>
                    <a:pt x="6504" y="7624"/>
                  </a:lnTo>
                  <a:lnTo>
                    <a:pt x="6163" y="7819"/>
                  </a:lnTo>
                  <a:lnTo>
                    <a:pt x="5797" y="8013"/>
                  </a:lnTo>
                  <a:lnTo>
                    <a:pt x="5408" y="8135"/>
                  </a:lnTo>
                  <a:lnTo>
                    <a:pt x="4994" y="8257"/>
                  </a:lnTo>
                  <a:lnTo>
                    <a:pt x="4580" y="8306"/>
                  </a:lnTo>
                  <a:lnTo>
                    <a:pt x="4166" y="8330"/>
                  </a:lnTo>
                  <a:lnTo>
                    <a:pt x="4166" y="8330"/>
                  </a:lnTo>
                  <a:lnTo>
                    <a:pt x="3727" y="8306"/>
                  </a:lnTo>
                  <a:lnTo>
                    <a:pt x="3313" y="8257"/>
                  </a:lnTo>
                  <a:lnTo>
                    <a:pt x="2924" y="8135"/>
                  </a:lnTo>
                  <a:lnTo>
                    <a:pt x="2534" y="8013"/>
                  </a:lnTo>
                  <a:lnTo>
                    <a:pt x="2169" y="7819"/>
                  </a:lnTo>
                  <a:lnTo>
                    <a:pt x="1828" y="7624"/>
                  </a:lnTo>
                  <a:lnTo>
                    <a:pt x="1511" y="7380"/>
                  </a:lnTo>
                  <a:lnTo>
                    <a:pt x="1219" y="7112"/>
                  </a:lnTo>
                  <a:lnTo>
                    <a:pt x="951" y="6820"/>
                  </a:lnTo>
                  <a:lnTo>
                    <a:pt x="707" y="6503"/>
                  </a:lnTo>
                  <a:lnTo>
                    <a:pt x="512" y="6162"/>
                  </a:lnTo>
                  <a:lnTo>
                    <a:pt x="318" y="5797"/>
                  </a:lnTo>
                  <a:lnTo>
                    <a:pt x="196" y="5407"/>
                  </a:lnTo>
                  <a:lnTo>
                    <a:pt x="74" y="4993"/>
                  </a:lnTo>
                  <a:lnTo>
                    <a:pt x="25" y="4579"/>
                  </a:lnTo>
                  <a:lnTo>
                    <a:pt x="1" y="4165"/>
                  </a:lnTo>
                  <a:lnTo>
                    <a:pt x="1" y="416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46" name="Group 380"/>
          <p:cNvGrpSpPr/>
          <p:nvPr/>
        </p:nvGrpSpPr>
        <p:grpSpPr>
          <a:xfrm>
            <a:off x="5474880" y="2635920"/>
            <a:ext cx="264600" cy="372240"/>
            <a:chOff x="5474880" y="2635920"/>
            <a:chExt cx="264600" cy="372240"/>
          </a:xfrm>
        </p:grpSpPr>
        <p:sp>
          <p:nvSpPr>
            <p:cNvPr id="1547" name="CustomShape 381"/>
            <p:cNvSpPr/>
            <p:nvPr/>
          </p:nvSpPr>
          <p:spPr>
            <a:xfrm>
              <a:off x="5474880" y="2635920"/>
              <a:ext cx="264600" cy="65160"/>
            </a:xfrm>
            <a:custGeom>
              <a:avLst/>
              <a:gdLst/>
              <a:ahLst/>
              <a:rect l="l" t="t" r="r" b="b"/>
              <a:pathLst>
                <a:path w="12617" h="3119">
                  <a:moveTo>
                    <a:pt x="12130" y="1413"/>
                  </a:moveTo>
                  <a:lnTo>
                    <a:pt x="8647" y="1413"/>
                  </a:lnTo>
                  <a:lnTo>
                    <a:pt x="8647" y="878"/>
                  </a:lnTo>
                  <a:lnTo>
                    <a:pt x="8647" y="878"/>
                  </a:lnTo>
                  <a:lnTo>
                    <a:pt x="8623" y="707"/>
                  </a:lnTo>
                  <a:lnTo>
                    <a:pt x="8574" y="537"/>
                  </a:lnTo>
                  <a:lnTo>
                    <a:pt x="8501" y="391"/>
                  </a:lnTo>
                  <a:lnTo>
                    <a:pt x="8379" y="269"/>
                  </a:lnTo>
                  <a:lnTo>
                    <a:pt x="8257" y="147"/>
                  </a:lnTo>
                  <a:lnTo>
                    <a:pt x="8111" y="74"/>
                  </a:lnTo>
                  <a:lnTo>
                    <a:pt x="7941" y="25"/>
                  </a:lnTo>
                  <a:lnTo>
                    <a:pt x="7770" y="1"/>
                  </a:lnTo>
                  <a:lnTo>
                    <a:pt x="4848" y="1"/>
                  </a:lnTo>
                  <a:lnTo>
                    <a:pt x="4848" y="1"/>
                  </a:lnTo>
                  <a:lnTo>
                    <a:pt x="4677" y="25"/>
                  </a:lnTo>
                  <a:lnTo>
                    <a:pt x="4507" y="74"/>
                  </a:lnTo>
                  <a:lnTo>
                    <a:pt x="4361" y="147"/>
                  </a:lnTo>
                  <a:lnTo>
                    <a:pt x="4239" y="269"/>
                  </a:lnTo>
                  <a:lnTo>
                    <a:pt x="4117" y="391"/>
                  </a:lnTo>
                  <a:lnTo>
                    <a:pt x="4044" y="537"/>
                  </a:lnTo>
                  <a:lnTo>
                    <a:pt x="3995" y="707"/>
                  </a:lnTo>
                  <a:lnTo>
                    <a:pt x="3971" y="878"/>
                  </a:lnTo>
                  <a:lnTo>
                    <a:pt x="3971" y="1413"/>
                  </a:lnTo>
                  <a:lnTo>
                    <a:pt x="488" y="1413"/>
                  </a:lnTo>
                  <a:lnTo>
                    <a:pt x="488" y="1413"/>
                  </a:lnTo>
                  <a:lnTo>
                    <a:pt x="391" y="1413"/>
                  </a:lnTo>
                  <a:lnTo>
                    <a:pt x="293" y="1462"/>
                  </a:lnTo>
                  <a:lnTo>
                    <a:pt x="220" y="1486"/>
                  </a:lnTo>
                  <a:lnTo>
                    <a:pt x="147" y="1560"/>
                  </a:lnTo>
                  <a:lnTo>
                    <a:pt x="74" y="1633"/>
                  </a:lnTo>
                  <a:lnTo>
                    <a:pt x="50" y="1706"/>
                  </a:lnTo>
                  <a:lnTo>
                    <a:pt x="1" y="1803"/>
                  </a:lnTo>
                  <a:lnTo>
                    <a:pt x="1" y="1901"/>
                  </a:lnTo>
                  <a:lnTo>
                    <a:pt x="1" y="3118"/>
                  </a:lnTo>
                  <a:lnTo>
                    <a:pt x="12617" y="3118"/>
                  </a:lnTo>
                  <a:lnTo>
                    <a:pt x="12617" y="1901"/>
                  </a:lnTo>
                  <a:lnTo>
                    <a:pt x="12617" y="1901"/>
                  </a:lnTo>
                  <a:lnTo>
                    <a:pt x="12617" y="1803"/>
                  </a:lnTo>
                  <a:lnTo>
                    <a:pt x="12568" y="1706"/>
                  </a:lnTo>
                  <a:lnTo>
                    <a:pt x="12544" y="1633"/>
                  </a:lnTo>
                  <a:lnTo>
                    <a:pt x="12471" y="1560"/>
                  </a:lnTo>
                  <a:lnTo>
                    <a:pt x="12398" y="1486"/>
                  </a:lnTo>
                  <a:lnTo>
                    <a:pt x="12325" y="1462"/>
                  </a:lnTo>
                  <a:lnTo>
                    <a:pt x="12227" y="1413"/>
                  </a:lnTo>
                  <a:lnTo>
                    <a:pt x="12130" y="1413"/>
                  </a:lnTo>
                  <a:lnTo>
                    <a:pt x="12130" y="1413"/>
                  </a:lnTo>
                  <a:close/>
                  <a:moveTo>
                    <a:pt x="4750" y="878"/>
                  </a:moveTo>
                  <a:lnTo>
                    <a:pt x="4750" y="878"/>
                  </a:lnTo>
                  <a:lnTo>
                    <a:pt x="4750" y="829"/>
                  </a:lnTo>
                  <a:lnTo>
                    <a:pt x="4775" y="805"/>
                  </a:lnTo>
                  <a:lnTo>
                    <a:pt x="4799" y="780"/>
                  </a:lnTo>
                  <a:lnTo>
                    <a:pt x="4848" y="780"/>
                  </a:lnTo>
                  <a:lnTo>
                    <a:pt x="7770" y="780"/>
                  </a:lnTo>
                  <a:lnTo>
                    <a:pt x="7770" y="780"/>
                  </a:lnTo>
                  <a:lnTo>
                    <a:pt x="7819" y="780"/>
                  </a:lnTo>
                  <a:lnTo>
                    <a:pt x="7843" y="805"/>
                  </a:lnTo>
                  <a:lnTo>
                    <a:pt x="7868" y="829"/>
                  </a:lnTo>
                  <a:lnTo>
                    <a:pt x="7868" y="878"/>
                  </a:lnTo>
                  <a:lnTo>
                    <a:pt x="7868" y="1413"/>
                  </a:lnTo>
                  <a:lnTo>
                    <a:pt x="4750" y="1413"/>
                  </a:lnTo>
                  <a:lnTo>
                    <a:pt x="4750" y="878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8" name="CustomShape 382"/>
            <p:cNvSpPr/>
            <p:nvPr/>
          </p:nvSpPr>
          <p:spPr>
            <a:xfrm>
              <a:off x="5485680" y="2707560"/>
              <a:ext cx="243360" cy="300600"/>
            </a:xfrm>
            <a:custGeom>
              <a:avLst/>
              <a:gdLst/>
              <a:ahLst/>
              <a:rect l="l" t="t" r="r" b="b"/>
              <a:pathLst>
                <a:path w="11594" h="14322">
                  <a:moveTo>
                    <a:pt x="0" y="1"/>
                  </a:moveTo>
                  <a:lnTo>
                    <a:pt x="0" y="13834"/>
                  </a:lnTo>
                  <a:lnTo>
                    <a:pt x="0" y="13834"/>
                  </a:lnTo>
                  <a:lnTo>
                    <a:pt x="0" y="13932"/>
                  </a:lnTo>
                  <a:lnTo>
                    <a:pt x="49" y="14029"/>
                  </a:lnTo>
                  <a:lnTo>
                    <a:pt x="74" y="14102"/>
                  </a:lnTo>
                  <a:lnTo>
                    <a:pt x="147" y="14175"/>
                  </a:lnTo>
                  <a:lnTo>
                    <a:pt x="220" y="14224"/>
                  </a:lnTo>
                  <a:lnTo>
                    <a:pt x="293" y="14273"/>
                  </a:lnTo>
                  <a:lnTo>
                    <a:pt x="390" y="14297"/>
                  </a:lnTo>
                  <a:lnTo>
                    <a:pt x="488" y="14321"/>
                  </a:lnTo>
                  <a:lnTo>
                    <a:pt x="11106" y="14321"/>
                  </a:lnTo>
                  <a:lnTo>
                    <a:pt x="11106" y="14321"/>
                  </a:lnTo>
                  <a:lnTo>
                    <a:pt x="11204" y="14297"/>
                  </a:lnTo>
                  <a:lnTo>
                    <a:pt x="11301" y="14273"/>
                  </a:lnTo>
                  <a:lnTo>
                    <a:pt x="11374" y="14224"/>
                  </a:lnTo>
                  <a:lnTo>
                    <a:pt x="11447" y="14175"/>
                  </a:lnTo>
                  <a:lnTo>
                    <a:pt x="11520" y="14102"/>
                  </a:lnTo>
                  <a:lnTo>
                    <a:pt x="11545" y="14029"/>
                  </a:lnTo>
                  <a:lnTo>
                    <a:pt x="11593" y="13932"/>
                  </a:lnTo>
                  <a:lnTo>
                    <a:pt x="11593" y="13834"/>
                  </a:lnTo>
                  <a:lnTo>
                    <a:pt x="1159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9" name="CustomShape 383"/>
            <p:cNvSpPr/>
            <p:nvPr/>
          </p:nvSpPr>
          <p:spPr>
            <a:xfrm>
              <a:off x="5535360" y="2747880"/>
              <a:ext cx="360" cy="219600"/>
            </a:xfrm>
            <a:custGeom>
              <a:avLst/>
              <a:gdLst/>
              <a:ahLst/>
              <a:rect l="l" t="t" r="r" b="b"/>
              <a:pathLst>
                <a:path w="1" h="10474">
                  <a:moveTo>
                    <a:pt x="1" y="10473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0" name="CustomShape 384"/>
            <p:cNvSpPr/>
            <p:nvPr/>
          </p:nvSpPr>
          <p:spPr>
            <a:xfrm>
              <a:off x="5607720" y="2747880"/>
              <a:ext cx="360" cy="219600"/>
            </a:xfrm>
            <a:custGeom>
              <a:avLst/>
              <a:gdLst/>
              <a:ahLst/>
              <a:rect l="l" t="t" r="r" b="b"/>
              <a:pathLst>
                <a:path w="1" h="10474">
                  <a:moveTo>
                    <a:pt x="1" y="1"/>
                  </a:moveTo>
                  <a:lnTo>
                    <a:pt x="1" y="104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1" name="CustomShape 385"/>
            <p:cNvSpPr/>
            <p:nvPr/>
          </p:nvSpPr>
          <p:spPr>
            <a:xfrm>
              <a:off x="5679720" y="2747880"/>
              <a:ext cx="360" cy="219600"/>
            </a:xfrm>
            <a:custGeom>
              <a:avLst/>
              <a:gdLst/>
              <a:ahLst/>
              <a:rect l="l" t="t" r="r" b="b"/>
              <a:pathLst>
                <a:path w="1" h="10474">
                  <a:moveTo>
                    <a:pt x="1" y="1"/>
                  </a:moveTo>
                  <a:lnTo>
                    <a:pt x="1" y="1047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52" name="Group 386"/>
          <p:cNvGrpSpPr/>
          <p:nvPr/>
        </p:nvGrpSpPr>
        <p:grpSpPr>
          <a:xfrm>
            <a:off x="1523880" y="3730680"/>
            <a:ext cx="255960" cy="414000"/>
            <a:chOff x="1523880" y="3730680"/>
            <a:chExt cx="255960" cy="414000"/>
          </a:xfrm>
        </p:grpSpPr>
        <p:sp>
          <p:nvSpPr>
            <p:cNvPr id="1553" name="CustomShape 387"/>
            <p:cNvSpPr/>
            <p:nvPr/>
          </p:nvSpPr>
          <p:spPr>
            <a:xfrm>
              <a:off x="1684080" y="3926520"/>
              <a:ext cx="95760" cy="95760"/>
            </a:xfrm>
            <a:custGeom>
              <a:avLst/>
              <a:gdLst/>
              <a:ahLst/>
              <a:rect l="l" t="t" r="r" b="b"/>
              <a:pathLst>
                <a:path w="4580" h="4579">
                  <a:moveTo>
                    <a:pt x="731" y="4189"/>
                  </a:moveTo>
                  <a:lnTo>
                    <a:pt x="731" y="4189"/>
                  </a:lnTo>
                  <a:lnTo>
                    <a:pt x="853" y="4286"/>
                  </a:lnTo>
                  <a:lnTo>
                    <a:pt x="999" y="4384"/>
                  </a:lnTo>
                  <a:lnTo>
                    <a:pt x="1170" y="4457"/>
                  </a:lnTo>
                  <a:lnTo>
                    <a:pt x="1316" y="4506"/>
                  </a:lnTo>
                  <a:lnTo>
                    <a:pt x="1486" y="4554"/>
                  </a:lnTo>
                  <a:lnTo>
                    <a:pt x="1657" y="4579"/>
                  </a:lnTo>
                  <a:lnTo>
                    <a:pt x="1827" y="4579"/>
                  </a:lnTo>
                  <a:lnTo>
                    <a:pt x="1973" y="4579"/>
                  </a:lnTo>
                  <a:lnTo>
                    <a:pt x="2144" y="4579"/>
                  </a:lnTo>
                  <a:lnTo>
                    <a:pt x="2314" y="4530"/>
                  </a:lnTo>
                  <a:lnTo>
                    <a:pt x="2485" y="4481"/>
                  </a:lnTo>
                  <a:lnTo>
                    <a:pt x="2631" y="4433"/>
                  </a:lnTo>
                  <a:lnTo>
                    <a:pt x="2777" y="4360"/>
                  </a:lnTo>
                  <a:lnTo>
                    <a:pt x="2923" y="4262"/>
                  </a:lnTo>
                  <a:lnTo>
                    <a:pt x="3069" y="4165"/>
                  </a:lnTo>
                  <a:lnTo>
                    <a:pt x="3191" y="4043"/>
                  </a:lnTo>
                  <a:lnTo>
                    <a:pt x="3191" y="4043"/>
                  </a:lnTo>
                  <a:lnTo>
                    <a:pt x="3337" y="3872"/>
                  </a:lnTo>
                  <a:lnTo>
                    <a:pt x="3483" y="3653"/>
                  </a:lnTo>
                  <a:lnTo>
                    <a:pt x="3605" y="3410"/>
                  </a:lnTo>
                  <a:lnTo>
                    <a:pt x="3751" y="3117"/>
                  </a:lnTo>
                  <a:lnTo>
                    <a:pt x="3995" y="2484"/>
                  </a:lnTo>
                  <a:lnTo>
                    <a:pt x="4214" y="1827"/>
                  </a:lnTo>
                  <a:lnTo>
                    <a:pt x="4409" y="1169"/>
                  </a:lnTo>
                  <a:lnTo>
                    <a:pt x="4531" y="609"/>
                  </a:lnTo>
                  <a:lnTo>
                    <a:pt x="4579" y="219"/>
                  </a:lnTo>
                  <a:lnTo>
                    <a:pt x="4579" y="97"/>
                  </a:lnTo>
                  <a:lnTo>
                    <a:pt x="4579" y="24"/>
                  </a:lnTo>
                  <a:lnTo>
                    <a:pt x="4579" y="24"/>
                  </a:lnTo>
                  <a:lnTo>
                    <a:pt x="4506" y="0"/>
                  </a:lnTo>
                  <a:lnTo>
                    <a:pt x="4385" y="0"/>
                  </a:lnTo>
                  <a:lnTo>
                    <a:pt x="3970" y="73"/>
                  </a:lnTo>
                  <a:lnTo>
                    <a:pt x="3410" y="195"/>
                  </a:lnTo>
                  <a:lnTo>
                    <a:pt x="2777" y="365"/>
                  </a:lnTo>
                  <a:lnTo>
                    <a:pt x="2095" y="609"/>
                  </a:lnTo>
                  <a:lnTo>
                    <a:pt x="1462" y="852"/>
                  </a:lnTo>
                  <a:lnTo>
                    <a:pt x="1194" y="974"/>
                  </a:lnTo>
                  <a:lnTo>
                    <a:pt x="926" y="1120"/>
                  </a:lnTo>
                  <a:lnTo>
                    <a:pt x="707" y="1266"/>
                  </a:lnTo>
                  <a:lnTo>
                    <a:pt x="561" y="1388"/>
                  </a:lnTo>
                  <a:lnTo>
                    <a:pt x="561" y="1388"/>
                  </a:lnTo>
                  <a:lnTo>
                    <a:pt x="439" y="1534"/>
                  </a:lnTo>
                  <a:lnTo>
                    <a:pt x="342" y="1656"/>
                  </a:lnTo>
                  <a:lnTo>
                    <a:pt x="244" y="1802"/>
                  </a:lnTo>
                  <a:lnTo>
                    <a:pt x="171" y="1973"/>
                  </a:lnTo>
                  <a:lnTo>
                    <a:pt x="98" y="2119"/>
                  </a:lnTo>
                  <a:lnTo>
                    <a:pt x="49" y="2289"/>
                  </a:lnTo>
                  <a:lnTo>
                    <a:pt x="25" y="2436"/>
                  </a:lnTo>
                  <a:lnTo>
                    <a:pt x="1" y="2606"/>
                  </a:lnTo>
                  <a:lnTo>
                    <a:pt x="1" y="2776"/>
                  </a:lnTo>
                  <a:lnTo>
                    <a:pt x="25" y="2947"/>
                  </a:lnTo>
                  <a:lnTo>
                    <a:pt x="49" y="3117"/>
                  </a:lnTo>
                  <a:lnTo>
                    <a:pt x="98" y="3264"/>
                  </a:lnTo>
                  <a:lnTo>
                    <a:pt x="147" y="3434"/>
                  </a:lnTo>
                  <a:lnTo>
                    <a:pt x="220" y="3580"/>
                  </a:lnTo>
                  <a:lnTo>
                    <a:pt x="317" y="3726"/>
                  </a:lnTo>
                  <a:lnTo>
                    <a:pt x="415" y="3872"/>
                  </a:lnTo>
                  <a:lnTo>
                    <a:pt x="731" y="4189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4" name="CustomShape 388"/>
            <p:cNvSpPr/>
            <p:nvPr/>
          </p:nvSpPr>
          <p:spPr>
            <a:xfrm>
              <a:off x="1523880" y="3943080"/>
              <a:ext cx="131040" cy="131040"/>
            </a:xfrm>
            <a:custGeom>
              <a:avLst/>
              <a:gdLst/>
              <a:ahLst/>
              <a:rect l="l" t="t" r="r" b="b"/>
              <a:pathLst>
                <a:path w="6260" h="6260">
                  <a:moveTo>
                    <a:pt x="5675" y="5334"/>
                  </a:moveTo>
                  <a:lnTo>
                    <a:pt x="5675" y="5334"/>
                  </a:lnTo>
                  <a:lnTo>
                    <a:pt x="5821" y="5139"/>
                  </a:lnTo>
                  <a:lnTo>
                    <a:pt x="5943" y="4944"/>
                  </a:lnTo>
                  <a:lnTo>
                    <a:pt x="6041" y="4725"/>
                  </a:lnTo>
                  <a:lnTo>
                    <a:pt x="6138" y="4506"/>
                  </a:lnTo>
                  <a:lnTo>
                    <a:pt x="6187" y="4287"/>
                  </a:lnTo>
                  <a:lnTo>
                    <a:pt x="6235" y="4043"/>
                  </a:lnTo>
                  <a:lnTo>
                    <a:pt x="6260" y="3824"/>
                  </a:lnTo>
                  <a:lnTo>
                    <a:pt x="6260" y="3581"/>
                  </a:lnTo>
                  <a:lnTo>
                    <a:pt x="6235" y="3361"/>
                  </a:lnTo>
                  <a:lnTo>
                    <a:pt x="6187" y="3118"/>
                  </a:lnTo>
                  <a:lnTo>
                    <a:pt x="6138" y="2899"/>
                  </a:lnTo>
                  <a:lnTo>
                    <a:pt x="6041" y="2679"/>
                  </a:lnTo>
                  <a:lnTo>
                    <a:pt x="5943" y="2460"/>
                  </a:lnTo>
                  <a:lnTo>
                    <a:pt x="5821" y="2265"/>
                  </a:lnTo>
                  <a:lnTo>
                    <a:pt x="5675" y="2071"/>
                  </a:lnTo>
                  <a:lnTo>
                    <a:pt x="5505" y="1900"/>
                  </a:lnTo>
                  <a:lnTo>
                    <a:pt x="5505" y="1900"/>
                  </a:lnTo>
                  <a:lnTo>
                    <a:pt x="5286" y="1705"/>
                  </a:lnTo>
                  <a:lnTo>
                    <a:pt x="4993" y="1510"/>
                  </a:lnTo>
                  <a:lnTo>
                    <a:pt x="4652" y="1316"/>
                  </a:lnTo>
                  <a:lnTo>
                    <a:pt x="4263" y="1145"/>
                  </a:lnTo>
                  <a:lnTo>
                    <a:pt x="3849" y="975"/>
                  </a:lnTo>
                  <a:lnTo>
                    <a:pt x="3410" y="804"/>
                  </a:lnTo>
                  <a:lnTo>
                    <a:pt x="2485" y="487"/>
                  </a:lnTo>
                  <a:lnTo>
                    <a:pt x="1608" y="244"/>
                  </a:lnTo>
                  <a:lnTo>
                    <a:pt x="853" y="73"/>
                  </a:lnTo>
                  <a:lnTo>
                    <a:pt x="536" y="25"/>
                  </a:lnTo>
                  <a:lnTo>
                    <a:pt x="293" y="0"/>
                  </a:lnTo>
                  <a:lnTo>
                    <a:pt x="122" y="0"/>
                  </a:lnTo>
                  <a:lnTo>
                    <a:pt x="25" y="25"/>
                  </a:lnTo>
                  <a:lnTo>
                    <a:pt x="25" y="25"/>
                  </a:lnTo>
                  <a:lnTo>
                    <a:pt x="1" y="122"/>
                  </a:lnTo>
                  <a:lnTo>
                    <a:pt x="1" y="293"/>
                  </a:lnTo>
                  <a:lnTo>
                    <a:pt x="25" y="536"/>
                  </a:lnTo>
                  <a:lnTo>
                    <a:pt x="74" y="853"/>
                  </a:lnTo>
                  <a:lnTo>
                    <a:pt x="244" y="1608"/>
                  </a:lnTo>
                  <a:lnTo>
                    <a:pt x="488" y="2485"/>
                  </a:lnTo>
                  <a:lnTo>
                    <a:pt x="804" y="3410"/>
                  </a:lnTo>
                  <a:lnTo>
                    <a:pt x="975" y="3848"/>
                  </a:lnTo>
                  <a:lnTo>
                    <a:pt x="1145" y="4262"/>
                  </a:lnTo>
                  <a:lnTo>
                    <a:pt x="1316" y="4652"/>
                  </a:lnTo>
                  <a:lnTo>
                    <a:pt x="1511" y="4993"/>
                  </a:lnTo>
                  <a:lnTo>
                    <a:pt x="1705" y="5285"/>
                  </a:lnTo>
                  <a:lnTo>
                    <a:pt x="1900" y="5505"/>
                  </a:lnTo>
                  <a:lnTo>
                    <a:pt x="1900" y="5505"/>
                  </a:lnTo>
                  <a:lnTo>
                    <a:pt x="2071" y="5675"/>
                  </a:lnTo>
                  <a:lnTo>
                    <a:pt x="2266" y="5821"/>
                  </a:lnTo>
                  <a:lnTo>
                    <a:pt x="2460" y="5943"/>
                  </a:lnTo>
                  <a:lnTo>
                    <a:pt x="2680" y="6040"/>
                  </a:lnTo>
                  <a:lnTo>
                    <a:pt x="2899" y="6138"/>
                  </a:lnTo>
                  <a:lnTo>
                    <a:pt x="3118" y="6187"/>
                  </a:lnTo>
                  <a:lnTo>
                    <a:pt x="3362" y="6235"/>
                  </a:lnTo>
                  <a:lnTo>
                    <a:pt x="3581" y="6260"/>
                  </a:lnTo>
                  <a:lnTo>
                    <a:pt x="3824" y="6260"/>
                  </a:lnTo>
                  <a:lnTo>
                    <a:pt x="4043" y="6235"/>
                  </a:lnTo>
                  <a:lnTo>
                    <a:pt x="4287" y="6187"/>
                  </a:lnTo>
                  <a:lnTo>
                    <a:pt x="4506" y="6138"/>
                  </a:lnTo>
                  <a:lnTo>
                    <a:pt x="4725" y="6040"/>
                  </a:lnTo>
                  <a:lnTo>
                    <a:pt x="4945" y="5943"/>
                  </a:lnTo>
                  <a:lnTo>
                    <a:pt x="5139" y="5821"/>
                  </a:lnTo>
                  <a:lnTo>
                    <a:pt x="5334" y="5675"/>
                  </a:lnTo>
                  <a:lnTo>
                    <a:pt x="5675" y="533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5" name="CustomShape 389"/>
            <p:cNvSpPr/>
            <p:nvPr/>
          </p:nvSpPr>
          <p:spPr>
            <a:xfrm>
              <a:off x="1569240" y="3730680"/>
              <a:ext cx="200880" cy="198360"/>
            </a:xfrm>
            <a:custGeom>
              <a:avLst/>
              <a:gdLst/>
              <a:ahLst/>
              <a:rect l="l" t="t" r="r" b="b"/>
              <a:pathLst>
                <a:path w="9572" h="9450">
                  <a:moveTo>
                    <a:pt x="5358" y="9450"/>
                  </a:moveTo>
                  <a:lnTo>
                    <a:pt x="5358" y="9450"/>
                  </a:lnTo>
                  <a:lnTo>
                    <a:pt x="5650" y="9328"/>
                  </a:lnTo>
                  <a:lnTo>
                    <a:pt x="5918" y="9133"/>
                  </a:lnTo>
                  <a:lnTo>
                    <a:pt x="6162" y="8914"/>
                  </a:lnTo>
                  <a:lnTo>
                    <a:pt x="6381" y="8646"/>
                  </a:lnTo>
                  <a:lnTo>
                    <a:pt x="6381" y="8646"/>
                  </a:lnTo>
                  <a:lnTo>
                    <a:pt x="6649" y="8670"/>
                  </a:lnTo>
                  <a:lnTo>
                    <a:pt x="6917" y="8670"/>
                  </a:lnTo>
                  <a:lnTo>
                    <a:pt x="7160" y="8646"/>
                  </a:lnTo>
                  <a:lnTo>
                    <a:pt x="7404" y="8597"/>
                  </a:lnTo>
                  <a:lnTo>
                    <a:pt x="7623" y="8524"/>
                  </a:lnTo>
                  <a:lnTo>
                    <a:pt x="7818" y="8427"/>
                  </a:lnTo>
                  <a:lnTo>
                    <a:pt x="7989" y="8305"/>
                  </a:lnTo>
                  <a:lnTo>
                    <a:pt x="8159" y="8159"/>
                  </a:lnTo>
                  <a:lnTo>
                    <a:pt x="8305" y="7989"/>
                  </a:lnTo>
                  <a:lnTo>
                    <a:pt x="8427" y="7794"/>
                  </a:lnTo>
                  <a:lnTo>
                    <a:pt x="8524" y="7599"/>
                  </a:lnTo>
                  <a:lnTo>
                    <a:pt x="8597" y="7380"/>
                  </a:lnTo>
                  <a:lnTo>
                    <a:pt x="8670" y="7160"/>
                  </a:lnTo>
                  <a:lnTo>
                    <a:pt x="8695" y="6917"/>
                  </a:lnTo>
                  <a:lnTo>
                    <a:pt x="8695" y="6649"/>
                  </a:lnTo>
                  <a:lnTo>
                    <a:pt x="8670" y="6381"/>
                  </a:lnTo>
                  <a:lnTo>
                    <a:pt x="8670" y="6381"/>
                  </a:lnTo>
                  <a:lnTo>
                    <a:pt x="8865" y="6211"/>
                  </a:lnTo>
                  <a:lnTo>
                    <a:pt x="9060" y="6016"/>
                  </a:lnTo>
                  <a:lnTo>
                    <a:pt x="9206" y="5821"/>
                  </a:lnTo>
                  <a:lnTo>
                    <a:pt x="9328" y="5626"/>
                  </a:lnTo>
                  <a:lnTo>
                    <a:pt x="9425" y="5407"/>
                  </a:lnTo>
                  <a:lnTo>
                    <a:pt x="9499" y="5212"/>
                  </a:lnTo>
                  <a:lnTo>
                    <a:pt x="9547" y="4993"/>
                  </a:lnTo>
                  <a:lnTo>
                    <a:pt x="9572" y="4774"/>
                  </a:lnTo>
                  <a:lnTo>
                    <a:pt x="9547" y="4554"/>
                  </a:lnTo>
                  <a:lnTo>
                    <a:pt x="9499" y="4335"/>
                  </a:lnTo>
                  <a:lnTo>
                    <a:pt x="9425" y="4116"/>
                  </a:lnTo>
                  <a:lnTo>
                    <a:pt x="9328" y="3921"/>
                  </a:lnTo>
                  <a:lnTo>
                    <a:pt x="9206" y="3702"/>
                  </a:lnTo>
                  <a:lnTo>
                    <a:pt x="9060" y="3507"/>
                  </a:lnTo>
                  <a:lnTo>
                    <a:pt x="8865" y="3337"/>
                  </a:lnTo>
                  <a:lnTo>
                    <a:pt x="8670" y="3166"/>
                  </a:lnTo>
                  <a:lnTo>
                    <a:pt x="8670" y="3166"/>
                  </a:lnTo>
                  <a:lnTo>
                    <a:pt x="8695" y="2898"/>
                  </a:lnTo>
                  <a:lnTo>
                    <a:pt x="8695" y="2630"/>
                  </a:lnTo>
                  <a:lnTo>
                    <a:pt x="8670" y="2387"/>
                  </a:lnTo>
                  <a:lnTo>
                    <a:pt x="8597" y="2143"/>
                  </a:lnTo>
                  <a:lnTo>
                    <a:pt x="8524" y="1924"/>
                  </a:lnTo>
                  <a:lnTo>
                    <a:pt x="8427" y="1729"/>
                  </a:lnTo>
                  <a:lnTo>
                    <a:pt x="8305" y="1559"/>
                  </a:lnTo>
                  <a:lnTo>
                    <a:pt x="8159" y="1388"/>
                  </a:lnTo>
                  <a:lnTo>
                    <a:pt x="7989" y="1242"/>
                  </a:lnTo>
                  <a:lnTo>
                    <a:pt x="7818" y="1120"/>
                  </a:lnTo>
                  <a:lnTo>
                    <a:pt x="7623" y="1023"/>
                  </a:lnTo>
                  <a:lnTo>
                    <a:pt x="7404" y="950"/>
                  </a:lnTo>
                  <a:lnTo>
                    <a:pt x="7160" y="901"/>
                  </a:lnTo>
                  <a:lnTo>
                    <a:pt x="6917" y="853"/>
                  </a:lnTo>
                  <a:lnTo>
                    <a:pt x="6649" y="853"/>
                  </a:lnTo>
                  <a:lnTo>
                    <a:pt x="6381" y="901"/>
                  </a:lnTo>
                  <a:lnTo>
                    <a:pt x="6381" y="901"/>
                  </a:lnTo>
                  <a:lnTo>
                    <a:pt x="6211" y="682"/>
                  </a:lnTo>
                  <a:lnTo>
                    <a:pt x="6040" y="487"/>
                  </a:lnTo>
                  <a:lnTo>
                    <a:pt x="5845" y="341"/>
                  </a:lnTo>
                  <a:lnTo>
                    <a:pt x="5626" y="219"/>
                  </a:lnTo>
                  <a:lnTo>
                    <a:pt x="5431" y="122"/>
                  </a:lnTo>
                  <a:lnTo>
                    <a:pt x="5212" y="49"/>
                  </a:lnTo>
                  <a:lnTo>
                    <a:pt x="4993" y="0"/>
                  </a:lnTo>
                  <a:lnTo>
                    <a:pt x="4774" y="0"/>
                  </a:lnTo>
                  <a:lnTo>
                    <a:pt x="4555" y="0"/>
                  </a:lnTo>
                  <a:lnTo>
                    <a:pt x="4335" y="49"/>
                  </a:lnTo>
                  <a:lnTo>
                    <a:pt x="4140" y="122"/>
                  </a:lnTo>
                  <a:lnTo>
                    <a:pt x="3921" y="219"/>
                  </a:lnTo>
                  <a:lnTo>
                    <a:pt x="3726" y="341"/>
                  </a:lnTo>
                  <a:lnTo>
                    <a:pt x="3532" y="487"/>
                  </a:lnTo>
                  <a:lnTo>
                    <a:pt x="3337" y="682"/>
                  </a:lnTo>
                  <a:lnTo>
                    <a:pt x="3166" y="901"/>
                  </a:lnTo>
                  <a:lnTo>
                    <a:pt x="3166" y="901"/>
                  </a:lnTo>
                  <a:lnTo>
                    <a:pt x="2898" y="853"/>
                  </a:lnTo>
                  <a:lnTo>
                    <a:pt x="2655" y="853"/>
                  </a:lnTo>
                  <a:lnTo>
                    <a:pt x="2387" y="901"/>
                  </a:lnTo>
                  <a:lnTo>
                    <a:pt x="2168" y="950"/>
                  </a:lnTo>
                  <a:lnTo>
                    <a:pt x="1949" y="1023"/>
                  </a:lnTo>
                  <a:lnTo>
                    <a:pt x="1754" y="1120"/>
                  </a:lnTo>
                  <a:lnTo>
                    <a:pt x="1559" y="1242"/>
                  </a:lnTo>
                  <a:lnTo>
                    <a:pt x="1388" y="1388"/>
                  </a:lnTo>
                  <a:lnTo>
                    <a:pt x="1267" y="1559"/>
                  </a:lnTo>
                  <a:lnTo>
                    <a:pt x="1120" y="1729"/>
                  </a:lnTo>
                  <a:lnTo>
                    <a:pt x="1023" y="1924"/>
                  </a:lnTo>
                  <a:lnTo>
                    <a:pt x="950" y="2143"/>
                  </a:lnTo>
                  <a:lnTo>
                    <a:pt x="901" y="2387"/>
                  </a:lnTo>
                  <a:lnTo>
                    <a:pt x="877" y="2630"/>
                  </a:lnTo>
                  <a:lnTo>
                    <a:pt x="877" y="2898"/>
                  </a:lnTo>
                  <a:lnTo>
                    <a:pt x="901" y="3166"/>
                  </a:lnTo>
                  <a:lnTo>
                    <a:pt x="901" y="3166"/>
                  </a:lnTo>
                  <a:lnTo>
                    <a:pt x="682" y="3337"/>
                  </a:lnTo>
                  <a:lnTo>
                    <a:pt x="512" y="3507"/>
                  </a:lnTo>
                  <a:lnTo>
                    <a:pt x="341" y="3702"/>
                  </a:lnTo>
                  <a:lnTo>
                    <a:pt x="219" y="3921"/>
                  </a:lnTo>
                  <a:lnTo>
                    <a:pt x="122" y="4116"/>
                  </a:lnTo>
                  <a:lnTo>
                    <a:pt x="49" y="4335"/>
                  </a:lnTo>
                  <a:lnTo>
                    <a:pt x="24" y="4554"/>
                  </a:lnTo>
                  <a:lnTo>
                    <a:pt x="0" y="4774"/>
                  </a:lnTo>
                  <a:lnTo>
                    <a:pt x="24" y="4993"/>
                  </a:lnTo>
                  <a:lnTo>
                    <a:pt x="49" y="5212"/>
                  </a:lnTo>
                  <a:lnTo>
                    <a:pt x="122" y="5407"/>
                  </a:lnTo>
                  <a:lnTo>
                    <a:pt x="219" y="5626"/>
                  </a:lnTo>
                  <a:lnTo>
                    <a:pt x="341" y="5821"/>
                  </a:lnTo>
                  <a:lnTo>
                    <a:pt x="512" y="6016"/>
                  </a:lnTo>
                  <a:lnTo>
                    <a:pt x="682" y="6211"/>
                  </a:lnTo>
                  <a:lnTo>
                    <a:pt x="901" y="6381"/>
                  </a:lnTo>
                  <a:lnTo>
                    <a:pt x="901" y="6381"/>
                  </a:lnTo>
                  <a:lnTo>
                    <a:pt x="877" y="6649"/>
                  </a:lnTo>
                  <a:lnTo>
                    <a:pt x="877" y="6917"/>
                  </a:lnTo>
                  <a:lnTo>
                    <a:pt x="901" y="7160"/>
                  </a:lnTo>
                  <a:lnTo>
                    <a:pt x="950" y="7380"/>
                  </a:lnTo>
                  <a:lnTo>
                    <a:pt x="1023" y="7599"/>
                  </a:lnTo>
                  <a:lnTo>
                    <a:pt x="1120" y="7794"/>
                  </a:lnTo>
                  <a:lnTo>
                    <a:pt x="1267" y="7989"/>
                  </a:lnTo>
                  <a:lnTo>
                    <a:pt x="1388" y="8159"/>
                  </a:lnTo>
                  <a:lnTo>
                    <a:pt x="1559" y="8305"/>
                  </a:lnTo>
                  <a:lnTo>
                    <a:pt x="1754" y="8427"/>
                  </a:lnTo>
                  <a:lnTo>
                    <a:pt x="1949" y="8524"/>
                  </a:lnTo>
                  <a:lnTo>
                    <a:pt x="2168" y="8597"/>
                  </a:lnTo>
                  <a:lnTo>
                    <a:pt x="2387" y="8646"/>
                  </a:lnTo>
                  <a:lnTo>
                    <a:pt x="2655" y="8670"/>
                  </a:lnTo>
                  <a:lnTo>
                    <a:pt x="2898" y="8670"/>
                  </a:lnTo>
                  <a:lnTo>
                    <a:pt x="3166" y="8646"/>
                  </a:lnTo>
                  <a:lnTo>
                    <a:pt x="3166" y="8646"/>
                  </a:lnTo>
                  <a:lnTo>
                    <a:pt x="3410" y="8914"/>
                  </a:lnTo>
                  <a:lnTo>
                    <a:pt x="3653" y="9133"/>
                  </a:lnTo>
                  <a:lnTo>
                    <a:pt x="3921" y="9328"/>
                  </a:lnTo>
                  <a:lnTo>
                    <a:pt x="4189" y="945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6" name="CustomShape 390"/>
            <p:cNvSpPr/>
            <p:nvPr/>
          </p:nvSpPr>
          <p:spPr>
            <a:xfrm>
              <a:off x="1669680" y="3929040"/>
              <a:ext cx="360" cy="215640"/>
            </a:xfrm>
            <a:custGeom>
              <a:avLst/>
              <a:gdLst/>
              <a:ahLst/>
              <a:rect l="l" t="t" r="r" b="b"/>
              <a:pathLst>
                <a:path w="1" h="10279">
                  <a:moveTo>
                    <a:pt x="1" y="10279"/>
                  </a:moveTo>
                  <a:lnTo>
                    <a:pt x="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7" name="CustomShape 391"/>
            <p:cNvSpPr/>
            <p:nvPr/>
          </p:nvSpPr>
          <p:spPr>
            <a:xfrm>
              <a:off x="1645920" y="3807360"/>
              <a:ext cx="46800" cy="46800"/>
            </a:xfrm>
            <a:custGeom>
              <a:avLst/>
              <a:gdLst/>
              <a:ahLst/>
              <a:rect l="l" t="t" r="r" b="b"/>
              <a:pathLst>
                <a:path w="2242" h="2241">
                  <a:moveTo>
                    <a:pt x="1121" y="2241"/>
                  </a:moveTo>
                  <a:lnTo>
                    <a:pt x="1121" y="2241"/>
                  </a:lnTo>
                  <a:lnTo>
                    <a:pt x="902" y="2217"/>
                  </a:lnTo>
                  <a:lnTo>
                    <a:pt x="682" y="2144"/>
                  </a:lnTo>
                  <a:lnTo>
                    <a:pt x="512" y="2046"/>
                  </a:lnTo>
                  <a:lnTo>
                    <a:pt x="341" y="1900"/>
                  </a:lnTo>
                  <a:lnTo>
                    <a:pt x="195" y="1754"/>
                  </a:lnTo>
                  <a:lnTo>
                    <a:pt x="98" y="1559"/>
                  </a:lnTo>
                  <a:lnTo>
                    <a:pt x="25" y="1340"/>
                  </a:lnTo>
                  <a:lnTo>
                    <a:pt x="0" y="1121"/>
                  </a:lnTo>
                  <a:lnTo>
                    <a:pt x="0" y="1121"/>
                  </a:lnTo>
                  <a:lnTo>
                    <a:pt x="25" y="901"/>
                  </a:lnTo>
                  <a:lnTo>
                    <a:pt x="98" y="682"/>
                  </a:lnTo>
                  <a:lnTo>
                    <a:pt x="195" y="487"/>
                  </a:lnTo>
                  <a:lnTo>
                    <a:pt x="341" y="317"/>
                  </a:lnTo>
                  <a:lnTo>
                    <a:pt x="512" y="195"/>
                  </a:lnTo>
                  <a:lnTo>
                    <a:pt x="682" y="98"/>
                  </a:lnTo>
                  <a:lnTo>
                    <a:pt x="902" y="25"/>
                  </a:lnTo>
                  <a:lnTo>
                    <a:pt x="1121" y="0"/>
                  </a:lnTo>
                  <a:lnTo>
                    <a:pt x="1121" y="0"/>
                  </a:lnTo>
                  <a:lnTo>
                    <a:pt x="1364" y="25"/>
                  </a:lnTo>
                  <a:lnTo>
                    <a:pt x="1559" y="98"/>
                  </a:lnTo>
                  <a:lnTo>
                    <a:pt x="1754" y="195"/>
                  </a:lnTo>
                  <a:lnTo>
                    <a:pt x="1924" y="317"/>
                  </a:lnTo>
                  <a:lnTo>
                    <a:pt x="2046" y="487"/>
                  </a:lnTo>
                  <a:lnTo>
                    <a:pt x="2168" y="682"/>
                  </a:lnTo>
                  <a:lnTo>
                    <a:pt x="2217" y="901"/>
                  </a:lnTo>
                  <a:lnTo>
                    <a:pt x="2241" y="1121"/>
                  </a:lnTo>
                  <a:lnTo>
                    <a:pt x="2241" y="1121"/>
                  </a:lnTo>
                  <a:lnTo>
                    <a:pt x="2217" y="1340"/>
                  </a:lnTo>
                  <a:lnTo>
                    <a:pt x="2168" y="1559"/>
                  </a:lnTo>
                  <a:lnTo>
                    <a:pt x="2046" y="1754"/>
                  </a:lnTo>
                  <a:lnTo>
                    <a:pt x="1924" y="1900"/>
                  </a:lnTo>
                  <a:lnTo>
                    <a:pt x="1754" y="2046"/>
                  </a:lnTo>
                  <a:lnTo>
                    <a:pt x="1559" y="2144"/>
                  </a:lnTo>
                  <a:lnTo>
                    <a:pt x="1364" y="2217"/>
                  </a:lnTo>
                  <a:lnTo>
                    <a:pt x="1121" y="2241"/>
                  </a:lnTo>
                  <a:lnTo>
                    <a:pt x="1121" y="224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8" name="CustomShape 392"/>
            <p:cNvSpPr/>
            <p:nvPr/>
          </p:nvSpPr>
          <p:spPr>
            <a:xfrm>
              <a:off x="1565640" y="3984840"/>
              <a:ext cx="72720" cy="72720"/>
            </a:xfrm>
            <a:custGeom>
              <a:avLst/>
              <a:gdLst/>
              <a:ahLst/>
              <a:rect l="l" t="t" r="r" b="b"/>
              <a:pathLst>
                <a:path w="3484" h="3484">
                  <a:moveTo>
                    <a:pt x="1" y="0"/>
                  </a:moveTo>
                  <a:lnTo>
                    <a:pt x="3483" y="348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59" name="CustomShape 393"/>
            <p:cNvSpPr/>
            <p:nvPr/>
          </p:nvSpPr>
          <p:spPr>
            <a:xfrm>
              <a:off x="1696680" y="3963960"/>
              <a:ext cx="45720" cy="45720"/>
            </a:xfrm>
            <a:custGeom>
              <a:avLst/>
              <a:gdLst/>
              <a:ahLst/>
              <a:rect l="l" t="t" r="r" b="b"/>
              <a:pathLst>
                <a:path w="2193" h="2193">
                  <a:moveTo>
                    <a:pt x="2192" y="1"/>
                  </a:moveTo>
                  <a:lnTo>
                    <a:pt x="1" y="21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60" name="Group 394"/>
          <p:cNvGrpSpPr/>
          <p:nvPr/>
        </p:nvGrpSpPr>
        <p:grpSpPr>
          <a:xfrm>
            <a:off x="2067840" y="3759840"/>
            <a:ext cx="309240" cy="391320"/>
            <a:chOff x="2067840" y="3759840"/>
            <a:chExt cx="309240" cy="391320"/>
          </a:xfrm>
        </p:grpSpPr>
        <p:sp>
          <p:nvSpPr>
            <p:cNvPr id="1561" name="CustomShape 395"/>
            <p:cNvSpPr/>
            <p:nvPr/>
          </p:nvSpPr>
          <p:spPr>
            <a:xfrm>
              <a:off x="2067840" y="4038480"/>
              <a:ext cx="309240" cy="112680"/>
            </a:xfrm>
            <a:custGeom>
              <a:avLst/>
              <a:gdLst/>
              <a:ahLst/>
              <a:rect l="l" t="t" r="r" b="b"/>
              <a:pathLst>
                <a:path w="14736" h="5384">
                  <a:moveTo>
                    <a:pt x="6723" y="1"/>
                  </a:moveTo>
                  <a:lnTo>
                    <a:pt x="6723" y="1"/>
                  </a:lnTo>
                  <a:lnTo>
                    <a:pt x="6187" y="49"/>
                  </a:lnTo>
                  <a:lnTo>
                    <a:pt x="5651" y="147"/>
                  </a:lnTo>
                  <a:lnTo>
                    <a:pt x="5140" y="269"/>
                  </a:lnTo>
                  <a:lnTo>
                    <a:pt x="4628" y="415"/>
                  </a:lnTo>
                  <a:lnTo>
                    <a:pt x="4141" y="610"/>
                  </a:lnTo>
                  <a:lnTo>
                    <a:pt x="3678" y="829"/>
                  </a:lnTo>
                  <a:lnTo>
                    <a:pt x="3216" y="1072"/>
                  </a:lnTo>
                  <a:lnTo>
                    <a:pt x="2777" y="1340"/>
                  </a:lnTo>
                  <a:lnTo>
                    <a:pt x="2363" y="1633"/>
                  </a:lnTo>
                  <a:lnTo>
                    <a:pt x="1949" y="1949"/>
                  </a:lnTo>
                  <a:lnTo>
                    <a:pt x="1584" y="2290"/>
                  </a:lnTo>
                  <a:lnTo>
                    <a:pt x="1219" y="2655"/>
                  </a:lnTo>
                  <a:lnTo>
                    <a:pt x="878" y="3045"/>
                  </a:lnTo>
                  <a:lnTo>
                    <a:pt x="561" y="3459"/>
                  </a:lnTo>
                  <a:lnTo>
                    <a:pt x="269" y="3873"/>
                  </a:lnTo>
                  <a:lnTo>
                    <a:pt x="1" y="4312"/>
                  </a:lnTo>
                  <a:lnTo>
                    <a:pt x="1" y="4312"/>
                  </a:lnTo>
                  <a:lnTo>
                    <a:pt x="293" y="4433"/>
                  </a:lnTo>
                  <a:lnTo>
                    <a:pt x="610" y="4555"/>
                  </a:lnTo>
                  <a:lnTo>
                    <a:pt x="1316" y="4750"/>
                  </a:lnTo>
                  <a:lnTo>
                    <a:pt x="2120" y="4945"/>
                  </a:lnTo>
                  <a:lnTo>
                    <a:pt x="3045" y="5091"/>
                  </a:lnTo>
                  <a:lnTo>
                    <a:pt x="4019" y="5213"/>
                  </a:lnTo>
                  <a:lnTo>
                    <a:pt x="5091" y="5310"/>
                  </a:lnTo>
                  <a:lnTo>
                    <a:pt x="6211" y="5359"/>
                  </a:lnTo>
                  <a:lnTo>
                    <a:pt x="7356" y="5383"/>
                  </a:lnTo>
                  <a:lnTo>
                    <a:pt x="7356" y="5383"/>
                  </a:lnTo>
                  <a:lnTo>
                    <a:pt x="8525" y="5359"/>
                  </a:lnTo>
                  <a:lnTo>
                    <a:pt x="9645" y="5310"/>
                  </a:lnTo>
                  <a:lnTo>
                    <a:pt x="10717" y="5213"/>
                  </a:lnTo>
                  <a:lnTo>
                    <a:pt x="11691" y="5091"/>
                  </a:lnTo>
                  <a:lnTo>
                    <a:pt x="12617" y="4945"/>
                  </a:lnTo>
                  <a:lnTo>
                    <a:pt x="13420" y="4750"/>
                  </a:lnTo>
                  <a:lnTo>
                    <a:pt x="14127" y="4555"/>
                  </a:lnTo>
                  <a:lnTo>
                    <a:pt x="14443" y="4433"/>
                  </a:lnTo>
                  <a:lnTo>
                    <a:pt x="14736" y="4312"/>
                  </a:lnTo>
                  <a:lnTo>
                    <a:pt x="14736" y="4312"/>
                  </a:lnTo>
                  <a:lnTo>
                    <a:pt x="14468" y="3873"/>
                  </a:lnTo>
                  <a:lnTo>
                    <a:pt x="14175" y="3459"/>
                  </a:lnTo>
                  <a:lnTo>
                    <a:pt x="13859" y="3045"/>
                  </a:lnTo>
                  <a:lnTo>
                    <a:pt x="13518" y="2655"/>
                  </a:lnTo>
                  <a:lnTo>
                    <a:pt x="13153" y="2290"/>
                  </a:lnTo>
                  <a:lnTo>
                    <a:pt x="12787" y="1949"/>
                  </a:lnTo>
                  <a:lnTo>
                    <a:pt x="12373" y="1633"/>
                  </a:lnTo>
                  <a:lnTo>
                    <a:pt x="11959" y="1340"/>
                  </a:lnTo>
                  <a:lnTo>
                    <a:pt x="11521" y="1072"/>
                  </a:lnTo>
                  <a:lnTo>
                    <a:pt x="11058" y="829"/>
                  </a:lnTo>
                  <a:lnTo>
                    <a:pt x="10595" y="610"/>
                  </a:lnTo>
                  <a:lnTo>
                    <a:pt x="10108" y="415"/>
                  </a:lnTo>
                  <a:lnTo>
                    <a:pt x="9597" y="269"/>
                  </a:lnTo>
                  <a:lnTo>
                    <a:pt x="9085" y="147"/>
                  </a:lnTo>
                  <a:lnTo>
                    <a:pt x="8549" y="49"/>
                  </a:lnTo>
                  <a:lnTo>
                    <a:pt x="8014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2" name="CustomShape 396"/>
            <p:cNvSpPr/>
            <p:nvPr/>
          </p:nvSpPr>
          <p:spPr>
            <a:xfrm>
              <a:off x="2222280" y="3759840"/>
              <a:ext cx="360" cy="291240"/>
            </a:xfrm>
            <a:custGeom>
              <a:avLst/>
              <a:gdLst/>
              <a:ahLst/>
              <a:rect l="l" t="t" r="r" b="b"/>
              <a:pathLst>
                <a:path w="1" h="13883">
                  <a:moveTo>
                    <a:pt x="0" y="13883"/>
                  </a:move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3" name="CustomShape 397"/>
            <p:cNvSpPr/>
            <p:nvPr/>
          </p:nvSpPr>
          <p:spPr>
            <a:xfrm>
              <a:off x="2235600" y="3765960"/>
              <a:ext cx="95760" cy="95760"/>
            </a:xfrm>
            <a:custGeom>
              <a:avLst/>
              <a:gdLst/>
              <a:ahLst/>
              <a:rect l="l" t="t" r="r" b="b"/>
              <a:pathLst>
                <a:path w="4579" h="4580">
                  <a:moveTo>
                    <a:pt x="707" y="4190"/>
                  </a:moveTo>
                  <a:lnTo>
                    <a:pt x="707" y="4190"/>
                  </a:lnTo>
                  <a:lnTo>
                    <a:pt x="853" y="4287"/>
                  </a:lnTo>
                  <a:lnTo>
                    <a:pt x="999" y="4384"/>
                  </a:lnTo>
                  <a:lnTo>
                    <a:pt x="1145" y="4458"/>
                  </a:lnTo>
                  <a:lnTo>
                    <a:pt x="1315" y="4506"/>
                  </a:lnTo>
                  <a:lnTo>
                    <a:pt x="1462" y="4555"/>
                  </a:lnTo>
                  <a:lnTo>
                    <a:pt x="1632" y="4579"/>
                  </a:lnTo>
                  <a:lnTo>
                    <a:pt x="1803" y="4579"/>
                  </a:lnTo>
                  <a:lnTo>
                    <a:pt x="1973" y="4579"/>
                  </a:lnTo>
                  <a:lnTo>
                    <a:pt x="2143" y="4579"/>
                  </a:lnTo>
                  <a:lnTo>
                    <a:pt x="2290" y="4531"/>
                  </a:lnTo>
                  <a:lnTo>
                    <a:pt x="2460" y="4506"/>
                  </a:lnTo>
                  <a:lnTo>
                    <a:pt x="2606" y="4433"/>
                  </a:lnTo>
                  <a:lnTo>
                    <a:pt x="2777" y="4360"/>
                  </a:lnTo>
                  <a:lnTo>
                    <a:pt x="2923" y="4263"/>
                  </a:lnTo>
                  <a:lnTo>
                    <a:pt x="3069" y="4165"/>
                  </a:lnTo>
                  <a:lnTo>
                    <a:pt x="3191" y="4043"/>
                  </a:lnTo>
                  <a:lnTo>
                    <a:pt x="3191" y="4043"/>
                  </a:lnTo>
                  <a:lnTo>
                    <a:pt x="3337" y="3873"/>
                  </a:lnTo>
                  <a:lnTo>
                    <a:pt x="3459" y="3678"/>
                  </a:lnTo>
                  <a:lnTo>
                    <a:pt x="3605" y="3410"/>
                  </a:lnTo>
                  <a:lnTo>
                    <a:pt x="3727" y="3142"/>
                  </a:lnTo>
                  <a:lnTo>
                    <a:pt x="3994" y="2485"/>
                  </a:lnTo>
                  <a:lnTo>
                    <a:pt x="4214" y="1827"/>
                  </a:lnTo>
                  <a:lnTo>
                    <a:pt x="4384" y="1170"/>
                  </a:lnTo>
                  <a:lnTo>
                    <a:pt x="4506" y="634"/>
                  </a:lnTo>
                  <a:lnTo>
                    <a:pt x="4579" y="220"/>
                  </a:lnTo>
                  <a:lnTo>
                    <a:pt x="4579" y="98"/>
                  </a:lnTo>
                  <a:lnTo>
                    <a:pt x="4555" y="25"/>
                  </a:lnTo>
                  <a:lnTo>
                    <a:pt x="4555" y="25"/>
                  </a:lnTo>
                  <a:lnTo>
                    <a:pt x="4482" y="1"/>
                  </a:lnTo>
                  <a:lnTo>
                    <a:pt x="4360" y="25"/>
                  </a:lnTo>
                  <a:lnTo>
                    <a:pt x="3970" y="74"/>
                  </a:lnTo>
                  <a:lnTo>
                    <a:pt x="3410" y="195"/>
                  </a:lnTo>
                  <a:lnTo>
                    <a:pt x="2752" y="390"/>
                  </a:lnTo>
                  <a:lnTo>
                    <a:pt x="2095" y="609"/>
                  </a:lnTo>
                  <a:lnTo>
                    <a:pt x="1462" y="853"/>
                  </a:lnTo>
                  <a:lnTo>
                    <a:pt x="1169" y="975"/>
                  </a:lnTo>
                  <a:lnTo>
                    <a:pt x="926" y="1121"/>
                  </a:lnTo>
                  <a:lnTo>
                    <a:pt x="707" y="1267"/>
                  </a:lnTo>
                  <a:lnTo>
                    <a:pt x="536" y="1389"/>
                  </a:lnTo>
                  <a:lnTo>
                    <a:pt x="536" y="1389"/>
                  </a:lnTo>
                  <a:lnTo>
                    <a:pt x="414" y="1535"/>
                  </a:lnTo>
                  <a:lnTo>
                    <a:pt x="317" y="1657"/>
                  </a:lnTo>
                  <a:lnTo>
                    <a:pt x="219" y="1803"/>
                  </a:lnTo>
                  <a:lnTo>
                    <a:pt x="146" y="1973"/>
                  </a:lnTo>
                  <a:lnTo>
                    <a:pt x="98" y="2119"/>
                  </a:lnTo>
                  <a:lnTo>
                    <a:pt x="49" y="2290"/>
                  </a:lnTo>
                  <a:lnTo>
                    <a:pt x="0" y="2460"/>
                  </a:lnTo>
                  <a:lnTo>
                    <a:pt x="0" y="2607"/>
                  </a:lnTo>
                  <a:lnTo>
                    <a:pt x="0" y="2777"/>
                  </a:lnTo>
                  <a:lnTo>
                    <a:pt x="0" y="2948"/>
                  </a:lnTo>
                  <a:lnTo>
                    <a:pt x="25" y="3118"/>
                  </a:lnTo>
                  <a:lnTo>
                    <a:pt x="73" y="3264"/>
                  </a:lnTo>
                  <a:lnTo>
                    <a:pt x="146" y="3435"/>
                  </a:lnTo>
                  <a:lnTo>
                    <a:pt x="195" y="3581"/>
                  </a:lnTo>
                  <a:lnTo>
                    <a:pt x="293" y="3727"/>
                  </a:lnTo>
                  <a:lnTo>
                    <a:pt x="390" y="3873"/>
                  </a:lnTo>
                  <a:lnTo>
                    <a:pt x="707" y="419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4" name="CustomShape 398"/>
            <p:cNvSpPr/>
            <p:nvPr/>
          </p:nvSpPr>
          <p:spPr>
            <a:xfrm>
              <a:off x="2248560" y="3803400"/>
              <a:ext cx="45720" cy="45720"/>
            </a:xfrm>
            <a:custGeom>
              <a:avLst/>
              <a:gdLst/>
              <a:ahLst/>
              <a:rect l="l" t="t" r="r" b="b"/>
              <a:pathLst>
                <a:path w="2193" h="2193">
                  <a:moveTo>
                    <a:pt x="2192" y="0"/>
                  </a:moveTo>
                  <a:lnTo>
                    <a:pt x="0" y="219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5" name="CustomShape 399"/>
            <p:cNvSpPr/>
            <p:nvPr/>
          </p:nvSpPr>
          <p:spPr>
            <a:xfrm>
              <a:off x="2076840" y="3850920"/>
              <a:ext cx="131040" cy="131040"/>
            </a:xfrm>
            <a:custGeom>
              <a:avLst/>
              <a:gdLst/>
              <a:ahLst/>
              <a:rect l="l" t="t" r="r" b="b"/>
              <a:pathLst>
                <a:path w="6260" h="6260">
                  <a:moveTo>
                    <a:pt x="5675" y="5334"/>
                  </a:moveTo>
                  <a:lnTo>
                    <a:pt x="5675" y="5334"/>
                  </a:lnTo>
                  <a:lnTo>
                    <a:pt x="5821" y="5139"/>
                  </a:lnTo>
                  <a:lnTo>
                    <a:pt x="5943" y="4945"/>
                  </a:lnTo>
                  <a:lnTo>
                    <a:pt x="6040" y="4725"/>
                  </a:lnTo>
                  <a:lnTo>
                    <a:pt x="6138" y="4506"/>
                  </a:lnTo>
                  <a:lnTo>
                    <a:pt x="6186" y="4287"/>
                  </a:lnTo>
                  <a:lnTo>
                    <a:pt x="6235" y="4043"/>
                  </a:lnTo>
                  <a:lnTo>
                    <a:pt x="6259" y="3824"/>
                  </a:lnTo>
                  <a:lnTo>
                    <a:pt x="6259" y="3581"/>
                  </a:lnTo>
                  <a:lnTo>
                    <a:pt x="6235" y="3361"/>
                  </a:lnTo>
                  <a:lnTo>
                    <a:pt x="6186" y="3118"/>
                  </a:lnTo>
                  <a:lnTo>
                    <a:pt x="6138" y="2899"/>
                  </a:lnTo>
                  <a:lnTo>
                    <a:pt x="6040" y="2680"/>
                  </a:lnTo>
                  <a:lnTo>
                    <a:pt x="5943" y="2460"/>
                  </a:lnTo>
                  <a:lnTo>
                    <a:pt x="5821" y="2266"/>
                  </a:lnTo>
                  <a:lnTo>
                    <a:pt x="5675" y="2071"/>
                  </a:lnTo>
                  <a:lnTo>
                    <a:pt x="5504" y="1900"/>
                  </a:lnTo>
                  <a:lnTo>
                    <a:pt x="5504" y="1900"/>
                  </a:lnTo>
                  <a:lnTo>
                    <a:pt x="5285" y="1705"/>
                  </a:lnTo>
                  <a:lnTo>
                    <a:pt x="4993" y="1510"/>
                  </a:lnTo>
                  <a:lnTo>
                    <a:pt x="4652" y="1316"/>
                  </a:lnTo>
                  <a:lnTo>
                    <a:pt x="4262" y="1145"/>
                  </a:lnTo>
                  <a:lnTo>
                    <a:pt x="3848" y="975"/>
                  </a:lnTo>
                  <a:lnTo>
                    <a:pt x="3410" y="804"/>
                  </a:lnTo>
                  <a:lnTo>
                    <a:pt x="2484" y="488"/>
                  </a:lnTo>
                  <a:lnTo>
                    <a:pt x="1608" y="244"/>
                  </a:lnTo>
                  <a:lnTo>
                    <a:pt x="853" y="74"/>
                  </a:lnTo>
                  <a:lnTo>
                    <a:pt x="536" y="25"/>
                  </a:lnTo>
                  <a:lnTo>
                    <a:pt x="292" y="0"/>
                  </a:lnTo>
                  <a:lnTo>
                    <a:pt x="122" y="0"/>
                  </a:lnTo>
                  <a:lnTo>
                    <a:pt x="25" y="25"/>
                  </a:lnTo>
                  <a:lnTo>
                    <a:pt x="25" y="25"/>
                  </a:lnTo>
                  <a:lnTo>
                    <a:pt x="0" y="122"/>
                  </a:lnTo>
                  <a:lnTo>
                    <a:pt x="0" y="293"/>
                  </a:lnTo>
                  <a:lnTo>
                    <a:pt x="25" y="536"/>
                  </a:lnTo>
                  <a:lnTo>
                    <a:pt x="73" y="853"/>
                  </a:lnTo>
                  <a:lnTo>
                    <a:pt x="244" y="1608"/>
                  </a:lnTo>
                  <a:lnTo>
                    <a:pt x="487" y="2485"/>
                  </a:lnTo>
                  <a:lnTo>
                    <a:pt x="804" y="3410"/>
                  </a:lnTo>
                  <a:lnTo>
                    <a:pt x="974" y="3849"/>
                  </a:lnTo>
                  <a:lnTo>
                    <a:pt x="1145" y="4263"/>
                  </a:lnTo>
                  <a:lnTo>
                    <a:pt x="1315" y="4652"/>
                  </a:lnTo>
                  <a:lnTo>
                    <a:pt x="1510" y="4993"/>
                  </a:lnTo>
                  <a:lnTo>
                    <a:pt x="1705" y="5286"/>
                  </a:lnTo>
                  <a:lnTo>
                    <a:pt x="1900" y="5505"/>
                  </a:lnTo>
                  <a:lnTo>
                    <a:pt x="1900" y="5505"/>
                  </a:lnTo>
                  <a:lnTo>
                    <a:pt x="2070" y="5675"/>
                  </a:lnTo>
                  <a:lnTo>
                    <a:pt x="2265" y="5821"/>
                  </a:lnTo>
                  <a:lnTo>
                    <a:pt x="2460" y="5943"/>
                  </a:lnTo>
                  <a:lnTo>
                    <a:pt x="2679" y="6041"/>
                  </a:lnTo>
                  <a:lnTo>
                    <a:pt x="2898" y="6138"/>
                  </a:lnTo>
                  <a:lnTo>
                    <a:pt x="3118" y="6187"/>
                  </a:lnTo>
                  <a:lnTo>
                    <a:pt x="3361" y="6235"/>
                  </a:lnTo>
                  <a:lnTo>
                    <a:pt x="3580" y="6260"/>
                  </a:lnTo>
                  <a:lnTo>
                    <a:pt x="3824" y="6260"/>
                  </a:lnTo>
                  <a:lnTo>
                    <a:pt x="4043" y="6235"/>
                  </a:lnTo>
                  <a:lnTo>
                    <a:pt x="4287" y="6187"/>
                  </a:lnTo>
                  <a:lnTo>
                    <a:pt x="4506" y="6138"/>
                  </a:lnTo>
                  <a:lnTo>
                    <a:pt x="4725" y="6041"/>
                  </a:lnTo>
                  <a:lnTo>
                    <a:pt x="4944" y="5943"/>
                  </a:lnTo>
                  <a:lnTo>
                    <a:pt x="5139" y="5821"/>
                  </a:lnTo>
                  <a:lnTo>
                    <a:pt x="5334" y="5675"/>
                  </a:lnTo>
                  <a:lnTo>
                    <a:pt x="5675" y="533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6" name="CustomShape 400"/>
            <p:cNvSpPr/>
            <p:nvPr/>
          </p:nvSpPr>
          <p:spPr>
            <a:xfrm>
              <a:off x="2118960" y="3892680"/>
              <a:ext cx="72720" cy="72720"/>
            </a:xfrm>
            <a:custGeom>
              <a:avLst/>
              <a:gdLst/>
              <a:ahLst/>
              <a:rect l="l" t="t" r="r" b="b"/>
              <a:pathLst>
                <a:path w="3484" h="3484">
                  <a:moveTo>
                    <a:pt x="0" y="1"/>
                  </a:moveTo>
                  <a:lnTo>
                    <a:pt x="3483" y="348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67" name="Group 401"/>
          <p:cNvGrpSpPr/>
          <p:nvPr/>
        </p:nvGrpSpPr>
        <p:grpSpPr>
          <a:xfrm>
            <a:off x="5436000" y="3750120"/>
            <a:ext cx="342360" cy="383400"/>
            <a:chOff x="5436000" y="3750120"/>
            <a:chExt cx="342360" cy="383400"/>
          </a:xfrm>
        </p:grpSpPr>
        <p:sp>
          <p:nvSpPr>
            <p:cNvPr id="1568" name="CustomShape 402"/>
            <p:cNvSpPr/>
            <p:nvPr/>
          </p:nvSpPr>
          <p:spPr>
            <a:xfrm>
              <a:off x="5436000" y="4076640"/>
              <a:ext cx="342360" cy="11880"/>
            </a:xfrm>
            <a:custGeom>
              <a:avLst/>
              <a:gdLst/>
              <a:ahLst/>
              <a:rect l="l" t="t" r="r" b="b"/>
              <a:pathLst>
                <a:path w="16318" h="585">
                  <a:moveTo>
                    <a:pt x="16318" y="0"/>
                  </a:moveTo>
                  <a:lnTo>
                    <a:pt x="16318" y="0"/>
                  </a:lnTo>
                  <a:lnTo>
                    <a:pt x="16074" y="24"/>
                  </a:lnTo>
                  <a:lnTo>
                    <a:pt x="15879" y="73"/>
                  </a:lnTo>
                  <a:lnTo>
                    <a:pt x="15709" y="146"/>
                  </a:lnTo>
                  <a:lnTo>
                    <a:pt x="15538" y="244"/>
                  </a:lnTo>
                  <a:lnTo>
                    <a:pt x="15538" y="244"/>
                  </a:lnTo>
                  <a:lnTo>
                    <a:pt x="15319" y="365"/>
                  </a:lnTo>
                  <a:lnTo>
                    <a:pt x="15051" y="487"/>
                  </a:lnTo>
                  <a:lnTo>
                    <a:pt x="14881" y="536"/>
                  </a:lnTo>
                  <a:lnTo>
                    <a:pt x="14710" y="560"/>
                  </a:lnTo>
                  <a:lnTo>
                    <a:pt x="14516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053" y="585"/>
                  </a:lnTo>
                  <a:lnTo>
                    <a:pt x="13858" y="560"/>
                  </a:lnTo>
                  <a:lnTo>
                    <a:pt x="13687" y="536"/>
                  </a:lnTo>
                  <a:lnTo>
                    <a:pt x="13517" y="487"/>
                  </a:lnTo>
                  <a:lnTo>
                    <a:pt x="13249" y="365"/>
                  </a:lnTo>
                  <a:lnTo>
                    <a:pt x="13030" y="244"/>
                  </a:lnTo>
                  <a:lnTo>
                    <a:pt x="13030" y="244"/>
                  </a:lnTo>
                  <a:lnTo>
                    <a:pt x="12859" y="146"/>
                  </a:lnTo>
                  <a:lnTo>
                    <a:pt x="12689" y="73"/>
                  </a:lnTo>
                  <a:lnTo>
                    <a:pt x="12494" y="24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1983" y="24"/>
                  </a:lnTo>
                  <a:lnTo>
                    <a:pt x="11788" y="73"/>
                  </a:lnTo>
                  <a:lnTo>
                    <a:pt x="11617" y="146"/>
                  </a:lnTo>
                  <a:lnTo>
                    <a:pt x="11471" y="244"/>
                  </a:lnTo>
                  <a:lnTo>
                    <a:pt x="11471" y="244"/>
                  </a:lnTo>
                  <a:lnTo>
                    <a:pt x="11228" y="365"/>
                  </a:lnTo>
                  <a:lnTo>
                    <a:pt x="10960" y="487"/>
                  </a:lnTo>
                  <a:lnTo>
                    <a:pt x="10814" y="536"/>
                  </a:lnTo>
                  <a:lnTo>
                    <a:pt x="10619" y="560"/>
                  </a:lnTo>
                  <a:lnTo>
                    <a:pt x="10424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9961" y="585"/>
                  </a:lnTo>
                  <a:lnTo>
                    <a:pt x="9766" y="560"/>
                  </a:lnTo>
                  <a:lnTo>
                    <a:pt x="9596" y="536"/>
                  </a:lnTo>
                  <a:lnTo>
                    <a:pt x="9425" y="487"/>
                  </a:lnTo>
                  <a:lnTo>
                    <a:pt x="9157" y="365"/>
                  </a:lnTo>
                  <a:lnTo>
                    <a:pt x="8938" y="244"/>
                  </a:lnTo>
                  <a:lnTo>
                    <a:pt x="8938" y="244"/>
                  </a:lnTo>
                  <a:lnTo>
                    <a:pt x="8768" y="146"/>
                  </a:lnTo>
                  <a:lnTo>
                    <a:pt x="8597" y="73"/>
                  </a:lnTo>
                  <a:lnTo>
                    <a:pt x="8402" y="24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7915" y="24"/>
                  </a:lnTo>
                  <a:lnTo>
                    <a:pt x="7721" y="73"/>
                  </a:lnTo>
                  <a:lnTo>
                    <a:pt x="7550" y="146"/>
                  </a:lnTo>
                  <a:lnTo>
                    <a:pt x="7380" y="244"/>
                  </a:lnTo>
                  <a:lnTo>
                    <a:pt x="7380" y="244"/>
                  </a:lnTo>
                  <a:lnTo>
                    <a:pt x="7160" y="365"/>
                  </a:lnTo>
                  <a:lnTo>
                    <a:pt x="6892" y="487"/>
                  </a:lnTo>
                  <a:lnTo>
                    <a:pt x="6722" y="536"/>
                  </a:lnTo>
                  <a:lnTo>
                    <a:pt x="6551" y="560"/>
                  </a:lnTo>
                  <a:lnTo>
                    <a:pt x="6332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5894" y="585"/>
                  </a:lnTo>
                  <a:lnTo>
                    <a:pt x="5699" y="560"/>
                  </a:lnTo>
                  <a:lnTo>
                    <a:pt x="5504" y="536"/>
                  </a:lnTo>
                  <a:lnTo>
                    <a:pt x="5358" y="487"/>
                  </a:lnTo>
                  <a:lnTo>
                    <a:pt x="5090" y="365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4676" y="146"/>
                  </a:lnTo>
                  <a:lnTo>
                    <a:pt x="4530" y="73"/>
                  </a:lnTo>
                  <a:lnTo>
                    <a:pt x="4335" y="24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3824" y="24"/>
                  </a:lnTo>
                  <a:lnTo>
                    <a:pt x="3629" y="73"/>
                  </a:lnTo>
                  <a:lnTo>
                    <a:pt x="3458" y="146"/>
                  </a:lnTo>
                  <a:lnTo>
                    <a:pt x="3288" y="244"/>
                  </a:lnTo>
                  <a:lnTo>
                    <a:pt x="3288" y="244"/>
                  </a:lnTo>
                  <a:lnTo>
                    <a:pt x="3069" y="365"/>
                  </a:lnTo>
                  <a:lnTo>
                    <a:pt x="2801" y="487"/>
                  </a:lnTo>
                  <a:lnTo>
                    <a:pt x="2630" y="536"/>
                  </a:lnTo>
                  <a:lnTo>
                    <a:pt x="2460" y="560"/>
                  </a:lnTo>
                  <a:lnTo>
                    <a:pt x="2265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1802" y="585"/>
                  </a:lnTo>
                  <a:lnTo>
                    <a:pt x="1607" y="560"/>
                  </a:lnTo>
                  <a:lnTo>
                    <a:pt x="1437" y="536"/>
                  </a:lnTo>
                  <a:lnTo>
                    <a:pt x="1266" y="487"/>
                  </a:lnTo>
                  <a:lnTo>
                    <a:pt x="999" y="365"/>
                  </a:lnTo>
                  <a:lnTo>
                    <a:pt x="779" y="244"/>
                  </a:lnTo>
                  <a:lnTo>
                    <a:pt x="779" y="244"/>
                  </a:lnTo>
                  <a:lnTo>
                    <a:pt x="609" y="146"/>
                  </a:lnTo>
                  <a:lnTo>
                    <a:pt x="438" y="73"/>
                  </a:lnTo>
                  <a:lnTo>
                    <a:pt x="244" y="24"/>
                  </a:ln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9" name="CustomShape 403"/>
            <p:cNvSpPr/>
            <p:nvPr/>
          </p:nvSpPr>
          <p:spPr>
            <a:xfrm>
              <a:off x="5436000" y="4101120"/>
              <a:ext cx="342360" cy="11880"/>
            </a:xfrm>
            <a:custGeom>
              <a:avLst/>
              <a:gdLst/>
              <a:ahLst/>
              <a:rect l="l" t="t" r="r" b="b"/>
              <a:pathLst>
                <a:path w="16318" h="585">
                  <a:moveTo>
                    <a:pt x="0" y="0"/>
                  </a:moveTo>
                  <a:lnTo>
                    <a:pt x="0" y="0"/>
                  </a:lnTo>
                  <a:lnTo>
                    <a:pt x="219" y="24"/>
                  </a:lnTo>
                  <a:lnTo>
                    <a:pt x="414" y="49"/>
                  </a:lnTo>
                  <a:lnTo>
                    <a:pt x="609" y="73"/>
                  </a:lnTo>
                  <a:lnTo>
                    <a:pt x="755" y="122"/>
                  </a:lnTo>
                  <a:lnTo>
                    <a:pt x="1023" y="244"/>
                  </a:lnTo>
                  <a:lnTo>
                    <a:pt x="1266" y="365"/>
                  </a:lnTo>
                  <a:lnTo>
                    <a:pt x="1266" y="365"/>
                  </a:lnTo>
                  <a:lnTo>
                    <a:pt x="1413" y="463"/>
                  </a:lnTo>
                  <a:lnTo>
                    <a:pt x="1583" y="536"/>
                  </a:lnTo>
                  <a:lnTo>
                    <a:pt x="1778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2289" y="585"/>
                  </a:lnTo>
                  <a:lnTo>
                    <a:pt x="2484" y="536"/>
                  </a:lnTo>
                  <a:lnTo>
                    <a:pt x="2655" y="463"/>
                  </a:lnTo>
                  <a:lnTo>
                    <a:pt x="2801" y="365"/>
                  </a:lnTo>
                  <a:lnTo>
                    <a:pt x="2801" y="365"/>
                  </a:lnTo>
                  <a:lnTo>
                    <a:pt x="3044" y="244"/>
                  </a:lnTo>
                  <a:lnTo>
                    <a:pt x="3312" y="122"/>
                  </a:lnTo>
                  <a:lnTo>
                    <a:pt x="3458" y="73"/>
                  </a:lnTo>
                  <a:lnTo>
                    <a:pt x="3653" y="49"/>
                  </a:lnTo>
                  <a:lnTo>
                    <a:pt x="3848" y="24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4311" y="24"/>
                  </a:lnTo>
                  <a:lnTo>
                    <a:pt x="4506" y="49"/>
                  </a:lnTo>
                  <a:lnTo>
                    <a:pt x="4676" y="73"/>
                  </a:lnTo>
                  <a:lnTo>
                    <a:pt x="4847" y="122"/>
                  </a:lnTo>
                  <a:lnTo>
                    <a:pt x="5115" y="244"/>
                  </a:lnTo>
                  <a:lnTo>
                    <a:pt x="5334" y="365"/>
                  </a:lnTo>
                  <a:lnTo>
                    <a:pt x="5334" y="365"/>
                  </a:lnTo>
                  <a:lnTo>
                    <a:pt x="5504" y="463"/>
                  </a:lnTo>
                  <a:lnTo>
                    <a:pt x="5675" y="536"/>
                  </a:lnTo>
                  <a:lnTo>
                    <a:pt x="5870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6357" y="585"/>
                  </a:lnTo>
                  <a:lnTo>
                    <a:pt x="6551" y="536"/>
                  </a:lnTo>
                  <a:lnTo>
                    <a:pt x="6722" y="463"/>
                  </a:lnTo>
                  <a:lnTo>
                    <a:pt x="6892" y="365"/>
                  </a:lnTo>
                  <a:lnTo>
                    <a:pt x="6892" y="365"/>
                  </a:lnTo>
                  <a:lnTo>
                    <a:pt x="7112" y="244"/>
                  </a:lnTo>
                  <a:lnTo>
                    <a:pt x="7380" y="122"/>
                  </a:lnTo>
                  <a:lnTo>
                    <a:pt x="7550" y="73"/>
                  </a:lnTo>
                  <a:lnTo>
                    <a:pt x="7721" y="49"/>
                  </a:lnTo>
                  <a:lnTo>
                    <a:pt x="7940" y="24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8378" y="24"/>
                  </a:lnTo>
                  <a:lnTo>
                    <a:pt x="8597" y="49"/>
                  </a:lnTo>
                  <a:lnTo>
                    <a:pt x="8768" y="73"/>
                  </a:lnTo>
                  <a:lnTo>
                    <a:pt x="8914" y="122"/>
                  </a:lnTo>
                  <a:lnTo>
                    <a:pt x="9206" y="244"/>
                  </a:lnTo>
                  <a:lnTo>
                    <a:pt x="9425" y="365"/>
                  </a:lnTo>
                  <a:lnTo>
                    <a:pt x="9425" y="365"/>
                  </a:lnTo>
                  <a:lnTo>
                    <a:pt x="9596" y="463"/>
                  </a:lnTo>
                  <a:lnTo>
                    <a:pt x="9766" y="536"/>
                  </a:lnTo>
                  <a:lnTo>
                    <a:pt x="9961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10448" y="585"/>
                  </a:lnTo>
                  <a:lnTo>
                    <a:pt x="10643" y="536"/>
                  </a:lnTo>
                  <a:lnTo>
                    <a:pt x="10814" y="463"/>
                  </a:lnTo>
                  <a:lnTo>
                    <a:pt x="10984" y="365"/>
                  </a:lnTo>
                  <a:lnTo>
                    <a:pt x="10984" y="365"/>
                  </a:lnTo>
                  <a:lnTo>
                    <a:pt x="11203" y="244"/>
                  </a:lnTo>
                  <a:lnTo>
                    <a:pt x="11471" y="122"/>
                  </a:lnTo>
                  <a:lnTo>
                    <a:pt x="11642" y="73"/>
                  </a:lnTo>
                  <a:lnTo>
                    <a:pt x="11812" y="49"/>
                  </a:lnTo>
                  <a:lnTo>
                    <a:pt x="12007" y="24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2470" y="24"/>
                  </a:lnTo>
                  <a:lnTo>
                    <a:pt x="12665" y="49"/>
                  </a:lnTo>
                  <a:lnTo>
                    <a:pt x="12859" y="73"/>
                  </a:lnTo>
                  <a:lnTo>
                    <a:pt x="13006" y="122"/>
                  </a:lnTo>
                  <a:lnTo>
                    <a:pt x="13273" y="244"/>
                  </a:lnTo>
                  <a:lnTo>
                    <a:pt x="13493" y="365"/>
                  </a:lnTo>
                  <a:lnTo>
                    <a:pt x="13493" y="365"/>
                  </a:lnTo>
                  <a:lnTo>
                    <a:pt x="13663" y="463"/>
                  </a:lnTo>
                  <a:lnTo>
                    <a:pt x="13834" y="536"/>
                  </a:lnTo>
                  <a:lnTo>
                    <a:pt x="14028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540" y="585"/>
                  </a:lnTo>
                  <a:lnTo>
                    <a:pt x="14735" y="536"/>
                  </a:lnTo>
                  <a:lnTo>
                    <a:pt x="14905" y="463"/>
                  </a:lnTo>
                  <a:lnTo>
                    <a:pt x="15051" y="365"/>
                  </a:lnTo>
                  <a:lnTo>
                    <a:pt x="15051" y="365"/>
                  </a:lnTo>
                  <a:lnTo>
                    <a:pt x="15295" y="244"/>
                  </a:lnTo>
                  <a:lnTo>
                    <a:pt x="15563" y="122"/>
                  </a:lnTo>
                  <a:lnTo>
                    <a:pt x="15709" y="73"/>
                  </a:lnTo>
                  <a:lnTo>
                    <a:pt x="15904" y="49"/>
                  </a:lnTo>
                  <a:lnTo>
                    <a:pt x="16099" y="24"/>
                  </a:lnTo>
                  <a:lnTo>
                    <a:pt x="16318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0" name="CustomShape 404"/>
            <p:cNvSpPr/>
            <p:nvPr/>
          </p:nvSpPr>
          <p:spPr>
            <a:xfrm>
              <a:off x="5436000" y="4121640"/>
              <a:ext cx="342360" cy="11880"/>
            </a:xfrm>
            <a:custGeom>
              <a:avLst/>
              <a:gdLst/>
              <a:ahLst/>
              <a:rect l="l" t="t" r="r" b="b"/>
              <a:pathLst>
                <a:path w="16318" h="585">
                  <a:moveTo>
                    <a:pt x="16318" y="0"/>
                  </a:moveTo>
                  <a:lnTo>
                    <a:pt x="16318" y="0"/>
                  </a:lnTo>
                  <a:lnTo>
                    <a:pt x="16074" y="25"/>
                  </a:lnTo>
                  <a:lnTo>
                    <a:pt x="15879" y="73"/>
                  </a:lnTo>
                  <a:lnTo>
                    <a:pt x="15709" y="146"/>
                  </a:lnTo>
                  <a:lnTo>
                    <a:pt x="15538" y="244"/>
                  </a:lnTo>
                  <a:lnTo>
                    <a:pt x="15538" y="244"/>
                  </a:lnTo>
                  <a:lnTo>
                    <a:pt x="15319" y="366"/>
                  </a:lnTo>
                  <a:lnTo>
                    <a:pt x="15051" y="487"/>
                  </a:lnTo>
                  <a:lnTo>
                    <a:pt x="14881" y="536"/>
                  </a:lnTo>
                  <a:lnTo>
                    <a:pt x="14710" y="560"/>
                  </a:lnTo>
                  <a:lnTo>
                    <a:pt x="14516" y="585"/>
                  </a:lnTo>
                  <a:lnTo>
                    <a:pt x="14272" y="585"/>
                  </a:lnTo>
                  <a:lnTo>
                    <a:pt x="14272" y="585"/>
                  </a:lnTo>
                  <a:lnTo>
                    <a:pt x="14053" y="585"/>
                  </a:lnTo>
                  <a:lnTo>
                    <a:pt x="13858" y="560"/>
                  </a:lnTo>
                  <a:lnTo>
                    <a:pt x="13687" y="536"/>
                  </a:lnTo>
                  <a:lnTo>
                    <a:pt x="13517" y="487"/>
                  </a:lnTo>
                  <a:lnTo>
                    <a:pt x="13249" y="366"/>
                  </a:lnTo>
                  <a:lnTo>
                    <a:pt x="13030" y="244"/>
                  </a:lnTo>
                  <a:lnTo>
                    <a:pt x="13030" y="244"/>
                  </a:lnTo>
                  <a:lnTo>
                    <a:pt x="12859" y="146"/>
                  </a:lnTo>
                  <a:lnTo>
                    <a:pt x="12689" y="73"/>
                  </a:lnTo>
                  <a:lnTo>
                    <a:pt x="12494" y="25"/>
                  </a:lnTo>
                  <a:lnTo>
                    <a:pt x="12251" y="0"/>
                  </a:lnTo>
                  <a:lnTo>
                    <a:pt x="12251" y="0"/>
                  </a:lnTo>
                  <a:lnTo>
                    <a:pt x="11983" y="25"/>
                  </a:lnTo>
                  <a:lnTo>
                    <a:pt x="11788" y="73"/>
                  </a:lnTo>
                  <a:lnTo>
                    <a:pt x="11617" y="146"/>
                  </a:lnTo>
                  <a:lnTo>
                    <a:pt x="11471" y="244"/>
                  </a:lnTo>
                  <a:lnTo>
                    <a:pt x="11471" y="244"/>
                  </a:lnTo>
                  <a:lnTo>
                    <a:pt x="11228" y="366"/>
                  </a:lnTo>
                  <a:lnTo>
                    <a:pt x="10960" y="487"/>
                  </a:lnTo>
                  <a:lnTo>
                    <a:pt x="10814" y="536"/>
                  </a:lnTo>
                  <a:lnTo>
                    <a:pt x="10619" y="560"/>
                  </a:lnTo>
                  <a:lnTo>
                    <a:pt x="10424" y="585"/>
                  </a:lnTo>
                  <a:lnTo>
                    <a:pt x="10205" y="585"/>
                  </a:lnTo>
                  <a:lnTo>
                    <a:pt x="10205" y="585"/>
                  </a:lnTo>
                  <a:lnTo>
                    <a:pt x="9961" y="585"/>
                  </a:lnTo>
                  <a:lnTo>
                    <a:pt x="9766" y="560"/>
                  </a:lnTo>
                  <a:lnTo>
                    <a:pt x="9596" y="536"/>
                  </a:lnTo>
                  <a:lnTo>
                    <a:pt x="9425" y="487"/>
                  </a:lnTo>
                  <a:lnTo>
                    <a:pt x="9157" y="366"/>
                  </a:lnTo>
                  <a:lnTo>
                    <a:pt x="8938" y="244"/>
                  </a:lnTo>
                  <a:lnTo>
                    <a:pt x="8938" y="244"/>
                  </a:lnTo>
                  <a:lnTo>
                    <a:pt x="8768" y="146"/>
                  </a:lnTo>
                  <a:lnTo>
                    <a:pt x="8597" y="73"/>
                  </a:lnTo>
                  <a:lnTo>
                    <a:pt x="8402" y="25"/>
                  </a:lnTo>
                  <a:lnTo>
                    <a:pt x="8159" y="0"/>
                  </a:lnTo>
                  <a:lnTo>
                    <a:pt x="8159" y="0"/>
                  </a:lnTo>
                  <a:lnTo>
                    <a:pt x="7915" y="25"/>
                  </a:lnTo>
                  <a:lnTo>
                    <a:pt x="7721" y="73"/>
                  </a:lnTo>
                  <a:lnTo>
                    <a:pt x="7550" y="146"/>
                  </a:lnTo>
                  <a:lnTo>
                    <a:pt x="7380" y="244"/>
                  </a:lnTo>
                  <a:lnTo>
                    <a:pt x="7380" y="244"/>
                  </a:lnTo>
                  <a:lnTo>
                    <a:pt x="7160" y="366"/>
                  </a:lnTo>
                  <a:lnTo>
                    <a:pt x="6892" y="487"/>
                  </a:lnTo>
                  <a:lnTo>
                    <a:pt x="6722" y="536"/>
                  </a:lnTo>
                  <a:lnTo>
                    <a:pt x="6551" y="560"/>
                  </a:lnTo>
                  <a:lnTo>
                    <a:pt x="6332" y="585"/>
                  </a:lnTo>
                  <a:lnTo>
                    <a:pt x="6113" y="585"/>
                  </a:lnTo>
                  <a:lnTo>
                    <a:pt x="6113" y="585"/>
                  </a:lnTo>
                  <a:lnTo>
                    <a:pt x="5894" y="585"/>
                  </a:lnTo>
                  <a:lnTo>
                    <a:pt x="5699" y="560"/>
                  </a:lnTo>
                  <a:lnTo>
                    <a:pt x="5504" y="536"/>
                  </a:lnTo>
                  <a:lnTo>
                    <a:pt x="5358" y="487"/>
                  </a:lnTo>
                  <a:lnTo>
                    <a:pt x="5090" y="366"/>
                  </a:lnTo>
                  <a:lnTo>
                    <a:pt x="4847" y="244"/>
                  </a:lnTo>
                  <a:lnTo>
                    <a:pt x="4847" y="244"/>
                  </a:lnTo>
                  <a:lnTo>
                    <a:pt x="4676" y="146"/>
                  </a:lnTo>
                  <a:lnTo>
                    <a:pt x="4530" y="73"/>
                  </a:lnTo>
                  <a:lnTo>
                    <a:pt x="4335" y="25"/>
                  </a:lnTo>
                  <a:lnTo>
                    <a:pt x="4067" y="0"/>
                  </a:lnTo>
                  <a:lnTo>
                    <a:pt x="4067" y="0"/>
                  </a:lnTo>
                  <a:lnTo>
                    <a:pt x="3824" y="25"/>
                  </a:lnTo>
                  <a:lnTo>
                    <a:pt x="3629" y="73"/>
                  </a:lnTo>
                  <a:lnTo>
                    <a:pt x="3458" y="146"/>
                  </a:lnTo>
                  <a:lnTo>
                    <a:pt x="3288" y="244"/>
                  </a:lnTo>
                  <a:lnTo>
                    <a:pt x="3288" y="244"/>
                  </a:lnTo>
                  <a:lnTo>
                    <a:pt x="3069" y="366"/>
                  </a:lnTo>
                  <a:lnTo>
                    <a:pt x="2801" y="487"/>
                  </a:lnTo>
                  <a:lnTo>
                    <a:pt x="2630" y="536"/>
                  </a:lnTo>
                  <a:lnTo>
                    <a:pt x="2460" y="560"/>
                  </a:lnTo>
                  <a:lnTo>
                    <a:pt x="2265" y="585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1802" y="585"/>
                  </a:lnTo>
                  <a:lnTo>
                    <a:pt x="1607" y="560"/>
                  </a:lnTo>
                  <a:lnTo>
                    <a:pt x="1437" y="536"/>
                  </a:lnTo>
                  <a:lnTo>
                    <a:pt x="1266" y="487"/>
                  </a:lnTo>
                  <a:lnTo>
                    <a:pt x="999" y="366"/>
                  </a:lnTo>
                  <a:lnTo>
                    <a:pt x="779" y="244"/>
                  </a:lnTo>
                  <a:lnTo>
                    <a:pt x="779" y="244"/>
                  </a:lnTo>
                  <a:lnTo>
                    <a:pt x="609" y="146"/>
                  </a:lnTo>
                  <a:lnTo>
                    <a:pt x="438" y="73"/>
                  </a:lnTo>
                  <a:lnTo>
                    <a:pt x="244" y="25"/>
                  </a:lnTo>
                  <a:lnTo>
                    <a:pt x="0" y="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1" name="CustomShape 405"/>
            <p:cNvSpPr/>
            <p:nvPr/>
          </p:nvSpPr>
          <p:spPr>
            <a:xfrm>
              <a:off x="5461200" y="3750120"/>
              <a:ext cx="293040" cy="316080"/>
            </a:xfrm>
            <a:custGeom>
              <a:avLst/>
              <a:gdLst/>
              <a:ahLst/>
              <a:rect l="l" t="t" r="r" b="b"/>
              <a:pathLst>
                <a:path w="13956" h="15052">
                  <a:moveTo>
                    <a:pt x="13347" y="6747"/>
                  </a:moveTo>
                  <a:lnTo>
                    <a:pt x="12470" y="6406"/>
                  </a:lnTo>
                  <a:lnTo>
                    <a:pt x="12470" y="3532"/>
                  </a:lnTo>
                  <a:lnTo>
                    <a:pt x="10790" y="3532"/>
                  </a:lnTo>
                  <a:lnTo>
                    <a:pt x="10790" y="2022"/>
                  </a:lnTo>
                  <a:lnTo>
                    <a:pt x="8427" y="2022"/>
                  </a:lnTo>
                  <a:lnTo>
                    <a:pt x="8427" y="1"/>
                  </a:lnTo>
                  <a:lnTo>
                    <a:pt x="6966" y="1"/>
                  </a:lnTo>
                  <a:lnTo>
                    <a:pt x="5505" y="1"/>
                  </a:lnTo>
                  <a:lnTo>
                    <a:pt x="5505" y="2022"/>
                  </a:lnTo>
                  <a:lnTo>
                    <a:pt x="3142" y="2022"/>
                  </a:lnTo>
                  <a:lnTo>
                    <a:pt x="3142" y="3532"/>
                  </a:lnTo>
                  <a:lnTo>
                    <a:pt x="1462" y="3532"/>
                  </a:lnTo>
                  <a:lnTo>
                    <a:pt x="1462" y="6406"/>
                  </a:lnTo>
                  <a:lnTo>
                    <a:pt x="585" y="6747"/>
                  </a:lnTo>
                  <a:lnTo>
                    <a:pt x="585" y="6747"/>
                  </a:lnTo>
                  <a:lnTo>
                    <a:pt x="414" y="6844"/>
                  </a:lnTo>
                  <a:lnTo>
                    <a:pt x="268" y="6966"/>
                  </a:lnTo>
                  <a:lnTo>
                    <a:pt x="147" y="7112"/>
                  </a:lnTo>
                  <a:lnTo>
                    <a:pt x="49" y="7258"/>
                  </a:lnTo>
                  <a:lnTo>
                    <a:pt x="0" y="7404"/>
                  </a:lnTo>
                  <a:lnTo>
                    <a:pt x="0" y="7575"/>
                  </a:lnTo>
                  <a:lnTo>
                    <a:pt x="0" y="7770"/>
                  </a:lnTo>
                  <a:lnTo>
                    <a:pt x="73" y="7965"/>
                  </a:lnTo>
                  <a:lnTo>
                    <a:pt x="1510" y="11277"/>
                  </a:lnTo>
                  <a:lnTo>
                    <a:pt x="1510" y="14833"/>
                  </a:lnTo>
                  <a:lnTo>
                    <a:pt x="1510" y="14833"/>
                  </a:lnTo>
                  <a:lnTo>
                    <a:pt x="1754" y="14711"/>
                  </a:lnTo>
                  <a:lnTo>
                    <a:pt x="2046" y="14589"/>
                  </a:lnTo>
                  <a:lnTo>
                    <a:pt x="2241" y="14540"/>
                  </a:lnTo>
                  <a:lnTo>
                    <a:pt x="2436" y="14516"/>
                  </a:lnTo>
                  <a:lnTo>
                    <a:pt x="2655" y="14492"/>
                  </a:lnTo>
                  <a:lnTo>
                    <a:pt x="2874" y="14467"/>
                  </a:lnTo>
                  <a:lnTo>
                    <a:pt x="2874" y="14467"/>
                  </a:lnTo>
                  <a:lnTo>
                    <a:pt x="3167" y="14492"/>
                  </a:lnTo>
                  <a:lnTo>
                    <a:pt x="3410" y="14516"/>
                  </a:lnTo>
                  <a:lnTo>
                    <a:pt x="3629" y="14565"/>
                  </a:lnTo>
                  <a:lnTo>
                    <a:pt x="3824" y="14638"/>
                  </a:lnTo>
                  <a:lnTo>
                    <a:pt x="4141" y="14760"/>
                  </a:lnTo>
                  <a:lnTo>
                    <a:pt x="4384" y="14906"/>
                  </a:lnTo>
                  <a:lnTo>
                    <a:pt x="4384" y="14906"/>
                  </a:lnTo>
                  <a:lnTo>
                    <a:pt x="4530" y="14979"/>
                  </a:lnTo>
                  <a:lnTo>
                    <a:pt x="4628" y="15028"/>
                  </a:lnTo>
                  <a:lnTo>
                    <a:pt x="4774" y="15052"/>
                  </a:lnTo>
                  <a:lnTo>
                    <a:pt x="4920" y="15052"/>
                  </a:lnTo>
                  <a:lnTo>
                    <a:pt x="4920" y="15052"/>
                  </a:lnTo>
                  <a:lnTo>
                    <a:pt x="5091" y="15052"/>
                  </a:lnTo>
                  <a:lnTo>
                    <a:pt x="5212" y="15028"/>
                  </a:lnTo>
                  <a:lnTo>
                    <a:pt x="5334" y="14979"/>
                  </a:lnTo>
                  <a:lnTo>
                    <a:pt x="5456" y="14906"/>
                  </a:lnTo>
                  <a:lnTo>
                    <a:pt x="5456" y="14906"/>
                  </a:lnTo>
                  <a:lnTo>
                    <a:pt x="5724" y="14760"/>
                  </a:lnTo>
                  <a:lnTo>
                    <a:pt x="6040" y="14638"/>
                  </a:lnTo>
                  <a:lnTo>
                    <a:pt x="6235" y="14565"/>
                  </a:lnTo>
                  <a:lnTo>
                    <a:pt x="6454" y="14516"/>
                  </a:lnTo>
                  <a:lnTo>
                    <a:pt x="6698" y="14492"/>
                  </a:lnTo>
                  <a:lnTo>
                    <a:pt x="6966" y="14467"/>
                  </a:lnTo>
                  <a:lnTo>
                    <a:pt x="6966" y="14467"/>
                  </a:lnTo>
                  <a:lnTo>
                    <a:pt x="7234" y="14492"/>
                  </a:lnTo>
                  <a:lnTo>
                    <a:pt x="7477" y="14516"/>
                  </a:lnTo>
                  <a:lnTo>
                    <a:pt x="7697" y="14565"/>
                  </a:lnTo>
                  <a:lnTo>
                    <a:pt x="7891" y="14638"/>
                  </a:lnTo>
                  <a:lnTo>
                    <a:pt x="8232" y="14760"/>
                  </a:lnTo>
                  <a:lnTo>
                    <a:pt x="8476" y="14906"/>
                  </a:lnTo>
                  <a:lnTo>
                    <a:pt x="8476" y="14906"/>
                  </a:lnTo>
                  <a:lnTo>
                    <a:pt x="8598" y="14979"/>
                  </a:lnTo>
                  <a:lnTo>
                    <a:pt x="8719" y="15028"/>
                  </a:lnTo>
                  <a:lnTo>
                    <a:pt x="8841" y="15052"/>
                  </a:lnTo>
                  <a:lnTo>
                    <a:pt x="9012" y="15052"/>
                  </a:lnTo>
                  <a:lnTo>
                    <a:pt x="9012" y="15052"/>
                  </a:lnTo>
                  <a:lnTo>
                    <a:pt x="9158" y="15052"/>
                  </a:lnTo>
                  <a:lnTo>
                    <a:pt x="9304" y="15028"/>
                  </a:lnTo>
                  <a:lnTo>
                    <a:pt x="9401" y="14979"/>
                  </a:lnTo>
                  <a:lnTo>
                    <a:pt x="9548" y="14906"/>
                  </a:lnTo>
                  <a:lnTo>
                    <a:pt x="9548" y="14906"/>
                  </a:lnTo>
                  <a:lnTo>
                    <a:pt x="9791" y="14760"/>
                  </a:lnTo>
                  <a:lnTo>
                    <a:pt x="10108" y="14638"/>
                  </a:lnTo>
                  <a:lnTo>
                    <a:pt x="10303" y="14565"/>
                  </a:lnTo>
                  <a:lnTo>
                    <a:pt x="10522" y="14516"/>
                  </a:lnTo>
                  <a:lnTo>
                    <a:pt x="10765" y="14492"/>
                  </a:lnTo>
                  <a:lnTo>
                    <a:pt x="11058" y="14467"/>
                  </a:lnTo>
                  <a:lnTo>
                    <a:pt x="11058" y="14467"/>
                  </a:lnTo>
                  <a:lnTo>
                    <a:pt x="11277" y="14492"/>
                  </a:lnTo>
                  <a:lnTo>
                    <a:pt x="11496" y="14516"/>
                  </a:lnTo>
                  <a:lnTo>
                    <a:pt x="11691" y="14540"/>
                  </a:lnTo>
                  <a:lnTo>
                    <a:pt x="11886" y="14589"/>
                  </a:lnTo>
                  <a:lnTo>
                    <a:pt x="12178" y="14711"/>
                  </a:lnTo>
                  <a:lnTo>
                    <a:pt x="12421" y="14833"/>
                  </a:lnTo>
                  <a:lnTo>
                    <a:pt x="12421" y="11277"/>
                  </a:lnTo>
                  <a:lnTo>
                    <a:pt x="13858" y="7965"/>
                  </a:lnTo>
                  <a:lnTo>
                    <a:pt x="13858" y="7965"/>
                  </a:lnTo>
                  <a:lnTo>
                    <a:pt x="13931" y="7770"/>
                  </a:lnTo>
                  <a:lnTo>
                    <a:pt x="13956" y="7575"/>
                  </a:lnTo>
                  <a:lnTo>
                    <a:pt x="13931" y="7404"/>
                  </a:lnTo>
                  <a:lnTo>
                    <a:pt x="13883" y="7258"/>
                  </a:lnTo>
                  <a:lnTo>
                    <a:pt x="13785" y="7112"/>
                  </a:lnTo>
                  <a:lnTo>
                    <a:pt x="13664" y="6966"/>
                  </a:lnTo>
                  <a:lnTo>
                    <a:pt x="13517" y="6844"/>
                  </a:lnTo>
                  <a:lnTo>
                    <a:pt x="13347" y="6747"/>
                  </a:lnTo>
                  <a:lnTo>
                    <a:pt x="13347" y="674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2" name="CustomShape 406"/>
            <p:cNvSpPr/>
            <p:nvPr/>
          </p:nvSpPr>
          <p:spPr>
            <a:xfrm>
              <a:off x="5572800" y="3870360"/>
              <a:ext cx="12960" cy="23040"/>
            </a:xfrm>
            <a:custGeom>
              <a:avLst/>
              <a:gdLst/>
              <a:ahLst/>
              <a:rect l="l" t="t" r="r" b="b"/>
              <a:pathLst>
                <a:path w="634" h="1122">
                  <a:moveTo>
                    <a:pt x="317" y="1121"/>
                  </a:moveTo>
                  <a:lnTo>
                    <a:pt x="317" y="1121"/>
                  </a:lnTo>
                  <a:lnTo>
                    <a:pt x="244" y="1097"/>
                  </a:lnTo>
                  <a:lnTo>
                    <a:pt x="196" y="1073"/>
                  </a:lnTo>
                  <a:lnTo>
                    <a:pt x="123" y="1024"/>
                  </a:lnTo>
                  <a:lnTo>
                    <a:pt x="74" y="951"/>
                  </a:lnTo>
                  <a:lnTo>
                    <a:pt x="25" y="780"/>
                  </a:lnTo>
                  <a:lnTo>
                    <a:pt x="1" y="561"/>
                  </a:lnTo>
                  <a:lnTo>
                    <a:pt x="1" y="561"/>
                  </a:lnTo>
                  <a:lnTo>
                    <a:pt x="25" y="342"/>
                  </a:lnTo>
                  <a:lnTo>
                    <a:pt x="74" y="147"/>
                  </a:lnTo>
                  <a:lnTo>
                    <a:pt x="123" y="98"/>
                  </a:lnTo>
                  <a:lnTo>
                    <a:pt x="196" y="25"/>
                  </a:lnTo>
                  <a:lnTo>
                    <a:pt x="244" y="1"/>
                  </a:lnTo>
                  <a:lnTo>
                    <a:pt x="317" y="1"/>
                  </a:lnTo>
                  <a:lnTo>
                    <a:pt x="317" y="1"/>
                  </a:lnTo>
                  <a:lnTo>
                    <a:pt x="366" y="1"/>
                  </a:lnTo>
                  <a:lnTo>
                    <a:pt x="439" y="25"/>
                  </a:lnTo>
                  <a:lnTo>
                    <a:pt x="488" y="98"/>
                  </a:lnTo>
                  <a:lnTo>
                    <a:pt x="537" y="147"/>
                  </a:lnTo>
                  <a:lnTo>
                    <a:pt x="610" y="342"/>
                  </a:lnTo>
                  <a:lnTo>
                    <a:pt x="634" y="561"/>
                  </a:lnTo>
                  <a:lnTo>
                    <a:pt x="634" y="561"/>
                  </a:lnTo>
                  <a:lnTo>
                    <a:pt x="610" y="780"/>
                  </a:lnTo>
                  <a:lnTo>
                    <a:pt x="537" y="951"/>
                  </a:lnTo>
                  <a:lnTo>
                    <a:pt x="488" y="1024"/>
                  </a:lnTo>
                  <a:lnTo>
                    <a:pt x="439" y="1073"/>
                  </a:lnTo>
                  <a:lnTo>
                    <a:pt x="366" y="1097"/>
                  </a:lnTo>
                  <a:lnTo>
                    <a:pt x="317" y="1121"/>
                  </a:lnTo>
                  <a:lnTo>
                    <a:pt x="317" y="112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3" name="CustomShape 407"/>
            <p:cNvSpPr/>
            <p:nvPr/>
          </p:nvSpPr>
          <p:spPr>
            <a:xfrm>
              <a:off x="5628960" y="3870360"/>
              <a:ext cx="12960" cy="23040"/>
            </a:xfrm>
            <a:custGeom>
              <a:avLst/>
              <a:gdLst/>
              <a:ahLst/>
              <a:rect l="l" t="t" r="r" b="b"/>
              <a:pathLst>
                <a:path w="635" h="1122">
                  <a:moveTo>
                    <a:pt x="317" y="1121"/>
                  </a:moveTo>
                  <a:lnTo>
                    <a:pt x="317" y="1121"/>
                  </a:lnTo>
                  <a:lnTo>
                    <a:pt x="269" y="1097"/>
                  </a:lnTo>
                  <a:lnTo>
                    <a:pt x="196" y="1073"/>
                  </a:lnTo>
                  <a:lnTo>
                    <a:pt x="147" y="1024"/>
                  </a:lnTo>
                  <a:lnTo>
                    <a:pt x="98" y="951"/>
                  </a:lnTo>
                  <a:lnTo>
                    <a:pt x="25" y="780"/>
                  </a:lnTo>
                  <a:lnTo>
                    <a:pt x="1" y="561"/>
                  </a:lnTo>
                  <a:lnTo>
                    <a:pt x="1" y="561"/>
                  </a:lnTo>
                  <a:lnTo>
                    <a:pt x="25" y="342"/>
                  </a:lnTo>
                  <a:lnTo>
                    <a:pt x="98" y="147"/>
                  </a:lnTo>
                  <a:lnTo>
                    <a:pt x="147" y="98"/>
                  </a:lnTo>
                  <a:lnTo>
                    <a:pt x="196" y="25"/>
                  </a:lnTo>
                  <a:lnTo>
                    <a:pt x="269" y="1"/>
                  </a:lnTo>
                  <a:lnTo>
                    <a:pt x="317" y="1"/>
                  </a:lnTo>
                  <a:lnTo>
                    <a:pt x="317" y="1"/>
                  </a:lnTo>
                  <a:lnTo>
                    <a:pt x="390" y="1"/>
                  </a:lnTo>
                  <a:lnTo>
                    <a:pt x="464" y="25"/>
                  </a:lnTo>
                  <a:lnTo>
                    <a:pt x="512" y="98"/>
                  </a:lnTo>
                  <a:lnTo>
                    <a:pt x="561" y="147"/>
                  </a:lnTo>
                  <a:lnTo>
                    <a:pt x="610" y="342"/>
                  </a:lnTo>
                  <a:lnTo>
                    <a:pt x="634" y="561"/>
                  </a:lnTo>
                  <a:lnTo>
                    <a:pt x="634" y="561"/>
                  </a:lnTo>
                  <a:lnTo>
                    <a:pt x="610" y="780"/>
                  </a:lnTo>
                  <a:lnTo>
                    <a:pt x="561" y="951"/>
                  </a:lnTo>
                  <a:lnTo>
                    <a:pt x="512" y="1024"/>
                  </a:lnTo>
                  <a:lnTo>
                    <a:pt x="464" y="1073"/>
                  </a:lnTo>
                  <a:lnTo>
                    <a:pt x="390" y="1097"/>
                  </a:lnTo>
                  <a:lnTo>
                    <a:pt x="317" y="1121"/>
                  </a:lnTo>
                  <a:lnTo>
                    <a:pt x="317" y="112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4" name="CustomShape 408"/>
            <p:cNvSpPr/>
            <p:nvPr/>
          </p:nvSpPr>
          <p:spPr>
            <a:xfrm>
              <a:off x="5491800" y="3838680"/>
              <a:ext cx="231120" cy="45720"/>
            </a:xfrm>
            <a:custGeom>
              <a:avLst/>
              <a:gdLst/>
              <a:ahLst/>
              <a:rect l="l" t="t" r="r" b="b"/>
              <a:pathLst>
                <a:path w="11010" h="2193">
                  <a:moveTo>
                    <a:pt x="11009" y="2193"/>
                  </a:moveTo>
                  <a:lnTo>
                    <a:pt x="5505" y="1"/>
                  </a:lnTo>
                  <a:lnTo>
                    <a:pt x="1" y="21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5" name="CustomShape 409"/>
            <p:cNvSpPr/>
            <p:nvPr/>
          </p:nvSpPr>
          <p:spPr>
            <a:xfrm>
              <a:off x="5511960" y="3811320"/>
              <a:ext cx="191160" cy="30960"/>
            </a:xfrm>
            <a:custGeom>
              <a:avLst/>
              <a:gdLst/>
              <a:ahLst/>
              <a:rect l="l" t="t" r="r" b="b"/>
              <a:pathLst>
                <a:path w="9110" h="1486">
                  <a:moveTo>
                    <a:pt x="1" y="1486"/>
                  </a:moveTo>
                  <a:lnTo>
                    <a:pt x="1681" y="1486"/>
                  </a:lnTo>
                  <a:lnTo>
                    <a:pt x="1681" y="0"/>
                  </a:lnTo>
                  <a:lnTo>
                    <a:pt x="4555" y="0"/>
                  </a:lnTo>
                  <a:lnTo>
                    <a:pt x="7429" y="0"/>
                  </a:lnTo>
                  <a:lnTo>
                    <a:pt x="7429" y="1486"/>
                  </a:lnTo>
                  <a:lnTo>
                    <a:pt x="9109" y="1486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6" name="CustomShape 410"/>
            <p:cNvSpPr/>
            <p:nvPr/>
          </p:nvSpPr>
          <p:spPr>
            <a:xfrm>
              <a:off x="5607720" y="3838680"/>
              <a:ext cx="360" cy="122040"/>
            </a:xfrm>
            <a:custGeom>
              <a:avLst/>
              <a:gdLst/>
              <a:ahLst/>
              <a:rect l="l" t="t" r="r" b="b"/>
              <a:pathLst>
                <a:path w="1" h="5822">
                  <a:moveTo>
                    <a:pt x="1" y="1"/>
                  </a:moveTo>
                  <a:lnTo>
                    <a:pt x="1" y="5822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77" name="Group 411"/>
          <p:cNvGrpSpPr/>
          <p:nvPr/>
        </p:nvGrpSpPr>
        <p:grpSpPr>
          <a:xfrm>
            <a:off x="4251240" y="4291920"/>
            <a:ext cx="452520" cy="433440"/>
            <a:chOff x="4251240" y="4291920"/>
            <a:chExt cx="452520" cy="433440"/>
          </a:xfrm>
        </p:grpSpPr>
        <p:sp>
          <p:nvSpPr>
            <p:cNvPr id="1578" name="CustomShape 412"/>
            <p:cNvSpPr/>
            <p:nvPr/>
          </p:nvSpPr>
          <p:spPr>
            <a:xfrm>
              <a:off x="4591080" y="4291920"/>
              <a:ext cx="74880" cy="74880"/>
            </a:xfrm>
            <a:custGeom>
              <a:avLst/>
              <a:gdLst/>
              <a:ahLst/>
              <a:rect l="l" t="t" r="r" b="b"/>
              <a:pathLst>
                <a:path w="3581" h="3581">
                  <a:moveTo>
                    <a:pt x="1023" y="3410"/>
                  </a:moveTo>
                  <a:lnTo>
                    <a:pt x="1023" y="3410"/>
                  </a:lnTo>
                  <a:lnTo>
                    <a:pt x="1193" y="3483"/>
                  </a:lnTo>
                  <a:lnTo>
                    <a:pt x="1388" y="3532"/>
                  </a:lnTo>
                  <a:lnTo>
                    <a:pt x="1583" y="3556"/>
                  </a:lnTo>
                  <a:lnTo>
                    <a:pt x="1778" y="3581"/>
                  </a:lnTo>
                  <a:lnTo>
                    <a:pt x="1778" y="3581"/>
                  </a:lnTo>
                  <a:lnTo>
                    <a:pt x="1973" y="3556"/>
                  </a:lnTo>
                  <a:lnTo>
                    <a:pt x="2143" y="3532"/>
                  </a:lnTo>
                  <a:lnTo>
                    <a:pt x="2314" y="3508"/>
                  </a:lnTo>
                  <a:lnTo>
                    <a:pt x="2484" y="3435"/>
                  </a:lnTo>
                  <a:lnTo>
                    <a:pt x="2630" y="3361"/>
                  </a:lnTo>
                  <a:lnTo>
                    <a:pt x="2776" y="3264"/>
                  </a:lnTo>
                  <a:lnTo>
                    <a:pt x="2923" y="3167"/>
                  </a:lnTo>
                  <a:lnTo>
                    <a:pt x="3044" y="3045"/>
                  </a:lnTo>
                  <a:lnTo>
                    <a:pt x="3166" y="2923"/>
                  </a:lnTo>
                  <a:lnTo>
                    <a:pt x="3264" y="2801"/>
                  </a:lnTo>
                  <a:lnTo>
                    <a:pt x="3361" y="2631"/>
                  </a:lnTo>
                  <a:lnTo>
                    <a:pt x="3434" y="2485"/>
                  </a:lnTo>
                  <a:lnTo>
                    <a:pt x="3483" y="2314"/>
                  </a:lnTo>
                  <a:lnTo>
                    <a:pt x="3531" y="2144"/>
                  </a:lnTo>
                  <a:lnTo>
                    <a:pt x="3556" y="1973"/>
                  </a:lnTo>
                  <a:lnTo>
                    <a:pt x="3580" y="1803"/>
                  </a:lnTo>
                  <a:lnTo>
                    <a:pt x="3580" y="1803"/>
                  </a:lnTo>
                  <a:lnTo>
                    <a:pt x="3556" y="1608"/>
                  </a:lnTo>
                  <a:lnTo>
                    <a:pt x="3531" y="1437"/>
                  </a:lnTo>
                  <a:lnTo>
                    <a:pt x="3483" y="1267"/>
                  </a:lnTo>
                  <a:lnTo>
                    <a:pt x="3434" y="1096"/>
                  </a:lnTo>
                  <a:lnTo>
                    <a:pt x="3361" y="950"/>
                  </a:lnTo>
                  <a:lnTo>
                    <a:pt x="3264" y="804"/>
                  </a:lnTo>
                  <a:lnTo>
                    <a:pt x="3166" y="658"/>
                  </a:lnTo>
                  <a:lnTo>
                    <a:pt x="3044" y="536"/>
                  </a:lnTo>
                  <a:lnTo>
                    <a:pt x="2923" y="414"/>
                  </a:lnTo>
                  <a:lnTo>
                    <a:pt x="2776" y="317"/>
                  </a:lnTo>
                  <a:lnTo>
                    <a:pt x="2630" y="220"/>
                  </a:lnTo>
                  <a:lnTo>
                    <a:pt x="2484" y="147"/>
                  </a:lnTo>
                  <a:lnTo>
                    <a:pt x="2314" y="98"/>
                  </a:lnTo>
                  <a:lnTo>
                    <a:pt x="2143" y="49"/>
                  </a:lnTo>
                  <a:lnTo>
                    <a:pt x="1973" y="25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1607" y="25"/>
                  </a:lnTo>
                  <a:lnTo>
                    <a:pt x="1437" y="49"/>
                  </a:lnTo>
                  <a:lnTo>
                    <a:pt x="1266" y="98"/>
                  </a:lnTo>
                  <a:lnTo>
                    <a:pt x="1096" y="147"/>
                  </a:lnTo>
                  <a:lnTo>
                    <a:pt x="925" y="220"/>
                  </a:lnTo>
                  <a:lnTo>
                    <a:pt x="779" y="317"/>
                  </a:lnTo>
                  <a:lnTo>
                    <a:pt x="658" y="414"/>
                  </a:lnTo>
                  <a:lnTo>
                    <a:pt x="536" y="536"/>
                  </a:lnTo>
                  <a:lnTo>
                    <a:pt x="414" y="658"/>
                  </a:lnTo>
                  <a:lnTo>
                    <a:pt x="317" y="804"/>
                  </a:lnTo>
                  <a:lnTo>
                    <a:pt x="219" y="950"/>
                  </a:lnTo>
                  <a:lnTo>
                    <a:pt x="146" y="1096"/>
                  </a:lnTo>
                  <a:lnTo>
                    <a:pt x="73" y="1267"/>
                  </a:lnTo>
                  <a:lnTo>
                    <a:pt x="49" y="1437"/>
                  </a:lnTo>
                  <a:lnTo>
                    <a:pt x="24" y="1608"/>
                  </a:lnTo>
                  <a:lnTo>
                    <a:pt x="0" y="1803"/>
                  </a:lnTo>
                  <a:lnTo>
                    <a:pt x="0" y="1803"/>
                  </a:lnTo>
                  <a:lnTo>
                    <a:pt x="24" y="2071"/>
                  </a:lnTo>
                  <a:lnTo>
                    <a:pt x="97" y="2339"/>
                  </a:lnTo>
                  <a:lnTo>
                    <a:pt x="195" y="2582"/>
                  </a:lnTo>
                  <a:lnTo>
                    <a:pt x="317" y="280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79" name="CustomShape 413"/>
            <p:cNvSpPr/>
            <p:nvPr/>
          </p:nvSpPr>
          <p:spPr>
            <a:xfrm>
              <a:off x="4326480" y="4313880"/>
              <a:ext cx="74520" cy="74520"/>
            </a:xfrm>
            <a:custGeom>
              <a:avLst/>
              <a:gdLst/>
              <a:ahLst/>
              <a:rect l="l" t="t" r="r" b="b"/>
              <a:pathLst>
                <a:path w="3557" h="3557">
                  <a:moveTo>
                    <a:pt x="3191" y="2850"/>
                  </a:moveTo>
                  <a:lnTo>
                    <a:pt x="3191" y="2850"/>
                  </a:lnTo>
                  <a:lnTo>
                    <a:pt x="3313" y="2680"/>
                  </a:lnTo>
                  <a:lnTo>
                    <a:pt x="3410" y="2509"/>
                  </a:lnTo>
                  <a:lnTo>
                    <a:pt x="3483" y="2314"/>
                  </a:lnTo>
                  <a:lnTo>
                    <a:pt x="3532" y="2095"/>
                  </a:lnTo>
                  <a:lnTo>
                    <a:pt x="3532" y="2095"/>
                  </a:lnTo>
                  <a:lnTo>
                    <a:pt x="3556" y="1925"/>
                  </a:lnTo>
                  <a:lnTo>
                    <a:pt x="3556" y="1730"/>
                  </a:lnTo>
                  <a:lnTo>
                    <a:pt x="3556" y="1559"/>
                  </a:lnTo>
                  <a:lnTo>
                    <a:pt x="3508" y="1389"/>
                  </a:lnTo>
                  <a:lnTo>
                    <a:pt x="3459" y="1218"/>
                  </a:lnTo>
                  <a:lnTo>
                    <a:pt x="3410" y="1072"/>
                  </a:lnTo>
                  <a:lnTo>
                    <a:pt x="3337" y="902"/>
                  </a:lnTo>
                  <a:lnTo>
                    <a:pt x="3240" y="756"/>
                  </a:lnTo>
                  <a:lnTo>
                    <a:pt x="3142" y="634"/>
                  </a:lnTo>
                  <a:lnTo>
                    <a:pt x="3021" y="512"/>
                  </a:lnTo>
                  <a:lnTo>
                    <a:pt x="2899" y="390"/>
                  </a:lnTo>
                  <a:lnTo>
                    <a:pt x="2753" y="293"/>
                  </a:lnTo>
                  <a:lnTo>
                    <a:pt x="2606" y="196"/>
                  </a:lnTo>
                  <a:lnTo>
                    <a:pt x="2436" y="122"/>
                  </a:lnTo>
                  <a:lnTo>
                    <a:pt x="2266" y="74"/>
                  </a:lnTo>
                  <a:lnTo>
                    <a:pt x="2095" y="25"/>
                  </a:lnTo>
                  <a:lnTo>
                    <a:pt x="2095" y="25"/>
                  </a:lnTo>
                  <a:lnTo>
                    <a:pt x="1925" y="1"/>
                  </a:lnTo>
                  <a:lnTo>
                    <a:pt x="1730" y="1"/>
                  </a:lnTo>
                  <a:lnTo>
                    <a:pt x="1559" y="1"/>
                  </a:lnTo>
                  <a:lnTo>
                    <a:pt x="1389" y="25"/>
                  </a:lnTo>
                  <a:lnTo>
                    <a:pt x="1218" y="74"/>
                  </a:lnTo>
                  <a:lnTo>
                    <a:pt x="1072" y="147"/>
                  </a:lnTo>
                  <a:lnTo>
                    <a:pt x="902" y="220"/>
                  </a:lnTo>
                  <a:lnTo>
                    <a:pt x="756" y="317"/>
                  </a:lnTo>
                  <a:lnTo>
                    <a:pt x="634" y="415"/>
                  </a:lnTo>
                  <a:lnTo>
                    <a:pt x="512" y="537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1"/>
                  </a:lnTo>
                  <a:lnTo>
                    <a:pt x="122" y="1097"/>
                  </a:lnTo>
                  <a:lnTo>
                    <a:pt x="74" y="1267"/>
                  </a:lnTo>
                  <a:lnTo>
                    <a:pt x="25" y="1462"/>
                  </a:lnTo>
                  <a:lnTo>
                    <a:pt x="25" y="1462"/>
                  </a:lnTo>
                  <a:lnTo>
                    <a:pt x="1" y="1633"/>
                  </a:lnTo>
                  <a:lnTo>
                    <a:pt x="1" y="1803"/>
                  </a:lnTo>
                  <a:lnTo>
                    <a:pt x="1" y="1998"/>
                  </a:lnTo>
                  <a:lnTo>
                    <a:pt x="25" y="2168"/>
                  </a:lnTo>
                  <a:lnTo>
                    <a:pt x="74" y="2339"/>
                  </a:lnTo>
                  <a:lnTo>
                    <a:pt x="147" y="2485"/>
                  </a:lnTo>
                  <a:lnTo>
                    <a:pt x="220" y="2655"/>
                  </a:lnTo>
                  <a:lnTo>
                    <a:pt x="317" y="2777"/>
                  </a:lnTo>
                  <a:lnTo>
                    <a:pt x="415" y="2923"/>
                  </a:lnTo>
                  <a:lnTo>
                    <a:pt x="536" y="3045"/>
                  </a:lnTo>
                  <a:lnTo>
                    <a:pt x="658" y="3167"/>
                  </a:lnTo>
                  <a:lnTo>
                    <a:pt x="804" y="3264"/>
                  </a:lnTo>
                  <a:lnTo>
                    <a:pt x="950" y="3362"/>
                  </a:lnTo>
                  <a:lnTo>
                    <a:pt x="1096" y="3435"/>
                  </a:lnTo>
                  <a:lnTo>
                    <a:pt x="1267" y="3483"/>
                  </a:lnTo>
                  <a:lnTo>
                    <a:pt x="1462" y="3532"/>
                  </a:lnTo>
                  <a:lnTo>
                    <a:pt x="1462" y="3532"/>
                  </a:lnTo>
                  <a:lnTo>
                    <a:pt x="1705" y="3557"/>
                  </a:lnTo>
                  <a:lnTo>
                    <a:pt x="1973" y="3557"/>
                  </a:lnTo>
                  <a:lnTo>
                    <a:pt x="2217" y="3508"/>
                  </a:lnTo>
                  <a:lnTo>
                    <a:pt x="2460" y="343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0" name="CustomShape 414"/>
            <p:cNvSpPr/>
            <p:nvPr/>
          </p:nvSpPr>
          <p:spPr>
            <a:xfrm>
              <a:off x="4251240" y="4544640"/>
              <a:ext cx="74880" cy="74880"/>
            </a:xfrm>
            <a:custGeom>
              <a:avLst/>
              <a:gdLst/>
              <a:ahLst/>
              <a:rect l="l" t="t" r="r" b="b"/>
              <a:pathLst>
                <a:path w="3581" h="3581">
                  <a:moveTo>
                    <a:pt x="3215" y="707"/>
                  </a:moveTo>
                  <a:lnTo>
                    <a:pt x="3215" y="707"/>
                  </a:lnTo>
                  <a:lnTo>
                    <a:pt x="3093" y="585"/>
                  </a:lnTo>
                  <a:lnTo>
                    <a:pt x="2972" y="464"/>
                  </a:lnTo>
                  <a:lnTo>
                    <a:pt x="2850" y="342"/>
                  </a:lnTo>
                  <a:lnTo>
                    <a:pt x="2679" y="244"/>
                  </a:lnTo>
                  <a:lnTo>
                    <a:pt x="2679" y="244"/>
                  </a:lnTo>
                  <a:lnTo>
                    <a:pt x="2533" y="171"/>
                  </a:lnTo>
                  <a:lnTo>
                    <a:pt x="2363" y="98"/>
                  </a:lnTo>
                  <a:lnTo>
                    <a:pt x="2192" y="50"/>
                  </a:lnTo>
                  <a:lnTo>
                    <a:pt x="2022" y="25"/>
                  </a:lnTo>
                  <a:lnTo>
                    <a:pt x="1851" y="1"/>
                  </a:lnTo>
                  <a:lnTo>
                    <a:pt x="1681" y="25"/>
                  </a:lnTo>
                  <a:lnTo>
                    <a:pt x="1510" y="25"/>
                  </a:lnTo>
                  <a:lnTo>
                    <a:pt x="1340" y="74"/>
                  </a:lnTo>
                  <a:lnTo>
                    <a:pt x="1169" y="123"/>
                  </a:lnTo>
                  <a:lnTo>
                    <a:pt x="1023" y="196"/>
                  </a:lnTo>
                  <a:lnTo>
                    <a:pt x="877" y="269"/>
                  </a:lnTo>
                  <a:lnTo>
                    <a:pt x="731" y="366"/>
                  </a:lnTo>
                  <a:lnTo>
                    <a:pt x="585" y="488"/>
                  </a:lnTo>
                  <a:lnTo>
                    <a:pt x="463" y="610"/>
                  </a:lnTo>
                  <a:lnTo>
                    <a:pt x="341" y="731"/>
                  </a:lnTo>
                  <a:lnTo>
                    <a:pt x="244" y="902"/>
                  </a:lnTo>
                  <a:lnTo>
                    <a:pt x="244" y="902"/>
                  </a:lnTo>
                  <a:lnTo>
                    <a:pt x="171" y="1048"/>
                  </a:lnTo>
                  <a:lnTo>
                    <a:pt x="98" y="1219"/>
                  </a:lnTo>
                  <a:lnTo>
                    <a:pt x="49" y="1389"/>
                  </a:lnTo>
                  <a:lnTo>
                    <a:pt x="25" y="1560"/>
                  </a:lnTo>
                  <a:lnTo>
                    <a:pt x="0" y="1730"/>
                  </a:lnTo>
                  <a:lnTo>
                    <a:pt x="0" y="1900"/>
                  </a:lnTo>
                  <a:lnTo>
                    <a:pt x="25" y="2071"/>
                  </a:lnTo>
                  <a:lnTo>
                    <a:pt x="73" y="2241"/>
                  </a:lnTo>
                  <a:lnTo>
                    <a:pt x="122" y="2412"/>
                  </a:lnTo>
                  <a:lnTo>
                    <a:pt x="195" y="2558"/>
                  </a:lnTo>
                  <a:lnTo>
                    <a:pt x="268" y="2729"/>
                  </a:lnTo>
                  <a:lnTo>
                    <a:pt x="366" y="2850"/>
                  </a:lnTo>
                  <a:lnTo>
                    <a:pt x="463" y="2996"/>
                  </a:lnTo>
                  <a:lnTo>
                    <a:pt x="609" y="3118"/>
                  </a:lnTo>
                  <a:lnTo>
                    <a:pt x="731" y="3240"/>
                  </a:lnTo>
                  <a:lnTo>
                    <a:pt x="901" y="3337"/>
                  </a:lnTo>
                  <a:lnTo>
                    <a:pt x="901" y="3337"/>
                  </a:lnTo>
                  <a:lnTo>
                    <a:pt x="1048" y="3410"/>
                  </a:lnTo>
                  <a:lnTo>
                    <a:pt x="1218" y="3484"/>
                  </a:lnTo>
                  <a:lnTo>
                    <a:pt x="1389" y="3532"/>
                  </a:lnTo>
                  <a:lnTo>
                    <a:pt x="1559" y="3557"/>
                  </a:lnTo>
                  <a:lnTo>
                    <a:pt x="1730" y="3581"/>
                  </a:lnTo>
                  <a:lnTo>
                    <a:pt x="1900" y="3581"/>
                  </a:lnTo>
                  <a:lnTo>
                    <a:pt x="2071" y="3557"/>
                  </a:lnTo>
                  <a:lnTo>
                    <a:pt x="2241" y="3508"/>
                  </a:lnTo>
                  <a:lnTo>
                    <a:pt x="2411" y="3459"/>
                  </a:lnTo>
                  <a:lnTo>
                    <a:pt x="2558" y="3410"/>
                  </a:lnTo>
                  <a:lnTo>
                    <a:pt x="2704" y="3313"/>
                  </a:lnTo>
                  <a:lnTo>
                    <a:pt x="2850" y="3216"/>
                  </a:lnTo>
                  <a:lnTo>
                    <a:pt x="2996" y="3118"/>
                  </a:lnTo>
                  <a:lnTo>
                    <a:pt x="3118" y="2996"/>
                  </a:lnTo>
                  <a:lnTo>
                    <a:pt x="3240" y="2850"/>
                  </a:lnTo>
                  <a:lnTo>
                    <a:pt x="3337" y="2704"/>
                  </a:lnTo>
                  <a:lnTo>
                    <a:pt x="3337" y="2704"/>
                  </a:lnTo>
                  <a:lnTo>
                    <a:pt x="3459" y="2412"/>
                  </a:lnTo>
                  <a:lnTo>
                    <a:pt x="3532" y="2144"/>
                  </a:lnTo>
                  <a:lnTo>
                    <a:pt x="3581" y="1852"/>
                  </a:lnTo>
                  <a:lnTo>
                    <a:pt x="3556" y="156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1" name="CustomShape 415"/>
            <p:cNvSpPr/>
            <p:nvPr/>
          </p:nvSpPr>
          <p:spPr>
            <a:xfrm>
              <a:off x="4436280" y="4651560"/>
              <a:ext cx="74520" cy="73800"/>
            </a:xfrm>
            <a:custGeom>
              <a:avLst/>
              <a:gdLst/>
              <a:ahLst/>
              <a:rect l="l" t="t" r="r" b="b"/>
              <a:pathLst>
                <a:path w="3557" h="3533">
                  <a:moveTo>
                    <a:pt x="1389" y="1"/>
                  </a:moveTo>
                  <a:lnTo>
                    <a:pt x="1389" y="1"/>
                  </a:lnTo>
                  <a:lnTo>
                    <a:pt x="1194" y="50"/>
                  </a:lnTo>
                  <a:lnTo>
                    <a:pt x="999" y="147"/>
                  </a:lnTo>
                  <a:lnTo>
                    <a:pt x="804" y="245"/>
                  </a:lnTo>
                  <a:lnTo>
                    <a:pt x="634" y="366"/>
                  </a:lnTo>
                  <a:lnTo>
                    <a:pt x="634" y="366"/>
                  </a:lnTo>
                  <a:lnTo>
                    <a:pt x="488" y="488"/>
                  </a:lnTo>
                  <a:lnTo>
                    <a:pt x="390" y="634"/>
                  </a:lnTo>
                  <a:lnTo>
                    <a:pt x="268" y="780"/>
                  </a:lnTo>
                  <a:lnTo>
                    <a:pt x="195" y="926"/>
                  </a:lnTo>
                  <a:lnTo>
                    <a:pt x="122" y="1073"/>
                  </a:lnTo>
                  <a:lnTo>
                    <a:pt x="74" y="1243"/>
                  </a:lnTo>
                  <a:lnTo>
                    <a:pt x="25" y="1414"/>
                  </a:lnTo>
                  <a:lnTo>
                    <a:pt x="0" y="1584"/>
                  </a:lnTo>
                  <a:lnTo>
                    <a:pt x="0" y="1755"/>
                  </a:lnTo>
                  <a:lnTo>
                    <a:pt x="0" y="1925"/>
                  </a:lnTo>
                  <a:lnTo>
                    <a:pt x="25" y="2096"/>
                  </a:lnTo>
                  <a:lnTo>
                    <a:pt x="74" y="2266"/>
                  </a:lnTo>
                  <a:lnTo>
                    <a:pt x="122" y="2412"/>
                  </a:lnTo>
                  <a:lnTo>
                    <a:pt x="195" y="2583"/>
                  </a:lnTo>
                  <a:lnTo>
                    <a:pt x="293" y="2729"/>
                  </a:lnTo>
                  <a:lnTo>
                    <a:pt x="415" y="2875"/>
                  </a:lnTo>
                  <a:lnTo>
                    <a:pt x="415" y="2875"/>
                  </a:lnTo>
                  <a:lnTo>
                    <a:pt x="536" y="3021"/>
                  </a:lnTo>
                  <a:lnTo>
                    <a:pt x="658" y="3143"/>
                  </a:lnTo>
                  <a:lnTo>
                    <a:pt x="804" y="3240"/>
                  </a:lnTo>
                  <a:lnTo>
                    <a:pt x="950" y="3313"/>
                  </a:lnTo>
                  <a:lnTo>
                    <a:pt x="1121" y="3386"/>
                  </a:lnTo>
                  <a:lnTo>
                    <a:pt x="1267" y="3459"/>
                  </a:lnTo>
                  <a:lnTo>
                    <a:pt x="1437" y="3484"/>
                  </a:lnTo>
                  <a:lnTo>
                    <a:pt x="1608" y="3508"/>
                  </a:lnTo>
                  <a:lnTo>
                    <a:pt x="1778" y="3532"/>
                  </a:lnTo>
                  <a:lnTo>
                    <a:pt x="1949" y="3508"/>
                  </a:lnTo>
                  <a:lnTo>
                    <a:pt x="2119" y="3484"/>
                  </a:lnTo>
                  <a:lnTo>
                    <a:pt x="2290" y="3435"/>
                  </a:lnTo>
                  <a:lnTo>
                    <a:pt x="2460" y="3386"/>
                  </a:lnTo>
                  <a:lnTo>
                    <a:pt x="2606" y="3313"/>
                  </a:lnTo>
                  <a:lnTo>
                    <a:pt x="2777" y="3216"/>
                  </a:lnTo>
                  <a:lnTo>
                    <a:pt x="2923" y="3118"/>
                  </a:lnTo>
                  <a:lnTo>
                    <a:pt x="2923" y="3118"/>
                  </a:lnTo>
                  <a:lnTo>
                    <a:pt x="3045" y="2997"/>
                  </a:lnTo>
                  <a:lnTo>
                    <a:pt x="3167" y="2851"/>
                  </a:lnTo>
                  <a:lnTo>
                    <a:pt x="3264" y="2704"/>
                  </a:lnTo>
                  <a:lnTo>
                    <a:pt x="3361" y="2558"/>
                  </a:lnTo>
                  <a:lnTo>
                    <a:pt x="3435" y="2412"/>
                  </a:lnTo>
                  <a:lnTo>
                    <a:pt x="3483" y="2242"/>
                  </a:lnTo>
                  <a:lnTo>
                    <a:pt x="3532" y="2071"/>
                  </a:lnTo>
                  <a:lnTo>
                    <a:pt x="3556" y="1901"/>
                  </a:lnTo>
                  <a:lnTo>
                    <a:pt x="3556" y="1730"/>
                  </a:lnTo>
                  <a:lnTo>
                    <a:pt x="3556" y="1560"/>
                  </a:lnTo>
                  <a:lnTo>
                    <a:pt x="3532" y="1389"/>
                  </a:lnTo>
                  <a:lnTo>
                    <a:pt x="3483" y="1219"/>
                  </a:lnTo>
                  <a:lnTo>
                    <a:pt x="3410" y="1048"/>
                  </a:lnTo>
                  <a:lnTo>
                    <a:pt x="3337" y="902"/>
                  </a:lnTo>
                  <a:lnTo>
                    <a:pt x="3264" y="756"/>
                  </a:lnTo>
                  <a:lnTo>
                    <a:pt x="3142" y="610"/>
                  </a:lnTo>
                  <a:lnTo>
                    <a:pt x="3142" y="610"/>
                  </a:lnTo>
                  <a:lnTo>
                    <a:pt x="2972" y="415"/>
                  </a:lnTo>
                  <a:lnTo>
                    <a:pt x="2753" y="245"/>
                  </a:lnTo>
                  <a:lnTo>
                    <a:pt x="2533" y="123"/>
                  </a:lnTo>
                  <a:lnTo>
                    <a:pt x="2314" y="5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2" name="CustomShape 416"/>
            <p:cNvSpPr/>
            <p:nvPr/>
          </p:nvSpPr>
          <p:spPr>
            <a:xfrm>
              <a:off x="4629240" y="4488840"/>
              <a:ext cx="74520" cy="74880"/>
            </a:xfrm>
            <a:custGeom>
              <a:avLst/>
              <a:gdLst/>
              <a:ahLst/>
              <a:rect l="l" t="t" r="r" b="b"/>
              <a:pathLst>
                <a:path w="3557" h="3581">
                  <a:moveTo>
                    <a:pt x="0" y="2022"/>
                  </a:moveTo>
                  <a:lnTo>
                    <a:pt x="0" y="2022"/>
                  </a:lnTo>
                  <a:lnTo>
                    <a:pt x="25" y="2216"/>
                  </a:lnTo>
                  <a:lnTo>
                    <a:pt x="98" y="2411"/>
                  </a:lnTo>
                  <a:lnTo>
                    <a:pt x="98" y="2411"/>
                  </a:lnTo>
                  <a:lnTo>
                    <a:pt x="171" y="2557"/>
                  </a:lnTo>
                  <a:lnTo>
                    <a:pt x="244" y="2728"/>
                  </a:lnTo>
                  <a:lnTo>
                    <a:pt x="341" y="2874"/>
                  </a:lnTo>
                  <a:lnTo>
                    <a:pt x="463" y="2996"/>
                  </a:lnTo>
                  <a:lnTo>
                    <a:pt x="585" y="3118"/>
                  </a:lnTo>
                  <a:lnTo>
                    <a:pt x="707" y="3239"/>
                  </a:lnTo>
                  <a:lnTo>
                    <a:pt x="853" y="3337"/>
                  </a:lnTo>
                  <a:lnTo>
                    <a:pt x="999" y="3410"/>
                  </a:lnTo>
                  <a:lnTo>
                    <a:pt x="1169" y="3483"/>
                  </a:lnTo>
                  <a:lnTo>
                    <a:pt x="1340" y="3532"/>
                  </a:lnTo>
                  <a:lnTo>
                    <a:pt x="1510" y="3556"/>
                  </a:lnTo>
                  <a:lnTo>
                    <a:pt x="1681" y="3580"/>
                  </a:lnTo>
                  <a:lnTo>
                    <a:pt x="1851" y="3580"/>
                  </a:lnTo>
                  <a:lnTo>
                    <a:pt x="2022" y="3556"/>
                  </a:lnTo>
                  <a:lnTo>
                    <a:pt x="2192" y="3532"/>
                  </a:lnTo>
                  <a:lnTo>
                    <a:pt x="2363" y="3459"/>
                  </a:lnTo>
                  <a:lnTo>
                    <a:pt x="2363" y="3459"/>
                  </a:lnTo>
                  <a:lnTo>
                    <a:pt x="2533" y="3410"/>
                  </a:lnTo>
                  <a:lnTo>
                    <a:pt x="2704" y="3312"/>
                  </a:lnTo>
                  <a:lnTo>
                    <a:pt x="2850" y="3215"/>
                  </a:lnTo>
                  <a:lnTo>
                    <a:pt x="2972" y="3093"/>
                  </a:lnTo>
                  <a:lnTo>
                    <a:pt x="3093" y="2971"/>
                  </a:lnTo>
                  <a:lnTo>
                    <a:pt x="3215" y="2850"/>
                  </a:lnTo>
                  <a:lnTo>
                    <a:pt x="3288" y="2704"/>
                  </a:lnTo>
                  <a:lnTo>
                    <a:pt x="3386" y="2557"/>
                  </a:lnTo>
                  <a:lnTo>
                    <a:pt x="3434" y="2387"/>
                  </a:lnTo>
                  <a:lnTo>
                    <a:pt x="3483" y="2216"/>
                  </a:lnTo>
                  <a:lnTo>
                    <a:pt x="3532" y="2070"/>
                  </a:lnTo>
                  <a:lnTo>
                    <a:pt x="3556" y="1875"/>
                  </a:lnTo>
                  <a:lnTo>
                    <a:pt x="3556" y="1705"/>
                  </a:lnTo>
                  <a:lnTo>
                    <a:pt x="3532" y="1534"/>
                  </a:lnTo>
                  <a:lnTo>
                    <a:pt x="3507" y="1364"/>
                  </a:lnTo>
                  <a:lnTo>
                    <a:pt x="3434" y="1194"/>
                  </a:lnTo>
                  <a:lnTo>
                    <a:pt x="3434" y="1194"/>
                  </a:lnTo>
                  <a:lnTo>
                    <a:pt x="3361" y="1023"/>
                  </a:lnTo>
                  <a:lnTo>
                    <a:pt x="3288" y="853"/>
                  </a:lnTo>
                  <a:lnTo>
                    <a:pt x="3191" y="706"/>
                  </a:lnTo>
                  <a:lnTo>
                    <a:pt x="3069" y="585"/>
                  </a:lnTo>
                  <a:lnTo>
                    <a:pt x="2947" y="463"/>
                  </a:lnTo>
                  <a:lnTo>
                    <a:pt x="2825" y="341"/>
                  </a:lnTo>
                  <a:lnTo>
                    <a:pt x="2679" y="268"/>
                  </a:lnTo>
                  <a:lnTo>
                    <a:pt x="2533" y="171"/>
                  </a:lnTo>
                  <a:lnTo>
                    <a:pt x="2363" y="122"/>
                  </a:lnTo>
                  <a:lnTo>
                    <a:pt x="2192" y="73"/>
                  </a:lnTo>
                  <a:lnTo>
                    <a:pt x="2022" y="24"/>
                  </a:lnTo>
                  <a:lnTo>
                    <a:pt x="1851" y="24"/>
                  </a:lnTo>
                  <a:lnTo>
                    <a:pt x="1681" y="0"/>
                  </a:lnTo>
                  <a:lnTo>
                    <a:pt x="1510" y="24"/>
                  </a:lnTo>
                  <a:lnTo>
                    <a:pt x="1340" y="73"/>
                  </a:lnTo>
                  <a:lnTo>
                    <a:pt x="1169" y="122"/>
                  </a:lnTo>
                  <a:lnTo>
                    <a:pt x="1169" y="122"/>
                  </a:lnTo>
                  <a:lnTo>
                    <a:pt x="974" y="195"/>
                  </a:lnTo>
                  <a:lnTo>
                    <a:pt x="804" y="292"/>
                  </a:lnTo>
                  <a:lnTo>
                    <a:pt x="658" y="390"/>
                  </a:lnTo>
                  <a:lnTo>
                    <a:pt x="512" y="512"/>
                  </a:lnTo>
                  <a:lnTo>
                    <a:pt x="390" y="658"/>
                  </a:lnTo>
                  <a:lnTo>
                    <a:pt x="293" y="804"/>
                  </a:lnTo>
                  <a:lnTo>
                    <a:pt x="195" y="950"/>
                  </a:lnTo>
                  <a:lnTo>
                    <a:pt x="122" y="1120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3" name="CustomShape 417"/>
            <p:cNvSpPr/>
            <p:nvPr/>
          </p:nvSpPr>
          <p:spPr>
            <a:xfrm>
              <a:off x="4401360" y="4423680"/>
              <a:ext cx="158400" cy="158760"/>
            </a:xfrm>
            <a:custGeom>
              <a:avLst/>
              <a:gdLst/>
              <a:ahLst/>
              <a:rect l="l" t="t" r="r" b="b"/>
              <a:pathLst>
                <a:path w="7551" h="7576">
                  <a:moveTo>
                    <a:pt x="0" y="3776"/>
                  </a:moveTo>
                  <a:lnTo>
                    <a:pt x="0" y="3776"/>
                  </a:lnTo>
                  <a:lnTo>
                    <a:pt x="25" y="3410"/>
                  </a:lnTo>
                  <a:lnTo>
                    <a:pt x="73" y="3021"/>
                  </a:lnTo>
                  <a:lnTo>
                    <a:pt x="171" y="2655"/>
                  </a:lnTo>
                  <a:lnTo>
                    <a:pt x="293" y="2314"/>
                  </a:lnTo>
                  <a:lnTo>
                    <a:pt x="463" y="1973"/>
                  </a:lnTo>
                  <a:lnTo>
                    <a:pt x="658" y="1681"/>
                  </a:lnTo>
                  <a:lnTo>
                    <a:pt x="877" y="1389"/>
                  </a:lnTo>
                  <a:lnTo>
                    <a:pt x="1121" y="1121"/>
                  </a:lnTo>
                  <a:lnTo>
                    <a:pt x="1389" y="877"/>
                  </a:lnTo>
                  <a:lnTo>
                    <a:pt x="1656" y="658"/>
                  </a:lnTo>
                  <a:lnTo>
                    <a:pt x="1973" y="463"/>
                  </a:lnTo>
                  <a:lnTo>
                    <a:pt x="2314" y="293"/>
                  </a:lnTo>
                  <a:lnTo>
                    <a:pt x="2655" y="171"/>
                  </a:lnTo>
                  <a:lnTo>
                    <a:pt x="3020" y="74"/>
                  </a:lnTo>
                  <a:lnTo>
                    <a:pt x="3386" y="25"/>
                  </a:lnTo>
                  <a:lnTo>
                    <a:pt x="3775" y="1"/>
                  </a:lnTo>
                  <a:lnTo>
                    <a:pt x="3775" y="1"/>
                  </a:lnTo>
                  <a:lnTo>
                    <a:pt x="4165" y="25"/>
                  </a:lnTo>
                  <a:lnTo>
                    <a:pt x="4555" y="74"/>
                  </a:lnTo>
                  <a:lnTo>
                    <a:pt x="4896" y="171"/>
                  </a:lnTo>
                  <a:lnTo>
                    <a:pt x="5261" y="293"/>
                  </a:lnTo>
                  <a:lnTo>
                    <a:pt x="5578" y="463"/>
                  </a:lnTo>
                  <a:lnTo>
                    <a:pt x="5894" y="658"/>
                  </a:lnTo>
                  <a:lnTo>
                    <a:pt x="6186" y="877"/>
                  </a:lnTo>
                  <a:lnTo>
                    <a:pt x="6454" y="1121"/>
                  </a:lnTo>
                  <a:lnTo>
                    <a:pt x="6698" y="1389"/>
                  </a:lnTo>
                  <a:lnTo>
                    <a:pt x="6917" y="1681"/>
                  </a:lnTo>
                  <a:lnTo>
                    <a:pt x="7112" y="1973"/>
                  </a:lnTo>
                  <a:lnTo>
                    <a:pt x="7258" y="2314"/>
                  </a:lnTo>
                  <a:lnTo>
                    <a:pt x="7404" y="2655"/>
                  </a:lnTo>
                  <a:lnTo>
                    <a:pt x="7477" y="3021"/>
                  </a:lnTo>
                  <a:lnTo>
                    <a:pt x="7550" y="3410"/>
                  </a:lnTo>
                  <a:lnTo>
                    <a:pt x="7550" y="3776"/>
                  </a:lnTo>
                  <a:lnTo>
                    <a:pt x="7550" y="3776"/>
                  </a:lnTo>
                  <a:lnTo>
                    <a:pt x="7550" y="4165"/>
                  </a:lnTo>
                  <a:lnTo>
                    <a:pt x="7477" y="4555"/>
                  </a:lnTo>
                  <a:lnTo>
                    <a:pt x="7404" y="4920"/>
                  </a:lnTo>
                  <a:lnTo>
                    <a:pt x="7258" y="5261"/>
                  </a:lnTo>
                  <a:lnTo>
                    <a:pt x="7112" y="5578"/>
                  </a:lnTo>
                  <a:lnTo>
                    <a:pt x="6917" y="5895"/>
                  </a:lnTo>
                  <a:lnTo>
                    <a:pt x="6698" y="6187"/>
                  </a:lnTo>
                  <a:lnTo>
                    <a:pt x="6454" y="6455"/>
                  </a:lnTo>
                  <a:lnTo>
                    <a:pt x="6186" y="6698"/>
                  </a:lnTo>
                  <a:lnTo>
                    <a:pt x="5894" y="6917"/>
                  </a:lnTo>
                  <a:lnTo>
                    <a:pt x="5578" y="7112"/>
                  </a:lnTo>
                  <a:lnTo>
                    <a:pt x="5261" y="7258"/>
                  </a:lnTo>
                  <a:lnTo>
                    <a:pt x="4896" y="7405"/>
                  </a:lnTo>
                  <a:lnTo>
                    <a:pt x="4555" y="7478"/>
                  </a:lnTo>
                  <a:lnTo>
                    <a:pt x="4165" y="7551"/>
                  </a:lnTo>
                  <a:lnTo>
                    <a:pt x="3775" y="7575"/>
                  </a:lnTo>
                  <a:lnTo>
                    <a:pt x="3775" y="7575"/>
                  </a:lnTo>
                  <a:lnTo>
                    <a:pt x="3386" y="7551"/>
                  </a:lnTo>
                  <a:lnTo>
                    <a:pt x="3020" y="7478"/>
                  </a:lnTo>
                  <a:lnTo>
                    <a:pt x="2655" y="7405"/>
                  </a:lnTo>
                  <a:lnTo>
                    <a:pt x="2314" y="7258"/>
                  </a:lnTo>
                  <a:lnTo>
                    <a:pt x="1973" y="7112"/>
                  </a:lnTo>
                  <a:lnTo>
                    <a:pt x="1656" y="6917"/>
                  </a:lnTo>
                  <a:lnTo>
                    <a:pt x="1389" y="6698"/>
                  </a:lnTo>
                  <a:lnTo>
                    <a:pt x="1121" y="6455"/>
                  </a:lnTo>
                  <a:lnTo>
                    <a:pt x="877" y="6187"/>
                  </a:lnTo>
                  <a:lnTo>
                    <a:pt x="658" y="5895"/>
                  </a:lnTo>
                  <a:lnTo>
                    <a:pt x="463" y="5578"/>
                  </a:lnTo>
                  <a:lnTo>
                    <a:pt x="293" y="5261"/>
                  </a:lnTo>
                  <a:lnTo>
                    <a:pt x="171" y="4920"/>
                  </a:lnTo>
                  <a:lnTo>
                    <a:pt x="73" y="4555"/>
                  </a:lnTo>
                  <a:lnTo>
                    <a:pt x="25" y="4165"/>
                  </a:lnTo>
                  <a:lnTo>
                    <a:pt x="0" y="3776"/>
                  </a:lnTo>
                  <a:lnTo>
                    <a:pt x="0" y="3776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4" name="CustomShape 418"/>
            <p:cNvSpPr/>
            <p:nvPr/>
          </p:nvSpPr>
          <p:spPr>
            <a:xfrm>
              <a:off x="4363920" y="4351320"/>
              <a:ext cx="68400" cy="88560"/>
            </a:xfrm>
            <a:custGeom>
              <a:avLst/>
              <a:gdLst/>
              <a:ahLst/>
              <a:rect l="l" t="t" r="r" b="b"/>
              <a:pathLst>
                <a:path w="3264" h="4239">
                  <a:moveTo>
                    <a:pt x="0" y="1"/>
                  </a:moveTo>
                  <a:lnTo>
                    <a:pt x="3264" y="423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5" name="CustomShape 419"/>
            <p:cNvSpPr/>
            <p:nvPr/>
          </p:nvSpPr>
          <p:spPr>
            <a:xfrm>
              <a:off x="4532400" y="4329720"/>
              <a:ext cx="96480" cy="112320"/>
            </a:xfrm>
            <a:custGeom>
              <a:avLst/>
              <a:gdLst/>
              <a:ahLst/>
              <a:rect l="l" t="t" r="r" b="b"/>
              <a:pathLst>
                <a:path w="4604" h="5359">
                  <a:moveTo>
                    <a:pt x="0" y="5359"/>
                  </a:moveTo>
                  <a:lnTo>
                    <a:pt x="460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6" name="CustomShape 420"/>
            <p:cNvSpPr/>
            <p:nvPr/>
          </p:nvSpPr>
          <p:spPr>
            <a:xfrm>
              <a:off x="4559400" y="4512960"/>
              <a:ext cx="106560" cy="13320"/>
            </a:xfrm>
            <a:custGeom>
              <a:avLst/>
              <a:gdLst/>
              <a:ahLst/>
              <a:rect l="l" t="t" r="r" b="b"/>
              <a:pathLst>
                <a:path w="5091" h="659">
                  <a:moveTo>
                    <a:pt x="5090" y="658"/>
                  </a:moveTo>
                  <a:lnTo>
                    <a:pt x="0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7" name="CustomShape 421"/>
            <p:cNvSpPr/>
            <p:nvPr/>
          </p:nvSpPr>
          <p:spPr>
            <a:xfrm>
              <a:off x="4473360" y="4582080"/>
              <a:ext cx="3600" cy="106200"/>
            </a:xfrm>
            <a:custGeom>
              <a:avLst/>
              <a:gdLst/>
              <a:ahLst/>
              <a:rect l="l" t="t" r="r" b="b"/>
              <a:pathLst>
                <a:path w="196" h="5067">
                  <a:moveTo>
                    <a:pt x="0" y="5067"/>
                  </a:moveTo>
                  <a:lnTo>
                    <a:pt x="195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88" name="CustomShape 422"/>
            <p:cNvSpPr/>
            <p:nvPr/>
          </p:nvSpPr>
          <p:spPr>
            <a:xfrm>
              <a:off x="4288680" y="4533480"/>
              <a:ext cx="118440" cy="48960"/>
            </a:xfrm>
            <a:custGeom>
              <a:avLst/>
              <a:gdLst/>
              <a:ahLst/>
              <a:rect l="l" t="t" r="r" b="b"/>
              <a:pathLst>
                <a:path w="5651" h="2340">
                  <a:moveTo>
                    <a:pt x="0" y="2339"/>
                  </a:moveTo>
                  <a:lnTo>
                    <a:pt x="5651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89" name="Group 423"/>
          <p:cNvGrpSpPr/>
          <p:nvPr/>
        </p:nvGrpSpPr>
        <p:grpSpPr>
          <a:xfrm>
            <a:off x="3682440" y="4299480"/>
            <a:ext cx="460080" cy="418680"/>
            <a:chOff x="3682440" y="4299480"/>
            <a:chExt cx="460080" cy="418680"/>
          </a:xfrm>
        </p:grpSpPr>
        <p:sp>
          <p:nvSpPr>
            <p:cNvPr id="1590" name="CustomShape 424"/>
            <p:cNvSpPr/>
            <p:nvPr/>
          </p:nvSpPr>
          <p:spPr>
            <a:xfrm>
              <a:off x="3728880" y="4517280"/>
              <a:ext cx="366480" cy="200880"/>
            </a:xfrm>
            <a:custGeom>
              <a:avLst/>
              <a:gdLst/>
              <a:ahLst/>
              <a:rect l="l" t="t" r="r" b="b"/>
              <a:pathLst>
                <a:path w="17464" h="9573">
                  <a:moveTo>
                    <a:pt x="1" y="1"/>
                  </a:moveTo>
                  <a:lnTo>
                    <a:pt x="1" y="4677"/>
                  </a:lnTo>
                  <a:lnTo>
                    <a:pt x="8720" y="9572"/>
                  </a:lnTo>
                  <a:lnTo>
                    <a:pt x="17463" y="4677"/>
                  </a:lnTo>
                  <a:lnTo>
                    <a:pt x="17463" y="1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91" name="CustomShape 425"/>
            <p:cNvSpPr/>
            <p:nvPr/>
          </p:nvSpPr>
          <p:spPr>
            <a:xfrm>
              <a:off x="3729600" y="4299480"/>
              <a:ext cx="366120" cy="105120"/>
            </a:xfrm>
            <a:custGeom>
              <a:avLst/>
              <a:gdLst/>
              <a:ahLst/>
              <a:rect l="l" t="t" r="r" b="b"/>
              <a:pathLst>
                <a:path w="17439" h="5018">
                  <a:moveTo>
                    <a:pt x="17438" y="5018"/>
                  </a:moveTo>
                  <a:lnTo>
                    <a:pt x="8671" y="1"/>
                  </a:lnTo>
                  <a:lnTo>
                    <a:pt x="0" y="501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92" name="CustomShape 426"/>
            <p:cNvSpPr/>
            <p:nvPr/>
          </p:nvSpPr>
          <p:spPr>
            <a:xfrm>
              <a:off x="3682440" y="4404960"/>
              <a:ext cx="230040" cy="189360"/>
            </a:xfrm>
            <a:custGeom>
              <a:avLst/>
              <a:gdLst/>
              <a:ahLst/>
              <a:rect l="l" t="t" r="r" b="b"/>
              <a:pathLst>
                <a:path w="10961" h="9037">
                  <a:moveTo>
                    <a:pt x="8720" y="9037"/>
                  </a:moveTo>
                  <a:lnTo>
                    <a:pt x="1" y="4068"/>
                  </a:lnTo>
                  <a:lnTo>
                    <a:pt x="2241" y="1"/>
                  </a:lnTo>
                  <a:lnTo>
                    <a:pt x="10960" y="4969"/>
                  </a:lnTo>
                  <a:lnTo>
                    <a:pt x="8720" y="903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93" name="CustomShape 427"/>
            <p:cNvSpPr/>
            <p:nvPr/>
          </p:nvSpPr>
          <p:spPr>
            <a:xfrm>
              <a:off x="3912480" y="4404960"/>
              <a:ext cx="230040" cy="189360"/>
            </a:xfrm>
            <a:custGeom>
              <a:avLst/>
              <a:gdLst/>
              <a:ahLst/>
              <a:rect l="l" t="t" r="r" b="b"/>
              <a:pathLst>
                <a:path w="10961" h="9037">
                  <a:moveTo>
                    <a:pt x="2241" y="9037"/>
                  </a:moveTo>
                  <a:lnTo>
                    <a:pt x="10960" y="4068"/>
                  </a:lnTo>
                  <a:lnTo>
                    <a:pt x="8719" y="1"/>
                  </a:lnTo>
                  <a:lnTo>
                    <a:pt x="0" y="4969"/>
                  </a:lnTo>
                  <a:lnTo>
                    <a:pt x="2241" y="9037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94" name="CustomShape 428"/>
            <p:cNvSpPr/>
            <p:nvPr/>
          </p:nvSpPr>
          <p:spPr>
            <a:xfrm>
              <a:off x="3912480" y="4509360"/>
              <a:ext cx="360" cy="208440"/>
            </a:xfrm>
            <a:custGeom>
              <a:avLst/>
              <a:gdLst/>
              <a:ahLst/>
              <a:rect l="l" t="t" r="r" b="b"/>
              <a:pathLst>
                <a:path w="1" h="9938">
                  <a:moveTo>
                    <a:pt x="0" y="0"/>
                  </a:moveTo>
                  <a:lnTo>
                    <a:pt x="0" y="9937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595" name="Group 429"/>
          <p:cNvGrpSpPr/>
          <p:nvPr/>
        </p:nvGrpSpPr>
        <p:grpSpPr>
          <a:xfrm>
            <a:off x="299520" y="4390200"/>
            <a:ext cx="444960" cy="245880"/>
            <a:chOff x="299520" y="4390200"/>
            <a:chExt cx="444960" cy="245880"/>
          </a:xfrm>
        </p:grpSpPr>
        <p:sp>
          <p:nvSpPr>
            <p:cNvPr id="1596" name="CustomShape 430"/>
            <p:cNvSpPr/>
            <p:nvPr/>
          </p:nvSpPr>
          <p:spPr>
            <a:xfrm>
              <a:off x="384480" y="4395240"/>
              <a:ext cx="228600" cy="155880"/>
            </a:xfrm>
            <a:custGeom>
              <a:avLst/>
              <a:gdLst/>
              <a:ahLst/>
              <a:rect l="l" t="t" r="r" b="b"/>
              <a:pathLst>
                <a:path w="10888" h="7429">
                  <a:moveTo>
                    <a:pt x="2947" y="0"/>
                  </a:moveTo>
                  <a:lnTo>
                    <a:pt x="6406" y="7428"/>
                  </a:lnTo>
                  <a:lnTo>
                    <a:pt x="10887" y="2314"/>
                  </a:lnTo>
                  <a:lnTo>
                    <a:pt x="4019" y="2314"/>
                  </a:lnTo>
                  <a:lnTo>
                    <a:pt x="0" y="7428"/>
                  </a:lnTo>
                  <a:lnTo>
                    <a:pt x="6406" y="7428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97" name="CustomShape 431"/>
            <p:cNvSpPr/>
            <p:nvPr/>
          </p:nvSpPr>
          <p:spPr>
            <a:xfrm>
              <a:off x="597600" y="4390200"/>
              <a:ext cx="61920" cy="160920"/>
            </a:xfrm>
            <a:custGeom>
              <a:avLst/>
              <a:gdLst/>
              <a:ahLst/>
              <a:rect l="l" t="t" r="r" b="b"/>
              <a:pathLst>
                <a:path w="2972" h="7673">
                  <a:moveTo>
                    <a:pt x="2971" y="7672"/>
                  </a:moveTo>
                  <a:lnTo>
                    <a:pt x="0" y="1"/>
                  </a:lnTo>
                  <a:lnTo>
                    <a:pt x="1364" y="1"/>
                  </a:lnTo>
                  <a:lnTo>
                    <a:pt x="1364" y="1"/>
                  </a:lnTo>
                  <a:lnTo>
                    <a:pt x="1534" y="25"/>
                  </a:lnTo>
                  <a:lnTo>
                    <a:pt x="1681" y="49"/>
                  </a:lnTo>
                  <a:lnTo>
                    <a:pt x="1827" y="147"/>
                  </a:lnTo>
                  <a:lnTo>
                    <a:pt x="1875" y="195"/>
                  </a:lnTo>
                  <a:lnTo>
                    <a:pt x="1900" y="244"/>
                  </a:lnTo>
                  <a:lnTo>
                    <a:pt x="1924" y="342"/>
                  </a:lnTo>
                  <a:lnTo>
                    <a:pt x="1900" y="439"/>
                  </a:lnTo>
                  <a:lnTo>
                    <a:pt x="1851" y="536"/>
                  </a:lnTo>
                  <a:lnTo>
                    <a:pt x="1778" y="658"/>
                  </a:lnTo>
                  <a:lnTo>
                    <a:pt x="1656" y="804"/>
                  </a:lnTo>
                  <a:lnTo>
                    <a:pt x="1486" y="975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98" name="CustomShape 432"/>
            <p:cNvSpPr/>
            <p:nvPr/>
          </p:nvSpPr>
          <p:spPr>
            <a:xfrm>
              <a:off x="299520" y="4466520"/>
              <a:ext cx="169560" cy="169560"/>
            </a:xfrm>
            <a:custGeom>
              <a:avLst/>
              <a:gdLst/>
              <a:ahLst/>
              <a:rect l="l" t="t" r="r" b="b"/>
              <a:pathLst>
                <a:path w="8087" h="8087">
                  <a:moveTo>
                    <a:pt x="1" y="4043"/>
                  </a:moveTo>
                  <a:lnTo>
                    <a:pt x="1" y="4043"/>
                  </a:lnTo>
                  <a:lnTo>
                    <a:pt x="25" y="3629"/>
                  </a:lnTo>
                  <a:lnTo>
                    <a:pt x="74" y="3215"/>
                  </a:lnTo>
                  <a:lnTo>
                    <a:pt x="171" y="2826"/>
                  </a:lnTo>
                  <a:lnTo>
                    <a:pt x="317" y="2460"/>
                  </a:lnTo>
                  <a:lnTo>
                    <a:pt x="488" y="2119"/>
                  </a:lnTo>
                  <a:lnTo>
                    <a:pt x="682" y="1778"/>
                  </a:lnTo>
                  <a:lnTo>
                    <a:pt x="926" y="1462"/>
                  </a:lnTo>
                  <a:lnTo>
                    <a:pt x="1194" y="1170"/>
                  </a:lnTo>
                  <a:lnTo>
                    <a:pt x="1462" y="926"/>
                  </a:lnTo>
                  <a:lnTo>
                    <a:pt x="1778" y="682"/>
                  </a:lnTo>
                  <a:lnTo>
                    <a:pt x="2119" y="488"/>
                  </a:lnTo>
                  <a:lnTo>
                    <a:pt x="2460" y="317"/>
                  </a:lnTo>
                  <a:lnTo>
                    <a:pt x="2850" y="171"/>
                  </a:lnTo>
                  <a:lnTo>
                    <a:pt x="3240" y="74"/>
                  </a:lnTo>
                  <a:lnTo>
                    <a:pt x="3629" y="25"/>
                  </a:lnTo>
                  <a:lnTo>
                    <a:pt x="4043" y="0"/>
                  </a:lnTo>
                  <a:lnTo>
                    <a:pt x="4043" y="0"/>
                  </a:lnTo>
                  <a:lnTo>
                    <a:pt x="4458" y="25"/>
                  </a:lnTo>
                  <a:lnTo>
                    <a:pt x="4872" y="74"/>
                  </a:lnTo>
                  <a:lnTo>
                    <a:pt x="5237" y="171"/>
                  </a:lnTo>
                  <a:lnTo>
                    <a:pt x="5627" y="317"/>
                  </a:lnTo>
                  <a:lnTo>
                    <a:pt x="5968" y="488"/>
                  </a:lnTo>
                  <a:lnTo>
                    <a:pt x="6308" y="682"/>
                  </a:lnTo>
                  <a:lnTo>
                    <a:pt x="6625" y="926"/>
                  </a:lnTo>
                  <a:lnTo>
                    <a:pt x="6917" y="1170"/>
                  </a:lnTo>
                  <a:lnTo>
                    <a:pt x="7161" y="1462"/>
                  </a:lnTo>
                  <a:lnTo>
                    <a:pt x="7404" y="1778"/>
                  </a:lnTo>
                  <a:lnTo>
                    <a:pt x="7599" y="2119"/>
                  </a:lnTo>
                  <a:lnTo>
                    <a:pt x="7770" y="2460"/>
                  </a:lnTo>
                  <a:lnTo>
                    <a:pt x="7916" y="2826"/>
                  </a:lnTo>
                  <a:lnTo>
                    <a:pt x="8013" y="3215"/>
                  </a:lnTo>
                  <a:lnTo>
                    <a:pt x="8062" y="3629"/>
                  </a:lnTo>
                  <a:lnTo>
                    <a:pt x="8086" y="4043"/>
                  </a:lnTo>
                  <a:lnTo>
                    <a:pt x="8086" y="4043"/>
                  </a:lnTo>
                  <a:lnTo>
                    <a:pt x="8062" y="4457"/>
                  </a:lnTo>
                  <a:lnTo>
                    <a:pt x="8013" y="4847"/>
                  </a:lnTo>
                  <a:lnTo>
                    <a:pt x="7916" y="5237"/>
                  </a:lnTo>
                  <a:lnTo>
                    <a:pt x="7770" y="5626"/>
                  </a:lnTo>
                  <a:lnTo>
                    <a:pt x="7599" y="5967"/>
                  </a:lnTo>
                  <a:lnTo>
                    <a:pt x="7404" y="6308"/>
                  </a:lnTo>
                  <a:lnTo>
                    <a:pt x="7161" y="6625"/>
                  </a:lnTo>
                  <a:lnTo>
                    <a:pt x="6917" y="6893"/>
                  </a:lnTo>
                  <a:lnTo>
                    <a:pt x="6625" y="7161"/>
                  </a:lnTo>
                  <a:lnTo>
                    <a:pt x="6308" y="7404"/>
                  </a:lnTo>
                  <a:lnTo>
                    <a:pt x="5968" y="7599"/>
                  </a:lnTo>
                  <a:lnTo>
                    <a:pt x="5627" y="7770"/>
                  </a:lnTo>
                  <a:lnTo>
                    <a:pt x="5237" y="7916"/>
                  </a:lnTo>
                  <a:lnTo>
                    <a:pt x="4872" y="8013"/>
                  </a:lnTo>
                  <a:lnTo>
                    <a:pt x="4458" y="8062"/>
                  </a:lnTo>
                  <a:lnTo>
                    <a:pt x="4043" y="8086"/>
                  </a:lnTo>
                  <a:lnTo>
                    <a:pt x="4043" y="8086"/>
                  </a:lnTo>
                  <a:lnTo>
                    <a:pt x="3629" y="8062"/>
                  </a:lnTo>
                  <a:lnTo>
                    <a:pt x="3240" y="8013"/>
                  </a:lnTo>
                  <a:lnTo>
                    <a:pt x="2850" y="7916"/>
                  </a:lnTo>
                  <a:lnTo>
                    <a:pt x="2460" y="7770"/>
                  </a:lnTo>
                  <a:lnTo>
                    <a:pt x="2119" y="7599"/>
                  </a:lnTo>
                  <a:lnTo>
                    <a:pt x="1778" y="7404"/>
                  </a:lnTo>
                  <a:lnTo>
                    <a:pt x="1462" y="7161"/>
                  </a:lnTo>
                  <a:lnTo>
                    <a:pt x="1194" y="6893"/>
                  </a:lnTo>
                  <a:lnTo>
                    <a:pt x="926" y="6625"/>
                  </a:lnTo>
                  <a:lnTo>
                    <a:pt x="682" y="6308"/>
                  </a:lnTo>
                  <a:lnTo>
                    <a:pt x="488" y="5967"/>
                  </a:lnTo>
                  <a:lnTo>
                    <a:pt x="317" y="5626"/>
                  </a:lnTo>
                  <a:lnTo>
                    <a:pt x="171" y="5237"/>
                  </a:lnTo>
                  <a:lnTo>
                    <a:pt x="74" y="4847"/>
                  </a:lnTo>
                  <a:lnTo>
                    <a:pt x="25" y="4457"/>
                  </a:lnTo>
                  <a:lnTo>
                    <a:pt x="1" y="4043"/>
                  </a:lnTo>
                  <a:lnTo>
                    <a:pt x="1" y="404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99" name="CustomShape 433"/>
            <p:cNvSpPr/>
            <p:nvPr/>
          </p:nvSpPr>
          <p:spPr>
            <a:xfrm>
              <a:off x="574920" y="4466520"/>
              <a:ext cx="169560" cy="169560"/>
            </a:xfrm>
            <a:custGeom>
              <a:avLst/>
              <a:gdLst/>
              <a:ahLst/>
              <a:rect l="l" t="t" r="r" b="b"/>
              <a:pathLst>
                <a:path w="8087" h="8087">
                  <a:moveTo>
                    <a:pt x="1" y="4043"/>
                  </a:moveTo>
                  <a:lnTo>
                    <a:pt x="1" y="4043"/>
                  </a:lnTo>
                  <a:lnTo>
                    <a:pt x="1" y="3629"/>
                  </a:lnTo>
                  <a:lnTo>
                    <a:pt x="74" y="3215"/>
                  </a:lnTo>
                  <a:lnTo>
                    <a:pt x="171" y="2826"/>
                  </a:lnTo>
                  <a:lnTo>
                    <a:pt x="317" y="2460"/>
                  </a:lnTo>
                  <a:lnTo>
                    <a:pt x="488" y="2119"/>
                  </a:lnTo>
                  <a:lnTo>
                    <a:pt x="682" y="1778"/>
                  </a:lnTo>
                  <a:lnTo>
                    <a:pt x="926" y="1462"/>
                  </a:lnTo>
                  <a:lnTo>
                    <a:pt x="1170" y="1170"/>
                  </a:lnTo>
                  <a:lnTo>
                    <a:pt x="1462" y="926"/>
                  </a:lnTo>
                  <a:lnTo>
                    <a:pt x="1778" y="682"/>
                  </a:lnTo>
                  <a:lnTo>
                    <a:pt x="2119" y="488"/>
                  </a:lnTo>
                  <a:lnTo>
                    <a:pt x="2460" y="317"/>
                  </a:lnTo>
                  <a:lnTo>
                    <a:pt x="2826" y="171"/>
                  </a:lnTo>
                  <a:lnTo>
                    <a:pt x="3215" y="74"/>
                  </a:lnTo>
                  <a:lnTo>
                    <a:pt x="3629" y="25"/>
                  </a:lnTo>
                  <a:lnTo>
                    <a:pt x="4043" y="0"/>
                  </a:lnTo>
                  <a:lnTo>
                    <a:pt x="4043" y="0"/>
                  </a:lnTo>
                  <a:lnTo>
                    <a:pt x="4457" y="25"/>
                  </a:lnTo>
                  <a:lnTo>
                    <a:pt x="4847" y="74"/>
                  </a:lnTo>
                  <a:lnTo>
                    <a:pt x="5237" y="171"/>
                  </a:lnTo>
                  <a:lnTo>
                    <a:pt x="5602" y="317"/>
                  </a:lnTo>
                  <a:lnTo>
                    <a:pt x="5967" y="488"/>
                  </a:lnTo>
                  <a:lnTo>
                    <a:pt x="6308" y="682"/>
                  </a:lnTo>
                  <a:lnTo>
                    <a:pt x="6601" y="926"/>
                  </a:lnTo>
                  <a:lnTo>
                    <a:pt x="6893" y="1170"/>
                  </a:lnTo>
                  <a:lnTo>
                    <a:pt x="7161" y="1462"/>
                  </a:lnTo>
                  <a:lnTo>
                    <a:pt x="7380" y="1778"/>
                  </a:lnTo>
                  <a:lnTo>
                    <a:pt x="7599" y="2119"/>
                  </a:lnTo>
                  <a:lnTo>
                    <a:pt x="7770" y="2460"/>
                  </a:lnTo>
                  <a:lnTo>
                    <a:pt x="7892" y="2826"/>
                  </a:lnTo>
                  <a:lnTo>
                    <a:pt x="7989" y="3215"/>
                  </a:lnTo>
                  <a:lnTo>
                    <a:pt x="8062" y="3629"/>
                  </a:lnTo>
                  <a:lnTo>
                    <a:pt x="8086" y="4043"/>
                  </a:lnTo>
                  <a:lnTo>
                    <a:pt x="8086" y="4043"/>
                  </a:lnTo>
                  <a:lnTo>
                    <a:pt x="8062" y="4457"/>
                  </a:lnTo>
                  <a:lnTo>
                    <a:pt x="7989" y="4847"/>
                  </a:lnTo>
                  <a:lnTo>
                    <a:pt x="7892" y="5237"/>
                  </a:lnTo>
                  <a:lnTo>
                    <a:pt x="7770" y="5626"/>
                  </a:lnTo>
                  <a:lnTo>
                    <a:pt x="7599" y="5967"/>
                  </a:lnTo>
                  <a:lnTo>
                    <a:pt x="7380" y="6308"/>
                  </a:lnTo>
                  <a:lnTo>
                    <a:pt x="7161" y="6625"/>
                  </a:lnTo>
                  <a:lnTo>
                    <a:pt x="6893" y="6893"/>
                  </a:lnTo>
                  <a:lnTo>
                    <a:pt x="6601" y="7161"/>
                  </a:lnTo>
                  <a:lnTo>
                    <a:pt x="6308" y="7404"/>
                  </a:lnTo>
                  <a:lnTo>
                    <a:pt x="5967" y="7599"/>
                  </a:lnTo>
                  <a:lnTo>
                    <a:pt x="5602" y="7770"/>
                  </a:lnTo>
                  <a:lnTo>
                    <a:pt x="5237" y="7916"/>
                  </a:lnTo>
                  <a:lnTo>
                    <a:pt x="4847" y="8013"/>
                  </a:lnTo>
                  <a:lnTo>
                    <a:pt x="4457" y="8062"/>
                  </a:lnTo>
                  <a:lnTo>
                    <a:pt x="4043" y="8086"/>
                  </a:lnTo>
                  <a:lnTo>
                    <a:pt x="4043" y="8086"/>
                  </a:lnTo>
                  <a:lnTo>
                    <a:pt x="3629" y="8062"/>
                  </a:lnTo>
                  <a:lnTo>
                    <a:pt x="3215" y="8013"/>
                  </a:lnTo>
                  <a:lnTo>
                    <a:pt x="2826" y="7916"/>
                  </a:lnTo>
                  <a:lnTo>
                    <a:pt x="2460" y="7770"/>
                  </a:lnTo>
                  <a:lnTo>
                    <a:pt x="2119" y="7599"/>
                  </a:lnTo>
                  <a:lnTo>
                    <a:pt x="1778" y="7404"/>
                  </a:lnTo>
                  <a:lnTo>
                    <a:pt x="1462" y="7161"/>
                  </a:lnTo>
                  <a:lnTo>
                    <a:pt x="1170" y="6893"/>
                  </a:lnTo>
                  <a:lnTo>
                    <a:pt x="926" y="6625"/>
                  </a:lnTo>
                  <a:lnTo>
                    <a:pt x="682" y="6308"/>
                  </a:lnTo>
                  <a:lnTo>
                    <a:pt x="488" y="5967"/>
                  </a:lnTo>
                  <a:lnTo>
                    <a:pt x="317" y="5626"/>
                  </a:lnTo>
                  <a:lnTo>
                    <a:pt x="171" y="5237"/>
                  </a:lnTo>
                  <a:lnTo>
                    <a:pt x="74" y="4847"/>
                  </a:lnTo>
                  <a:lnTo>
                    <a:pt x="1" y="4457"/>
                  </a:lnTo>
                  <a:lnTo>
                    <a:pt x="1" y="4043"/>
                  </a:lnTo>
                  <a:lnTo>
                    <a:pt x="1" y="4043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0" name="CustomShape 434"/>
            <p:cNvSpPr/>
            <p:nvPr/>
          </p:nvSpPr>
          <p:spPr>
            <a:xfrm>
              <a:off x="420840" y="4390200"/>
              <a:ext cx="72360" cy="5760"/>
            </a:xfrm>
            <a:custGeom>
              <a:avLst/>
              <a:gdLst/>
              <a:ahLst/>
              <a:rect l="l" t="t" r="r" b="b"/>
              <a:pathLst>
                <a:path w="3460" h="293">
                  <a:moveTo>
                    <a:pt x="1" y="1"/>
                  </a:moveTo>
                  <a:lnTo>
                    <a:pt x="3459" y="293"/>
                  </a:lnTo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1" name="CustomShape 435"/>
            <p:cNvSpPr/>
            <p:nvPr/>
          </p:nvSpPr>
          <p:spPr>
            <a:xfrm>
              <a:off x="644040" y="4535640"/>
              <a:ext cx="30960" cy="30960"/>
            </a:xfrm>
            <a:custGeom>
              <a:avLst/>
              <a:gdLst/>
              <a:ahLst/>
              <a:rect l="l" t="t" r="r" b="b"/>
              <a:pathLst>
                <a:path w="1487" h="1487">
                  <a:moveTo>
                    <a:pt x="0" y="755"/>
                  </a:moveTo>
                  <a:lnTo>
                    <a:pt x="0" y="755"/>
                  </a:lnTo>
                  <a:lnTo>
                    <a:pt x="25" y="609"/>
                  </a:lnTo>
                  <a:lnTo>
                    <a:pt x="73" y="463"/>
                  </a:lnTo>
                  <a:lnTo>
                    <a:pt x="122" y="341"/>
                  </a:lnTo>
                  <a:lnTo>
                    <a:pt x="220" y="220"/>
                  </a:lnTo>
                  <a:lnTo>
                    <a:pt x="341" y="147"/>
                  </a:lnTo>
                  <a:lnTo>
                    <a:pt x="463" y="73"/>
                  </a:lnTo>
                  <a:lnTo>
                    <a:pt x="609" y="25"/>
                  </a:lnTo>
                  <a:lnTo>
                    <a:pt x="755" y="0"/>
                  </a:lnTo>
                  <a:lnTo>
                    <a:pt x="755" y="0"/>
                  </a:lnTo>
                  <a:lnTo>
                    <a:pt x="902" y="25"/>
                  </a:lnTo>
                  <a:lnTo>
                    <a:pt x="1048" y="73"/>
                  </a:lnTo>
                  <a:lnTo>
                    <a:pt x="1169" y="147"/>
                  </a:lnTo>
                  <a:lnTo>
                    <a:pt x="1267" y="220"/>
                  </a:lnTo>
                  <a:lnTo>
                    <a:pt x="1364" y="341"/>
                  </a:lnTo>
                  <a:lnTo>
                    <a:pt x="1437" y="463"/>
                  </a:lnTo>
                  <a:lnTo>
                    <a:pt x="1486" y="609"/>
                  </a:lnTo>
                  <a:lnTo>
                    <a:pt x="1486" y="755"/>
                  </a:lnTo>
                  <a:lnTo>
                    <a:pt x="1486" y="755"/>
                  </a:lnTo>
                  <a:lnTo>
                    <a:pt x="1486" y="902"/>
                  </a:lnTo>
                  <a:lnTo>
                    <a:pt x="1437" y="1048"/>
                  </a:lnTo>
                  <a:lnTo>
                    <a:pt x="1364" y="1169"/>
                  </a:lnTo>
                  <a:lnTo>
                    <a:pt x="1267" y="1267"/>
                  </a:lnTo>
                  <a:lnTo>
                    <a:pt x="1169" y="1364"/>
                  </a:lnTo>
                  <a:lnTo>
                    <a:pt x="1048" y="1437"/>
                  </a:lnTo>
                  <a:lnTo>
                    <a:pt x="902" y="1486"/>
                  </a:lnTo>
                  <a:lnTo>
                    <a:pt x="755" y="1486"/>
                  </a:lnTo>
                  <a:lnTo>
                    <a:pt x="755" y="1486"/>
                  </a:lnTo>
                  <a:lnTo>
                    <a:pt x="609" y="1486"/>
                  </a:lnTo>
                  <a:lnTo>
                    <a:pt x="463" y="1437"/>
                  </a:lnTo>
                  <a:lnTo>
                    <a:pt x="341" y="1364"/>
                  </a:lnTo>
                  <a:lnTo>
                    <a:pt x="220" y="1267"/>
                  </a:lnTo>
                  <a:lnTo>
                    <a:pt x="122" y="1169"/>
                  </a:lnTo>
                  <a:lnTo>
                    <a:pt x="73" y="1048"/>
                  </a:lnTo>
                  <a:lnTo>
                    <a:pt x="25" y="902"/>
                  </a:lnTo>
                  <a:lnTo>
                    <a:pt x="0" y="755"/>
                  </a:lnTo>
                  <a:lnTo>
                    <a:pt x="0" y="7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2" name="CustomShape 436"/>
            <p:cNvSpPr/>
            <p:nvPr/>
          </p:nvSpPr>
          <p:spPr>
            <a:xfrm>
              <a:off x="369360" y="4535640"/>
              <a:ext cx="30960" cy="30960"/>
            </a:xfrm>
            <a:custGeom>
              <a:avLst/>
              <a:gdLst/>
              <a:ahLst/>
              <a:rect l="l" t="t" r="r" b="b"/>
              <a:pathLst>
                <a:path w="1487" h="1487">
                  <a:moveTo>
                    <a:pt x="1" y="755"/>
                  </a:moveTo>
                  <a:lnTo>
                    <a:pt x="1" y="755"/>
                  </a:lnTo>
                  <a:lnTo>
                    <a:pt x="1" y="609"/>
                  </a:lnTo>
                  <a:lnTo>
                    <a:pt x="50" y="463"/>
                  </a:lnTo>
                  <a:lnTo>
                    <a:pt x="123" y="341"/>
                  </a:lnTo>
                  <a:lnTo>
                    <a:pt x="220" y="220"/>
                  </a:lnTo>
                  <a:lnTo>
                    <a:pt x="317" y="147"/>
                  </a:lnTo>
                  <a:lnTo>
                    <a:pt x="439" y="73"/>
                  </a:lnTo>
                  <a:lnTo>
                    <a:pt x="585" y="25"/>
                  </a:lnTo>
                  <a:lnTo>
                    <a:pt x="731" y="0"/>
                  </a:lnTo>
                  <a:lnTo>
                    <a:pt x="731" y="0"/>
                  </a:lnTo>
                  <a:lnTo>
                    <a:pt x="878" y="25"/>
                  </a:lnTo>
                  <a:lnTo>
                    <a:pt x="1024" y="73"/>
                  </a:lnTo>
                  <a:lnTo>
                    <a:pt x="1146" y="147"/>
                  </a:lnTo>
                  <a:lnTo>
                    <a:pt x="1267" y="220"/>
                  </a:lnTo>
                  <a:lnTo>
                    <a:pt x="1340" y="341"/>
                  </a:lnTo>
                  <a:lnTo>
                    <a:pt x="1413" y="463"/>
                  </a:lnTo>
                  <a:lnTo>
                    <a:pt x="1462" y="609"/>
                  </a:lnTo>
                  <a:lnTo>
                    <a:pt x="1486" y="755"/>
                  </a:lnTo>
                  <a:lnTo>
                    <a:pt x="1486" y="755"/>
                  </a:lnTo>
                  <a:lnTo>
                    <a:pt x="1462" y="902"/>
                  </a:lnTo>
                  <a:lnTo>
                    <a:pt x="1413" y="1048"/>
                  </a:lnTo>
                  <a:lnTo>
                    <a:pt x="1340" y="1169"/>
                  </a:lnTo>
                  <a:lnTo>
                    <a:pt x="1267" y="1267"/>
                  </a:lnTo>
                  <a:lnTo>
                    <a:pt x="1146" y="1364"/>
                  </a:lnTo>
                  <a:lnTo>
                    <a:pt x="1024" y="1437"/>
                  </a:lnTo>
                  <a:lnTo>
                    <a:pt x="878" y="1486"/>
                  </a:lnTo>
                  <a:lnTo>
                    <a:pt x="731" y="1486"/>
                  </a:lnTo>
                  <a:lnTo>
                    <a:pt x="731" y="1486"/>
                  </a:lnTo>
                  <a:lnTo>
                    <a:pt x="585" y="1486"/>
                  </a:lnTo>
                  <a:lnTo>
                    <a:pt x="439" y="1437"/>
                  </a:lnTo>
                  <a:lnTo>
                    <a:pt x="317" y="1364"/>
                  </a:lnTo>
                  <a:lnTo>
                    <a:pt x="220" y="1267"/>
                  </a:lnTo>
                  <a:lnTo>
                    <a:pt x="123" y="1169"/>
                  </a:lnTo>
                  <a:lnTo>
                    <a:pt x="50" y="1048"/>
                  </a:lnTo>
                  <a:lnTo>
                    <a:pt x="1" y="902"/>
                  </a:lnTo>
                  <a:lnTo>
                    <a:pt x="1" y="755"/>
                  </a:lnTo>
                  <a:lnTo>
                    <a:pt x="1" y="755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603" name="Group 437"/>
          <p:cNvGrpSpPr/>
          <p:nvPr/>
        </p:nvGrpSpPr>
        <p:grpSpPr>
          <a:xfrm>
            <a:off x="7243920" y="1803240"/>
            <a:ext cx="433800" cy="422280"/>
            <a:chOff x="7243920" y="1803240"/>
            <a:chExt cx="433800" cy="422280"/>
          </a:xfrm>
        </p:grpSpPr>
        <p:sp>
          <p:nvSpPr>
            <p:cNvPr id="1604" name="CustomShape 438"/>
            <p:cNvSpPr/>
            <p:nvPr/>
          </p:nvSpPr>
          <p:spPr>
            <a:xfrm>
              <a:off x="7243920" y="1803240"/>
              <a:ext cx="433800" cy="422280"/>
            </a:xfrm>
            <a:custGeom>
              <a:avLst/>
              <a:gdLst/>
              <a:ah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38160">
              <a:solidFill>
                <a:srgbClr val="ff99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5" name="CustomShape 439"/>
            <p:cNvSpPr/>
            <p:nvPr/>
          </p:nvSpPr>
          <p:spPr>
            <a:xfrm>
              <a:off x="7319520" y="1873440"/>
              <a:ext cx="282240" cy="282240"/>
            </a:xfrm>
            <a:custGeom>
              <a:avLst/>
              <a:gdLst/>
              <a:ah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38160">
              <a:solidFill>
                <a:srgbClr val="ff99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606" name="Group 440"/>
          <p:cNvGrpSpPr/>
          <p:nvPr/>
        </p:nvGrpSpPr>
        <p:grpSpPr>
          <a:xfrm>
            <a:off x="6359760" y="2509200"/>
            <a:ext cx="1079280" cy="1051200"/>
            <a:chOff x="6359760" y="2509200"/>
            <a:chExt cx="1079280" cy="1051200"/>
          </a:xfrm>
        </p:grpSpPr>
        <p:sp>
          <p:nvSpPr>
            <p:cNvPr id="1607" name="CustomShape 441"/>
            <p:cNvSpPr/>
            <p:nvPr/>
          </p:nvSpPr>
          <p:spPr>
            <a:xfrm>
              <a:off x="6359760" y="2509200"/>
              <a:ext cx="1079280" cy="1051200"/>
            </a:xfrm>
            <a:custGeom>
              <a:avLst/>
              <a:gdLst/>
              <a:ah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solidFill>
              <a:srgbClr val="ff0000"/>
            </a:solidFill>
            <a:ln cap="rnd" w="9360">
              <a:solidFill>
                <a:srgbClr val="ff9900"/>
              </a:solidFill>
              <a:custDash>
                <a:ds d="500000" sp="400000"/>
              </a:custDash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8" name="CustomShape 442"/>
            <p:cNvSpPr/>
            <p:nvPr/>
          </p:nvSpPr>
          <p:spPr>
            <a:xfrm>
              <a:off x="6548400" y="2683800"/>
              <a:ext cx="702360" cy="702360"/>
            </a:xfrm>
            <a:custGeom>
              <a:avLst/>
              <a:gdLst/>
              <a:ah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solidFill>
              <a:srgbClr val="ff0000"/>
            </a:solidFill>
            <a:ln cap="rnd" w="9360">
              <a:solidFill>
                <a:srgbClr val="ff9900"/>
              </a:solidFill>
              <a:custDash>
                <a:ds d="500000" sp="400000"/>
              </a:custDash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609" name="Group 443"/>
          <p:cNvGrpSpPr/>
          <p:nvPr/>
        </p:nvGrpSpPr>
        <p:grpSpPr>
          <a:xfrm>
            <a:off x="6360120" y="1803240"/>
            <a:ext cx="433800" cy="422280"/>
            <a:chOff x="6360120" y="1803240"/>
            <a:chExt cx="433800" cy="422280"/>
          </a:xfrm>
        </p:grpSpPr>
        <p:sp>
          <p:nvSpPr>
            <p:cNvPr id="1610" name="CustomShape 444"/>
            <p:cNvSpPr/>
            <p:nvPr/>
          </p:nvSpPr>
          <p:spPr>
            <a:xfrm>
              <a:off x="6360120" y="1803240"/>
              <a:ext cx="433800" cy="422280"/>
            </a:xfrm>
            <a:custGeom>
              <a:avLst/>
              <a:gdLst/>
              <a:ahLst/>
              <a:rect l="l" t="t" r="r" b="b"/>
              <a:pathLst>
                <a:path w="20654" h="20118">
                  <a:moveTo>
                    <a:pt x="20654" y="10059"/>
                  </a:moveTo>
                  <a:lnTo>
                    <a:pt x="18486" y="8183"/>
                  </a:lnTo>
                  <a:lnTo>
                    <a:pt x="19631" y="5577"/>
                  </a:lnTo>
                  <a:lnTo>
                    <a:pt x="16879" y="4847"/>
                  </a:lnTo>
                  <a:lnTo>
                    <a:pt x="16757" y="1997"/>
                  </a:lnTo>
                  <a:lnTo>
                    <a:pt x="13956" y="2509"/>
                  </a:lnTo>
                  <a:lnTo>
                    <a:pt x="12616" y="0"/>
                  </a:lnTo>
                  <a:lnTo>
                    <a:pt x="10327" y="1681"/>
                  </a:lnTo>
                  <a:lnTo>
                    <a:pt x="8038" y="0"/>
                  </a:lnTo>
                  <a:lnTo>
                    <a:pt x="6698" y="2509"/>
                  </a:lnTo>
                  <a:lnTo>
                    <a:pt x="3897" y="1997"/>
                  </a:lnTo>
                  <a:lnTo>
                    <a:pt x="3776" y="4847"/>
                  </a:lnTo>
                  <a:lnTo>
                    <a:pt x="1023" y="5577"/>
                  </a:lnTo>
                  <a:lnTo>
                    <a:pt x="2168" y="8183"/>
                  </a:lnTo>
                  <a:lnTo>
                    <a:pt x="1" y="10059"/>
                  </a:lnTo>
                  <a:lnTo>
                    <a:pt x="2168" y="11934"/>
                  </a:lnTo>
                  <a:lnTo>
                    <a:pt x="1023" y="14540"/>
                  </a:lnTo>
                  <a:lnTo>
                    <a:pt x="3776" y="15271"/>
                  </a:lnTo>
                  <a:lnTo>
                    <a:pt x="3897" y="18120"/>
                  </a:lnTo>
                  <a:lnTo>
                    <a:pt x="6698" y="17609"/>
                  </a:lnTo>
                  <a:lnTo>
                    <a:pt x="8038" y="20117"/>
                  </a:lnTo>
                  <a:lnTo>
                    <a:pt x="10327" y="18437"/>
                  </a:lnTo>
                  <a:lnTo>
                    <a:pt x="12616" y="20117"/>
                  </a:lnTo>
                  <a:lnTo>
                    <a:pt x="13956" y="17609"/>
                  </a:lnTo>
                  <a:lnTo>
                    <a:pt x="16757" y="18120"/>
                  </a:lnTo>
                  <a:lnTo>
                    <a:pt x="16879" y="15271"/>
                  </a:lnTo>
                  <a:lnTo>
                    <a:pt x="19631" y="14540"/>
                  </a:lnTo>
                  <a:lnTo>
                    <a:pt x="18486" y="11934"/>
                  </a:lnTo>
                  <a:lnTo>
                    <a:pt x="20654" y="10059"/>
                  </a:lnTo>
                  <a:close/>
                </a:path>
              </a:pathLst>
            </a:custGeom>
            <a:noFill/>
            <a:ln w="12240">
              <a:solidFill>
                <a:srgbClr val="ff99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1" name="CustomShape 445"/>
            <p:cNvSpPr/>
            <p:nvPr/>
          </p:nvSpPr>
          <p:spPr>
            <a:xfrm>
              <a:off x="6435720" y="1873440"/>
              <a:ext cx="282240" cy="282240"/>
            </a:xfrm>
            <a:custGeom>
              <a:avLst/>
              <a:gdLst/>
              <a:ahLst/>
              <a:rect l="l" t="t" r="r" b="b"/>
              <a:pathLst>
                <a:path w="13445" h="13445">
                  <a:moveTo>
                    <a:pt x="6722" y="13445"/>
                  </a:moveTo>
                  <a:lnTo>
                    <a:pt x="6722" y="13445"/>
                  </a:lnTo>
                  <a:lnTo>
                    <a:pt x="6381" y="13420"/>
                  </a:lnTo>
                  <a:lnTo>
                    <a:pt x="6040" y="13396"/>
                  </a:lnTo>
                  <a:lnTo>
                    <a:pt x="5699" y="13347"/>
                  </a:lnTo>
                  <a:lnTo>
                    <a:pt x="5383" y="13299"/>
                  </a:lnTo>
                  <a:lnTo>
                    <a:pt x="5042" y="13226"/>
                  </a:lnTo>
                  <a:lnTo>
                    <a:pt x="4725" y="13128"/>
                  </a:lnTo>
                  <a:lnTo>
                    <a:pt x="4408" y="13031"/>
                  </a:lnTo>
                  <a:lnTo>
                    <a:pt x="4116" y="12909"/>
                  </a:lnTo>
                  <a:lnTo>
                    <a:pt x="3824" y="12763"/>
                  </a:lnTo>
                  <a:lnTo>
                    <a:pt x="3532" y="12617"/>
                  </a:lnTo>
                  <a:lnTo>
                    <a:pt x="3239" y="12471"/>
                  </a:lnTo>
                  <a:lnTo>
                    <a:pt x="2971" y="12276"/>
                  </a:lnTo>
                  <a:lnTo>
                    <a:pt x="2703" y="12105"/>
                  </a:lnTo>
                  <a:lnTo>
                    <a:pt x="2460" y="11910"/>
                  </a:lnTo>
                  <a:lnTo>
                    <a:pt x="2216" y="11691"/>
                  </a:lnTo>
                  <a:lnTo>
                    <a:pt x="1973" y="11472"/>
                  </a:lnTo>
                  <a:lnTo>
                    <a:pt x="1754" y="11228"/>
                  </a:lnTo>
                  <a:lnTo>
                    <a:pt x="1534" y="10985"/>
                  </a:lnTo>
                  <a:lnTo>
                    <a:pt x="1340" y="10741"/>
                  </a:lnTo>
                  <a:lnTo>
                    <a:pt x="1169" y="10473"/>
                  </a:lnTo>
                  <a:lnTo>
                    <a:pt x="974" y="10206"/>
                  </a:lnTo>
                  <a:lnTo>
                    <a:pt x="828" y="9913"/>
                  </a:lnTo>
                  <a:lnTo>
                    <a:pt x="682" y="9621"/>
                  </a:lnTo>
                  <a:lnTo>
                    <a:pt x="536" y="9329"/>
                  </a:lnTo>
                  <a:lnTo>
                    <a:pt x="414" y="9036"/>
                  </a:lnTo>
                  <a:lnTo>
                    <a:pt x="317" y="8720"/>
                  </a:lnTo>
                  <a:lnTo>
                    <a:pt x="219" y="8403"/>
                  </a:lnTo>
                  <a:lnTo>
                    <a:pt x="146" y="8062"/>
                  </a:lnTo>
                  <a:lnTo>
                    <a:pt x="98" y="7746"/>
                  </a:lnTo>
                  <a:lnTo>
                    <a:pt x="49" y="7405"/>
                  </a:lnTo>
                  <a:lnTo>
                    <a:pt x="24" y="7064"/>
                  </a:lnTo>
                  <a:lnTo>
                    <a:pt x="0" y="6723"/>
                  </a:lnTo>
                  <a:lnTo>
                    <a:pt x="0" y="6723"/>
                  </a:lnTo>
                  <a:lnTo>
                    <a:pt x="24" y="6382"/>
                  </a:lnTo>
                  <a:lnTo>
                    <a:pt x="49" y="6041"/>
                  </a:lnTo>
                  <a:lnTo>
                    <a:pt x="98" y="5700"/>
                  </a:lnTo>
                  <a:lnTo>
                    <a:pt x="146" y="5383"/>
                  </a:lnTo>
                  <a:lnTo>
                    <a:pt x="219" y="5042"/>
                  </a:lnTo>
                  <a:lnTo>
                    <a:pt x="317" y="4726"/>
                  </a:lnTo>
                  <a:lnTo>
                    <a:pt x="414" y="4409"/>
                  </a:lnTo>
                  <a:lnTo>
                    <a:pt x="536" y="4117"/>
                  </a:lnTo>
                  <a:lnTo>
                    <a:pt x="682" y="3825"/>
                  </a:lnTo>
                  <a:lnTo>
                    <a:pt x="828" y="3532"/>
                  </a:lnTo>
                  <a:lnTo>
                    <a:pt x="974" y="3240"/>
                  </a:lnTo>
                  <a:lnTo>
                    <a:pt x="1169" y="2972"/>
                  </a:lnTo>
                  <a:lnTo>
                    <a:pt x="1340" y="2704"/>
                  </a:lnTo>
                  <a:lnTo>
                    <a:pt x="1534" y="2461"/>
                  </a:lnTo>
                  <a:lnTo>
                    <a:pt x="1754" y="2217"/>
                  </a:lnTo>
                  <a:lnTo>
                    <a:pt x="1973" y="1974"/>
                  </a:lnTo>
                  <a:lnTo>
                    <a:pt x="2216" y="1754"/>
                  </a:lnTo>
                  <a:lnTo>
                    <a:pt x="2460" y="1535"/>
                  </a:lnTo>
                  <a:lnTo>
                    <a:pt x="2703" y="1340"/>
                  </a:lnTo>
                  <a:lnTo>
                    <a:pt x="2971" y="1170"/>
                  </a:lnTo>
                  <a:lnTo>
                    <a:pt x="3239" y="975"/>
                  </a:lnTo>
                  <a:lnTo>
                    <a:pt x="3532" y="829"/>
                  </a:lnTo>
                  <a:lnTo>
                    <a:pt x="3824" y="683"/>
                  </a:lnTo>
                  <a:lnTo>
                    <a:pt x="4116" y="537"/>
                  </a:lnTo>
                  <a:lnTo>
                    <a:pt x="4408" y="415"/>
                  </a:lnTo>
                  <a:lnTo>
                    <a:pt x="4725" y="317"/>
                  </a:lnTo>
                  <a:lnTo>
                    <a:pt x="5042" y="220"/>
                  </a:lnTo>
                  <a:lnTo>
                    <a:pt x="5383" y="147"/>
                  </a:lnTo>
                  <a:lnTo>
                    <a:pt x="5699" y="98"/>
                  </a:lnTo>
                  <a:lnTo>
                    <a:pt x="6040" y="49"/>
                  </a:lnTo>
                  <a:lnTo>
                    <a:pt x="6381" y="25"/>
                  </a:lnTo>
                  <a:lnTo>
                    <a:pt x="6722" y="1"/>
                  </a:lnTo>
                  <a:lnTo>
                    <a:pt x="6722" y="1"/>
                  </a:lnTo>
                  <a:lnTo>
                    <a:pt x="7063" y="25"/>
                  </a:lnTo>
                  <a:lnTo>
                    <a:pt x="7404" y="49"/>
                  </a:lnTo>
                  <a:lnTo>
                    <a:pt x="7745" y="98"/>
                  </a:lnTo>
                  <a:lnTo>
                    <a:pt x="8062" y="147"/>
                  </a:lnTo>
                  <a:lnTo>
                    <a:pt x="8403" y="220"/>
                  </a:lnTo>
                  <a:lnTo>
                    <a:pt x="8719" y="317"/>
                  </a:lnTo>
                  <a:lnTo>
                    <a:pt x="9036" y="415"/>
                  </a:lnTo>
                  <a:lnTo>
                    <a:pt x="9328" y="537"/>
                  </a:lnTo>
                  <a:lnTo>
                    <a:pt x="9620" y="683"/>
                  </a:lnTo>
                  <a:lnTo>
                    <a:pt x="9913" y="829"/>
                  </a:lnTo>
                  <a:lnTo>
                    <a:pt x="10205" y="975"/>
                  </a:lnTo>
                  <a:lnTo>
                    <a:pt x="10473" y="1170"/>
                  </a:lnTo>
                  <a:lnTo>
                    <a:pt x="10741" y="1340"/>
                  </a:lnTo>
                  <a:lnTo>
                    <a:pt x="10984" y="1535"/>
                  </a:lnTo>
                  <a:lnTo>
                    <a:pt x="11228" y="1754"/>
                  </a:lnTo>
                  <a:lnTo>
                    <a:pt x="11471" y="1974"/>
                  </a:lnTo>
                  <a:lnTo>
                    <a:pt x="11690" y="2217"/>
                  </a:lnTo>
                  <a:lnTo>
                    <a:pt x="11910" y="2461"/>
                  </a:lnTo>
                  <a:lnTo>
                    <a:pt x="12105" y="2704"/>
                  </a:lnTo>
                  <a:lnTo>
                    <a:pt x="12275" y="2972"/>
                  </a:lnTo>
                  <a:lnTo>
                    <a:pt x="12470" y="3240"/>
                  </a:lnTo>
                  <a:lnTo>
                    <a:pt x="12616" y="3532"/>
                  </a:lnTo>
                  <a:lnTo>
                    <a:pt x="12762" y="3825"/>
                  </a:lnTo>
                  <a:lnTo>
                    <a:pt x="12908" y="4117"/>
                  </a:lnTo>
                  <a:lnTo>
                    <a:pt x="13030" y="4409"/>
                  </a:lnTo>
                  <a:lnTo>
                    <a:pt x="13127" y="4726"/>
                  </a:lnTo>
                  <a:lnTo>
                    <a:pt x="13225" y="5042"/>
                  </a:lnTo>
                  <a:lnTo>
                    <a:pt x="13298" y="5383"/>
                  </a:lnTo>
                  <a:lnTo>
                    <a:pt x="13347" y="5700"/>
                  </a:lnTo>
                  <a:lnTo>
                    <a:pt x="13395" y="6041"/>
                  </a:lnTo>
                  <a:lnTo>
                    <a:pt x="13420" y="6382"/>
                  </a:lnTo>
                  <a:lnTo>
                    <a:pt x="13444" y="6723"/>
                  </a:lnTo>
                  <a:lnTo>
                    <a:pt x="13444" y="6723"/>
                  </a:lnTo>
                  <a:lnTo>
                    <a:pt x="13420" y="7064"/>
                  </a:lnTo>
                  <a:lnTo>
                    <a:pt x="13395" y="7405"/>
                  </a:lnTo>
                  <a:lnTo>
                    <a:pt x="13347" y="7746"/>
                  </a:lnTo>
                  <a:lnTo>
                    <a:pt x="13298" y="8062"/>
                  </a:lnTo>
                  <a:lnTo>
                    <a:pt x="13225" y="8403"/>
                  </a:lnTo>
                  <a:lnTo>
                    <a:pt x="13127" y="8720"/>
                  </a:lnTo>
                  <a:lnTo>
                    <a:pt x="13030" y="9036"/>
                  </a:lnTo>
                  <a:lnTo>
                    <a:pt x="12908" y="9329"/>
                  </a:lnTo>
                  <a:lnTo>
                    <a:pt x="12762" y="9621"/>
                  </a:lnTo>
                  <a:lnTo>
                    <a:pt x="12616" y="9913"/>
                  </a:lnTo>
                  <a:lnTo>
                    <a:pt x="12470" y="10206"/>
                  </a:lnTo>
                  <a:lnTo>
                    <a:pt x="12275" y="10473"/>
                  </a:lnTo>
                  <a:lnTo>
                    <a:pt x="12105" y="10741"/>
                  </a:lnTo>
                  <a:lnTo>
                    <a:pt x="11910" y="10985"/>
                  </a:lnTo>
                  <a:lnTo>
                    <a:pt x="11690" y="11228"/>
                  </a:lnTo>
                  <a:lnTo>
                    <a:pt x="11471" y="11472"/>
                  </a:lnTo>
                  <a:lnTo>
                    <a:pt x="11228" y="11691"/>
                  </a:lnTo>
                  <a:lnTo>
                    <a:pt x="10984" y="11910"/>
                  </a:lnTo>
                  <a:lnTo>
                    <a:pt x="10741" y="12105"/>
                  </a:lnTo>
                  <a:lnTo>
                    <a:pt x="10473" y="12276"/>
                  </a:lnTo>
                  <a:lnTo>
                    <a:pt x="10205" y="12471"/>
                  </a:lnTo>
                  <a:lnTo>
                    <a:pt x="9913" y="12617"/>
                  </a:lnTo>
                  <a:lnTo>
                    <a:pt x="9620" y="12763"/>
                  </a:lnTo>
                  <a:lnTo>
                    <a:pt x="9328" y="12909"/>
                  </a:lnTo>
                  <a:lnTo>
                    <a:pt x="9036" y="13031"/>
                  </a:lnTo>
                  <a:lnTo>
                    <a:pt x="8719" y="13128"/>
                  </a:lnTo>
                  <a:lnTo>
                    <a:pt x="8403" y="13226"/>
                  </a:lnTo>
                  <a:lnTo>
                    <a:pt x="8062" y="13299"/>
                  </a:lnTo>
                  <a:lnTo>
                    <a:pt x="7745" y="13347"/>
                  </a:lnTo>
                  <a:lnTo>
                    <a:pt x="7404" y="13396"/>
                  </a:lnTo>
                  <a:lnTo>
                    <a:pt x="7063" y="13420"/>
                  </a:lnTo>
                  <a:lnTo>
                    <a:pt x="6722" y="13445"/>
                  </a:lnTo>
                  <a:lnTo>
                    <a:pt x="6722" y="13445"/>
                  </a:lnTo>
                  <a:close/>
                </a:path>
              </a:pathLst>
            </a:custGeom>
            <a:noFill/>
            <a:ln w="12240">
              <a:solidFill>
                <a:srgbClr val="ff99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12" name="CustomShape 446"/>
          <p:cNvSpPr/>
          <p:nvPr/>
        </p:nvSpPr>
        <p:spPr>
          <a:xfrm>
            <a:off x="7436160" y="2039760"/>
            <a:ext cx="401760" cy="226800"/>
          </a:xfrm>
          <a:custGeom>
            <a:avLst/>
            <a:gdLst/>
            <a:ah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38160">
            <a:solidFill>
              <a:srgbClr val="6fa8d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13" name="CustomShape 447"/>
          <p:cNvSpPr/>
          <p:nvPr/>
        </p:nvSpPr>
        <p:spPr>
          <a:xfrm>
            <a:off x="6552360" y="2039760"/>
            <a:ext cx="401760" cy="226800"/>
          </a:xfrm>
          <a:custGeom>
            <a:avLst/>
            <a:gdLst/>
            <a:ah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w="12240">
            <a:solidFill>
              <a:srgbClr val="6fa8d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14" name="CustomShape 448"/>
          <p:cNvSpPr/>
          <p:nvPr/>
        </p:nvSpPr>
        <p:spPr>
          <a:xfrm>
            <a:off x="6837840" y="3097440"/>
            <a:ext cx="1000080" cy="564840"/>
          </a:xfrm>
          <a:custGeom>
            <a:avLst/>
            <a:gdLst/>
            <a:ahLst/>
            <a:rect l="l" t="t" r="r" b="b"/>
            <a:pathLst>
              <a:path w="19144" h="10814">
                <a:moveTo>
                  <a:pt x="16124" y="4774"/>
                </a:moveTo>
                <a:lnTo>
                  <a:pt x="15369" y="4774"/>
                </a:lnTo>
                <a:lnTo>
                  <a:pt x="15369" y="4774"/>
                </a:lnTo>
                <a:lnTo>
                  <a:pt x="15393" y="4482"/>
                </a:lnTo>
                <a:lnTo>
                  <a:pt x="15393" y="4482"/>
                </a:lnTo>
                <a:lnTo>
                  <a:pt x="15369" y="4189"/>
                </a:lnTo>
                <a:lnTo>
                  <a:pt x="15344" y="3921"/>
                </a:lnTo>
                <a:lnTo>
                  <a:pt x="15271" y="3654"/>
                </a:lnTo>
                <a:lnTo>
                  <a:pt x="15174" y="3410"/>
                </a:lnTo>
                <a:lnTo>
                  <a:pt x="15052" y="3166"/>
                </a:lnTo>
                <a:lnTo>
                  <a:pt x="14930" y="2947"/>
                </a:lnTo>
                <a:lnTo>
                  <a:pt x="14760" y="2728"/>
                </a:lnTo>
                <a:lnTo>
                  <a:pt x="14589" y="2533"/>
                </a:lnTo>
                <a:lnTo>
                  <a:pt x="14394" y="2363"/>
                </a:lnTo>
                <a:lnTo>
                  <a:pt x="14175" y="2192"/>
                </a:lnTo>
                <a:lnTo>
                  <a:pt x="13956" y="2070"/>
                </a:lnTo>
                <a:lnTo>
                  <a:pt x="13712" y="1949"/>
                </a:lnTo>
                <a:lnTo>
                  <a:pt x="13469" y="1851"/>
                </a:lnTo>
                <a:lnTo>
                  <a:pt x="13201" y="1778"/>
                </a:lnTo>
                <a:lnTo>
                  <a:pt x="12933" y="1754"/>
                </a:lnTo>
                <a:lnTo>
                  <a:pt x="12641" y="1729"/>
                </a:lnTo>
                <a:lnTo>
                  <a:pt x="12641" y="1729"/>
                </a:lnTo>
                <a:lnTo>
                  <a:pt x="12300" y="1754"/>
                </a:lnTo>
                <a:lnTo>
                  <a:pt x="11959" y="1827"/>
                </a:lnTo>
                <a:lnTo>
                  <a:pt x="11618" y="1924"/>
                </a:lnTo>
                <a:lnTo>
                  <a:pt x="11326" y="2070"/>
                </a:lnTo>
                <a:lnTo>
                  <a:pt x="11326" y="2070"/>
                </a:lnTo>
                <a:lnTo>
                  <a:pt x="11155" y="1851"/>
                </a:lnTo>
                <a:lnTo>
                  <a:pt x="10985" y="1632"/>
                </a:lnTo>
                <a:lnTo>
                  <a:pt x="10814" y="1413"/>
                </a:lnTo>
                <a:lnTo>
                  <a:pt x="10619" y="1218"/>
                </a:lnTo>
                <a:lnTo>
                  <a:pt x="10425" y="1048"/>
                </a:lnTo>
                <a:lnTo>
                  <a:pt x="10205" y="877"/>
                </a:lnTo>
                <a:lnTo>
                  <a:pt x="9962" y="707"/>
                </a:lnTo>
                <a:lnTo>
                  <a:pt x="9718" y="560"/>
                </a:lnTo>
                <a:lnTo>
                  <a:pt x="9475" y="439"/>
                </a:lnTo>
                <a:lnTo>
                  <a:pt x="9231" y="317"/>
                </a:lnTo>
                <a:lnTo>
                  <a:pt x="8963" y="219"/>
                </a:lnTo>
                <a:lnTo>
                  <a:pt x="8695" y="146"/>
                </a:lnTo>
                <a:lnTo>
                  <a:pt x="8403" y="73"/>
                </a:lnTo>
                <a:lnTo>
                  <a:pt x="8135" y="25"/>
                </a:lnTo>
                <a:lnTo>
                  <a:pt x="7843" y="0"/>
                </a:lnTo>
                <a:lnTo>
                  <a:pt x="7551" y="0"/>
                </a:lnTo>
                <a:lnTo>
                  <a:pt x="7551" y="0"/>
                </a:lnTo>
                <a:lnTo>
                  <a:pt x="7088" y="25"/>
                </a:lnTo>
                <a:lnTo>
                  <a:pt x="6650" y="98"/>
                </a:lnTo>
                <a:lnTo>
                  <a:pt x="6211" y="195"/>
                </a:lnTo>
                <a:lnTo>
                  <a:pt x="5797" y="341"/>
                </a:lnTo>
                <a:lnTo>
                  <a:pt x="5407" y="536"/>
                </a:lnTo>
                <a:lnTo>
                  <a:pt x="5042" y="755"/>
                </a:lnTo>
                <a:lnTo>
                  <a:pt x="4701" y="1023"/>
                </a:lnTo>
                <a:lnTo>
                  <a:pt x="4385" y="1315"/>
                </a:lnTo>
                <a:lnTo>
                  <a:pt x="4092" y="1632"/>
                </a:lnTo>
                <a:lnTo>
                  <a:pt x="3824" y="1973"/>
                </a:lnTo>
                <a:lnTo>
                  <a:pt x="3605" y="2338"/>
                </a:lnTo>
                <a:lnTo>
                  <a:pt x="3410" y="2728"/>
                </a:lnTo>
                <a:lnTo>
                  <a:pt x="3264" y="3142"/>
                </a:lnTo>
                <a:lnTo>
                  <a:pt x="3142" y="3580"/>
                </a:lnTo>
                <a:lnTo>
                  <a:pt x="3094" y="4019"/>
                </a:lnTo>
                <a:lnTo>
                  <a:pt x="3069" y="4482"/>
                </a:lnTo>
                <a:lnTo>
                  <a:pt x="3069" y="4482"/>
                </a:lnTo>
                <a:lnTo>
                  <a:pt x="3069" y="4774"/>
                </a:lnTo>
                <a:lnTo>
                  <a:pt x="3021" y="4774"/>
                </a:lnTo>
                <a:lnTo>
                  <a:pt x="3021" y="4774"/>
                </a:lnTo>
                <a:lnTo>
                  <a:pt x="2704" y="4774"/>
                </a:lnTo>
                <a:lnTo>
                  <a:pt x="2412" y="4823"/>
                </a:lnTo>
                <a:lnTo>
                  <a:pt x="2120" y="4896"/>
                </a:lnTo>
                <a:lnTo>
                  <a:pt x="1827" y="5017"/>
                </a:lnTo>
                <a:lnTo>
                  <a:pt x="1584" y="5139"/>
                </a:lnTo>
                <a:lnTo>
                  <a:pt x="1316" y="5285"/>
                </a:lnTo>
                <a:lnTo>
                  <a:pt x="1097" y="5456"/>
                </a:lnTo>
                <a:lnTo>
                  <a:pt x="877" y="5651"/>
                </a:lnTo>
                <a:lnTo>
                  <a:pt x="683" y="5870"/>
                </a:lnTo>
                <a:lnTo>
                  <a:pt x="512" y="6113"/>
                </a:lnTo>
                <a:lnTo>
                  <a:pt x="366" y="6357"/>
                </a:lnTo>
                <a:lnTo>
                  <a:pt x="220" y="6625"/>
                </a:lnTo>
                <a:lnTo>
                  <a:pt x="122" y="6893"/>
                </a:lnTo>
                <a:lnTo>
                  <a:pt x="49" y="7185"/>
                </a:lnTo>
                <a:lnTo>
                  <a:pt x="1" y="7477"/>
                </a:lnTo>
                <a:lnTo>
                  <a:pt x="1" y="7794"/>
                </a:lnTo>
                <a:lnTo>
                  <a:pt x="1" y="7794"/>
                </a:lnTo>
                <a:lnTo>
                  <a:pt x="1" y="8110"/>
                </a:lnTo>
                <a:lnTo>
                  <a:pt x="49" y="8403"/>
                </a:lnTo>
                <a:lnTo>
                  <a:pt x="122" y="8695"/>
                </a:lnTo>
                <a:lnTo>
                  <a:pt x="220" y="8963"/>
                </a:lnTo>
                <a:lnTo>
                  <a:pt x="366" y="9231"/>
                </a:lnTo>
                <a:lnTo>
                  <a:pt x="512" y="9474"/>
                </a:lnTo>
                <a:lnTo>
                  <a:pt x="683" y="9718"/>
                </a:lnTo>
                <a:lnTo>
                  <a:pt x="877" y="9937"/>
                </a:lnTo>
                <a:lnTo>
                  <a:pt x="1097" y="10132"/>
                </a:lnTo>
                <a:lnTo>
                  <a:pt x="1316" y="10302"/>
                </a:lnTo>
                <a:lnTo>
                  <a:pt x="1584" y="10449"/>
                </a:lnTo>
                <a:lnTo>
                  <a:pt x="1827" y="10570"/>
                </a:lnTo>
                <a:lnTo>
                  <a:pt x="2120" y="10692"/>
                </a:lnTo>
                <a:lnTo>
                  <a:pt x="2412" y="10765"/>
                </a:lnTo>
                <a:lnTo>
                  <a:pt x="2704" y="10814"/>
                </a:lnTo>
                <a:lnTo>
                  <a:pt x="3021" y="10814"/>
                </a:lnTo>
                <a:lnTo>
                  <a:pt x="16124" y="10814"/>
                </a:lnTo>
                <a:lnTo>
                  <a:pt x="16124" y="10814"/>
                </a:lnTo>
                <a:lnTo>
                  <a:pt x="16440" y="10814"/>
                </a:lnTo>
                <a:lnTo>
                  <a:pt x="16732" y="10765"/>
                </a:lnTo>
                <a:lnTo>
                  <a:pt x="17025" y="10692"/>
                </a:lnTo>
                <a:lnTo>
                  <a:pt x="17317" y="10570"/>
                </a:lnTo>
                <a:lnTo>
                  <a:pt x="17561" y="10449"/>
                </a:lnTo>
                <a:lnTo>
                  <a:pt x="17828" y="10302"/>
                </a:lnTo>
                <a:lnTo>
                  <a:pt x="18048" y="10132"/>
                </a:lnTo>
                <a:lnTo>
                  <a:pt x="18267" y="9937"/>
                </a:lnTo>
                <a:lnTo>
                  <a:pt x="18462" y="9718"/>
                </a:lnTo>
                <a:lnTo>
                  <a:pt x="18632" y="9474"/>
                </a:lnTo>
                <a:lnTo>
                  <a:pt x="18778" y="9231"/>
                </a:lnTo>
                <a:lnTo>
                  <a:pt x="18924" y="8963"/>
                </a:lnTo>
                <a:lnTo>
                  <a:pt x="19022" y="8695"/>
                </a:lnTo>
                <a:lnTo>
                  <a:pt x="19095" y="8403"/>
                </a:lnTo>
                <a:lnTo>
                  <a:pt x="19144" y="8110"/>
                </a:lnTo>
                <a:lnTo>
                  <a:pt x="19144" y="7794"/>
                </a:lnTo>
                <a:lnTo>
                  <a:pt x="19144" y="7794"/>
                </a:lnTo>
                <a:lnTo>
                  <a:pt x="19144" y="7477"/>
                </a:lnTo>
                <a:lnTo>
                  <a:pt x="19095" y="7185"/>
                </a:lnTo>
                <a:lnTo>
                  <a:pt x="19022" y="6893"/>
                </a:lnTo>
                <a:lnTo>
                  <a:pt x="18924" y="6625"/>
                </a:lnTo>
                <a:lnTo>
                  <a:pt x="18778" y="6357"/>
                </a:lnTo>
                <a:lnTo>
                  <a:pt x="18632" y="6113"/>
                </a:lnTo>
                <a:lnTo>
                  <a:pt x="18462" y="5870"/>
                </a:lnTo>
                <a:lnTo>
                  <a:pt x="18267" y="5651"/>
                </a:lnTo>
                <a:lnTo>
                  <a:pt x="18048" y="5456"/>
                </a:lnTo>
                <a:lnTo>
                  <a:pt x="17828" y="5285"/>
                </a:lnTo>
                <a:lnTo>
                  <a:pt x="17561" y="5139"/>
                </a:lnTo>
                <a:lnTo>
                  <a:pt x="17317" y="5017"/>
                </a:lnTo>
                <a:lnTo>
                  <a:pt x="17025" y="4896"/>
                </a:lnTo>
                <a:lnTo>
                  <a:pt x="16732" y="4823"/>
                </a:lnTo>
                <a:lnTo>
                  <a:pt x="16440" y="4774"/>
                </a:lnTo>
                <a:lnTo>
                  <a:pt x="16124" y="4774"/>
                </a:lnTo>
                <a:lnTo>
                  <a:pt x="16124" y="4774"/>
                </a:lnTo>
                <a:close/>
              </a:path>
            </a:pathLst>
          </a:custGeom>
          <a:noFill/>
          <a:ln cap="rnd" w="9360">
            <a:solidFill>
              <a:srgbClr val="6fa8dc"/>
            </a:solidFill>
            <a:custDash>
              <a:ds d="500000" sp="400000"/>
            </a:custDash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15" name="TextShape 449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2976E486-7708-4807-94A4-388BFD4D54A4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1" dur="indefinite" restart="never" nodeType="tmRoot">
          <p:childTnLst>
            <p:seq>
              <p:cTn id="6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CustomShape 1"/>
          <p:cNvSpPr/>
          <p:nvPr/>
        </p:nvSpPr>
        <p:spPr>
          <a:xfrm>
            <a:off x="2773440" y="1150560"/>
            <a:ext cx="5782320" cy="138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/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Now you can use any emoji as an icon!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And of course it resizes without losing quality and you can change the color.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How? Follow Google instructions </a:t>
            </a:r>
            <a:r>
              <a:rPr b="0" lang="en-US" sz="1200" spc="-1" strike="noStrike" u="sng">
                <a:solidFill>
                  <a:srgbClr val="1155cc"/>
                </a:solidFill>
                <a:uFillTx/>
                <a:latin typeface="Poppins Light"/>
                <a:ea typeface="Poppins Light"/>
                <a:hlinkClick r:id="rId1"/>
              </a:rPr>
              <a:t>https://twitter.com/googledocs/status/730087240156643328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1617" name="CustomShape 2"/>
          <p:cNvSpPr/>
          <p:nvPr/>
        </p:nvSpPr>
        <p:spPr>
          <a:xfrm>
            <a:off x="1417680" y="2610360"/>
            <a:ext cx="7137720" cy="2049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/>
          <a:p>
            <a:pPr>
              <a:lnSpc>
                <a:spcPct val="115000"/>
              </a:lnSpc>
            </a:pPr>
            <a:r>
              <a:rPr b="0" lang="en-US" sz="3600" spc="-1" strike="noStrike">
                <a:solidFill>
                  <a:srgbClr val="000000"/>
                </a:solidFill>
                <a:latin typeface="Poppins Light"/>
                <a:ea typeface="Poppins Light"/>
              </a:rPr>
              <a:t>✋👆👉👍👤👦👧👨👩👪💃🏃💑❤😂😉😋😒😭👶😸🐟🍒🍔💣📌📖🔨🎃🎈🎨🏈🏰🌏🔌🔑</a:t>
            </a:r>
            <a:r>
              <a:rPr b="0" lang="en-US" sz="2400" spc="-1" strike="noStrike">
                <a:solidFill>
                  <a:srgbClr val="ffffff"/>
                </a:solidFill>
                <a:latin typeface="Poppins Light"/>
                <a:ea typeface="Poppins Light"/>
              </a:rPr>
              <a:t> </a:t>
            </a:r>
            <a:r>
              <a:rPr b="0" lang="en-US" sz="2400" spc="-1" strike="noStrike">
                <a:solidFill>
                  <a:srgbClr val="ffffff"/>
                </a:solidFill>
                <a:latin typeface="Poppins Light"/>
                <a:ea typeface="Poppins Light"/>
              </a:rPr>
              <a:t>and many more...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618" name="CustomShape 3"/>
          <p:cNvSpPr/>
          <p:nvPr/>
        </p:nvSpPr>
        <p:spPr>
          <a:xfrm>
            <a:off x="1258560" y="1092600"/>
            <a:ext cx="1440360" cy="1295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/>
          <a:p>
            <a:pPr algn="ctr">
              <a:lnSpc>
                <a:spcPct val="100000"/>
              </a:lnSpc>
            </a:pPr>
            <a:r>
              <a:rPr b="0" lang="en-US" sz="9600" spc="-1" strike="noStrike">
                <a:solidFill>
                  <a:srgbClr val="f1c232"/>
                </a:solidFill>
                <a:latin typeface="Poppins Light"/>
                <a:ea typeface="Poppins Light"/>
              </a:rPr>
              <a:t>😉</a:t>
            </a:r>
            <a:endParaRPr b="0" lang="en-US" sz="9600" spc="-1" strike="noStrike">
              <a:latin typeface="Arial"/>
            </a:endParaRPr>
          </a:p>
        </p:txBody>
      </p:sp>
      <p:sp>
        <p:nvSpPr>
          <p:cNvPr id="1619" name="TextShape 4"/>
          <p:cNvSpPr txBox="1"/>
          <p:nvPr/>
        </p:nvSpPr>
        <p:spPr>
          <a:xfrm>
            <a:off x="8555760" y="4576320"/>
            <a:ext cx="435240" cy="435240"/>
          </a:xfrm>
          <a:prstGeom prst="rect">
            <a:avLst/>
          </a:prstGeom>
          <a:noFill/>
          <a:ln>
            <a:noFill/>
          </a:ln>
        </p:spPr>
        <p:txBody>
          <a:bodyPr tIns="91440" bIns="91440" anchor="ctr"/>
          <a:p>
            <a:pPr algn="ctr">
              <a:lnSpc>
                <a:spcPct val="100000"/>
              </a:lnSpc>
            </a:pPr>
            <a:fld id="{1DE1C461-A3C5-47DE-83CF-1BBDA3D125BE}" type="slidenum">
              <a:rPr b="1" lang="en-US" sz="1000" spc="-1" strike="noStrike">
                <a:solidFill>
                  <a:srgbClr val="ffffff"/>
                </a:solidFill>
                <a:latin typeface="Poppins"/>
                <a:ea typeface="Poppi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3" dur="indefinite" restart="never" nodeType="tmRoot">
          <p:childTnLst>
            <p:seq>
              <p:cTn id="6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LibreOffice/6.1.3.2$Linux_X86_64 LibreOffice_project/10$Build-2</Application>
  <Words>974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2018-12-07T17:02:43Z</dcterms:modified>
  <cp:revision>16</cp:revision>
  <dc:subject/>
  <dc:title>This is your presentation title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27</vt:i4>
  </property>
  <property fmtid="{D5CDD505-2E9C-101B-9397-08002B2CF9AE}" pid="8" name="PresentationFormat">
    <vt:lpwstr>Bildschirmpräsentation (16:9)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27</vt:i4>
  </property>
</Properties>
</file>