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1" r:id="rId4"/>
    <p:sldId id="259" r:id="rId5"/>
    <p:sldId id="260" r:id="rId6"/>
    <p:sldId id="290" r:id="rId7"/>
    <p:sldId id="283" r:id="rId8"/>
    <p:sldId id="262" r:id="rId9"/>
    <p:sldId id="285" r:id="rId10"/>
    <p:sldId id="291" r:id="rId11"/>
    <p:sldId id="286" r:id="rId12"/>
    <p:sldId id="288" r:id="rId13"/>
    <p:sldId id="289" r:id="rId14"/>
    <p:sldId id="282" r:id="rId15"/>
  </p:sldIdLst>
  <p:sldSz cx="9144000" cy="5143500" type="screen16x9"/>
  <p:notesSz cx="6858000" cy="9144000"/>
  <p:embeddedFontLs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Poppins Ligh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/>
    <p:restoredTop sz="94641"/>
  </p:normalViewPr>
  <p:slideViewPr>
    <p:cSldViewPr snapToGrid="0" snapToObjects="1">
      <p:cViewPr varScale="1">
        <p:scale>
          <a:sx n="85" d="100"/>
          <a:sy n="85" d="100"/>
        </p:scale>
        <p:origin x="102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39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402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891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2057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‹#›</a:t>
            </a:fld>
            <a:endParaRPr lang="de-D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ABCF9-0A50-4D7F-9CAA-DD89F64E8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6" y="-40340"/>
            <a:ext cx="1321059" cy="115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C1CD9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5">
            <a:extLst>
              <a:ext uri="{FF2B5EF4-FFF2-40B4-BE49-F238E27FC236}">
                <a16:creationId xmlns:a16="http://schemas.microsoft.com/office/drawing/2014/main" id="{E8868B4A-5659-4AF3-AF8D-A557D6415EDF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6" name="Gruppieren 13">
              <a:extLst>
                <a:ext uri="{FF2B5EF4-FFF2-40B4-BE49-F238E27FC236}">
                  <a16:creationId xmlns:a16="http://schemas.microsoft.com/office/drawing/2014/main" id="{37A85ADD-C90F-417F-8107-73BF28BEBD4C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18" name="Grafik 2">
                <a:extLst>
                  <a:ext uri="{FF2B5EF4-FFF2-40B4-BE49-F238E27FC236}">
                    <a16:creationId xmlns:a16="http://schemas.microsoft.com/office/drawing/2014/main" id="{EA9EFE60-6233-4E7E-B127-EDBA3BC8798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9" name="Gruppieren 12">
                <a:extLst>
                  <a:ext uri="{FF2B5EF4-FFF2-40B4-BE49-F238E27FC236}">
                    <a16:creationId xmlns:a16="http://schemas.microsoft.com/office/drawing/2014/main" id="{CDEF0BF8-14F3-4DDE-8B43-A218F96D79D2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0" name="Textfeld 9">
                  <a:extLst>
                    <a:ext uri="{FF2B5EF4-FFF2-40B4-BE49-F238E27FC236}">
                      <a16:creationId xmlns:a16="http://schemas.microsoft.com/office/drawing/2014/main" id="{0C94E978-C257-49C9-A469-65B1C5F10A32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1" name="Textfeld 11">
                  <a:extLst>
                    <a:ext uri="{FF2B5EF4-FFF2-40B4-BE49-F238E27FC236}">
                      <a16:creationId xmlns:a16="http://schemas.microsoft.com/office/drawing/2014/main" id="{90B40845-E47D-4017-AE91-6E22F5FFD276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7" name="Textfeld 14">
              <a:extLst>
                <a:ext uri="{FF2B5EF4-FFF2-40B4-BE49-F238E27FC236}">
                  <a16:creationId xmlns:a16="http://schemas.microsoft.com/office/drawing/2014/main" id="{CED9DAEE-E459-4B27-B69A-5A5606575D25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314477" y="2236800"/>
            <a:ext cx="4503279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314477" y="3188701"/>
            <a:ext cx="4503279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D9467-8698-4427-8DF1-89714D9943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44" y="3174681"/>
            <a:ext cx="1117120" cy="980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85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E7E4228-0ED7-CB46-946A-202EE2294ACB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7AF5221C-635A-4045-8054-50C69BDB168F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5EE563E0-5717-9C46-A125-BDBDD8056C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A99EEA52-E1DF-D14B-81A9-12FFD74AA6BE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41FCB252-365D-2D43-B83E-BB2643AB9160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BC809F9E-A73F-3144-AB5B-A47A2978E5D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0FA1353-F5B0-944C-A763-C7D6D7142EC0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2729CDD-7C4D-E64D-AD79-CC443C428981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F3C97CF1-5ECC-1049-8D2E-38E3C063FB6B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37B02ABE-DBA6-214E-AD2E-868B216E0B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16A3CF85-556E-2746-BB39-777ABFC6B942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497961AB-2777-454A-980F-96671A096370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318436B2-337E-C04A-8DF4-E8C0D2A5929B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8CB34FE-211F-1B46-9743-B6160B4A5B78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0818F-2DEC-420C-96CC-4EA36414DA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34293"/>
            <a:ext cx="836292" cy="73405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23881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</a:t>
            </a:r>
            <a:r>
              <a:rPr lang="en-US" sz="9600"/>
              <a:t>a</a:t>
            </a:r>
            <a:r>
              <a:rPr lang="en" sz="9600"/>
              <a:t>llo</a:t>
            </a:r>
            <a:r>
              <a:rPr lang="en" sz="9600" dirty="0"/>
              <a:t>!</a:t>
            </a:r>
            <a:endParaRPr sz="96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601"/>
              </a:spcBef>
              <a:buNone/>
            </a:pP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Elektroautos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sind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in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aller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Munde</a:t>
            </a:r>
            <a:endParaRPr lang="en-US" spc="-1" dirty="0">
              <a:latin typeface="Arial"/>
            </a:endParaRPr>
          </a:p>
          <a:p>
            <a:pPr marL="1270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Lohnt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sich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</a:t>
            </a:r>
            <a:r>
              <a:rPr lang="en-US" spc="-1" dirty="0">
                <a:solidFill>
                  <a:srgbClr val="000000"/>
                </a:solidFill>
              </a:rPr>
              <a:t>? Welches </a:t>
            </a:r>
            <a:r>
              <a:rPr lang="en-US" spc="-1" dirty="0" err="1">
                <a:solidFill>
                  <a:srgbClr val="000000"/>
                </a:solidFill>
              </a:rPr>
              <a:t>ist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das </a:t>
            </a:r>
            <a:r>
              <a:rPr lang="en-US" spc="-1" dirty="0" err="1">
                <a:solidFill>
                  <a:srgbClr val="000000"/>
                </a:solidFill>
              </a:rPr>
              <a:t>Richtige</a:t>
            </a:r>
            <a:r>
              <a:rPr lang="en-US" spc="-1" dirty="0">
                <a:solidFill>
                  <a:srgbClr val="000000"/>
                </a:solidFill>
              </a:rPr>
              <a:t>?</a:t>
            </a:r>
            <a:endParaRPr lang="en-US" spc="-1" dirty="0">
              <a:latin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pc="-1" dirty="0">
                <a:solidFill>
                  <a:srgbClr val="000000"/>
                </a:solidFill>
              </a:rPr>
              <a:t>Agenda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9760">
              <a:spcBef>
                <a:spcPts val="601"/>
              </a:spcBef>
            </a:pPr>
            <a:r>
              <a:rPr lang="en-US" spc="-1" dirty="0">
                <a:solidFill>
                  <a:srgbClr val="000000"/>
                </a:solidFill>
              </a:rPr>
              <a:t>Unser </a:t>
            </a:r>
            <a:r>
              <a:rPr lang="en-US" spc="-1" dirty="0" err="1">
                <a:solidFill>
                  <a:srgbClr val="000000"/>
                </a:solidFill>
              </a:rPr>
              <a:t>Auftrag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Entscheidungen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>
                <a:solidFill>
                  <a:srgbClr val="000000"/>
                </a:solidFill>
              </a:rPr>
              <a:t>Der </a:t>
            </a:r>
            <a:r>
              <a:rPr lang="en-US" spc="-1" dirty="0" err="1">
                <a:solidFill>
                  <a:srgbClr val="000000"/>
                </a:solidFill>
              </a:rPr>
              <a:t>Weg</a:t>
            </a:r>
            <a:r>
              <a:rPr lang="en-US" spc="-1" dirty="0">
                <a:solidFill>
                  <a:srgbClr val="000000"/>
                </a:solidFill>
              </a:rPr>
              <a:t> bis </a:t>
            </a:r>
            <a:r>
              <a:rPr lang="en-US" spc="-1" dirty="0" err="1">
                <a:solidFill>
                  <a:srgbClr val="000000"/>
                </a:solidFill>
              </a:rPr>
              <a:t>hier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hin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Prototypvorstellung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Aussichten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Unser </a:t>
            </a:r>
            <a:r>
              <a:rPr lang="en-US" dirty="0" err="1"/>
              <a:t>Auftrag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der </a:t>
            </a:r>
            <a:r>
              <a:rPr lang="en-US" dirty="0" err="1"/>
              <a:t>Ausgangslage</a:t>
            </a:r>
            <a:r>
              <a:rPr lang="en-US" dirty="0"/>
              <a:t> und </a:t>
            </a:r>
            <a:r>
              <a:rPr lang="en-US" dirty="0" err="1"/>
              <a:t>Zieldefinition</a:t>
            </a:r>
            <a:endParaRPr lang="en-US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Ihr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macht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einfach</a:t>
            </a:r>
            <a:r>
              <a:rPr lang="en-US" spc="-1" dirty="0">
                <a:solidFill>
                  <a:srgbClr val="000000"/>
                </a:solidFill>
              </a:rPr>
              <a:t> die </a:t>
            </a:r>
            <a:r>
              <a:rPr lang="en-US" spc="-1" dirty="0" err="1">
                <a:solidFill>
                  <a:srgbClr val="000000"/>
                </a:solidFill>
              </a:rPr>
              <a:t>geilste</a:t>
            </a:r>
            <a:r>
              <a:rPr lang="en-US" spc="-1" dirty="0">
                <a:solidFill>
                  <a:srgbClr val="000000"/>
                </a:solidFill>
              </a:rPr>
              <a:t> App der Welt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Elektroautos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634C189-0785-7345-83B8-8B6C2EE2E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ED6C7-8E16-4390-A5E2-A4C1181FA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3244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pPr lvl="0"/>
            <a:r>
              <a:rPr lang="en-US" dirty="0" err="1"/>
              <a:t>Entscheidungen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68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de-DE" sz="1400" dirty="0"/>
              <a:t>In </a:t>
            </a:r>
            <a:r>
              <a:rPr lang="de-DE" sz="1400" dirty="0" err="1"/>
              <a:t>Koorperation</a:t>
            </a:r>
            <a:r>
              <a:rPr lang="de-DE" sz="1400" dirty="0"/>
              <a:t> mit Team 03: "</a:t>
            </a:r>
            <a:r>
              <a:rPr lang="de-DE" sz="1400" dirty="0" err="1"/>
              <a:t>LogistGo</a:t>
            </a:r>
            <a:r>
              <a:rPr lang="de-DE" sz="1400" dirty="0"/>
              <a:t>"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CDB16-DF91-4EBC-B6F8-5331377DC4BB}"/>
              </a:ext>
            </a:extLst>
          </p:cNvPr>
          <p:cNvGrpSpPr/>
          <p:nvPr/>
        </p:nvGrpSpPr>
        <p:grpSpPr>
          <a:xfrm>
            <a:off x="3390536" y="1032504"/>
            <a:ext cx="2362877" cy="1539246"/>
            <a:chOff x="3390536" y="1032504"/>
            <a:chExt cx="2362877" cy="1539246"/>
          </a:xfrm>
        </p:grpSpPr>
        <p:pic>
          <p:nvPicPr>
            <p:cNvPr id="17" name="Grafik 2">
              <a:extLst>
                <a:ext uri="{FF2B5EF4-FFF2-40B4-BE49-F238E27FC236}">
                  <a16:creationId xmlns:a16="http://schemas.microsoft.com/office/drawing/2014/main" id="{FF6C35CA-AD7E-4F5A-B8E1-FC20773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0536" y="1032504"/>
              <a:ext cx="2362877" cy="153924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24C288-64FB-4C06-82F5-5595BD4B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397" y="1451512"/>
              <a:ext cx="1135206" cy="99642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BED0B-3491-4A26-A8D9-FE2D68E4B72B}"/>
              </a:ext>
            </a:extLst>
          </p:cNvPr>
          <p:cNvGrpSpPr/>
          <p:nvPr/>
        </p:nvGrpSpPr>
        <p:grpSpPr>
          <a:xfrm>
            <a:off x="1579873" y="1009112"/>
            <a:ext cx="864360" cy="1109520"/>
            <a:chOff x="1463040" y="993600"/>
            <a:chExt cx="864360" cy="1109520"/>
          </a:xfrm>
        </p:grpSpPr>
        <p:sp>
          <p:nvSpPr>
            <p:cNvPr id="18" name="CustomShape 4">
              <a:extLst>
                <a:ext uri="{FF2B5EF4-FFF2-40B4-BE49-F238E27FC236}">
                  <a16:creationId xmlns:a16="http://schemas.microsoft.com/office/drawing/2014/main" id="{D519429B-2CCD-4B2A-96CE-530C2535203D}"/>
                </a:ext>
              </a:extLst>
            </p:cNvPr>
            <p:cNvSpPr/>
            <p:nvPr/>
          </p:nvSpPr>
          <p:spPr>
            <a:xfrm>
              <a:off x="1463040" y="993600"/>
              <a:ext cx="864360" cy="1109520"/>
            </a:xfrm>
            <a:custGeom>
              <a:avLst/>
              <a:gdLst/>
              <a:ahLst/>
              <a:cxnLst/>
              <a:rect l="l" t="t" r="r" b="b"/>
              <a:pathLst>
                <a:path w="15978" h="2050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C991B7-F1F1-4917-9C23-F688909B6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6734" y="1271830"/>
              <a:ext cx="555004" cy="48715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8C144-992A-408B-BFFE-D19181497087}"/>
              </a:ext>
            </a:extLst>
          </p:cNvPr>
          <p:cNvGrpSpPr/>
          <p:nvPr/>
        </p:nvGrpSpPr>
        <p:grpSpPr>
          <a:xfrm>
            <a:off x="845803" y="1758985"/>
            <a:ext cx="457200" cy="792360"/>
            <a:chOff x="914400" y="1676520"/>
            <a:chExt cx="457200" cy="792360"/>
          </a:xfrm>
        </p:grpSpPr>
        <p:sp>
          <p:nvSpPr>
            <p:cNvPr id="19" name="CustomShape 5">
              <a:extLst>
                <a:ext uri="{FF2B5EF4-FFF2-40B4-BE49-F238E27FC236}">
                  <a16:creationId xmlns:a16="http://schemas.microsoft.com/office/drawing/2014/main" id="{4F948CDD-64E3-4B2F-9D8F-18A5FC957C67}"/>
                </a:ext>
              </a:extLst>
            </p:cNvPr>
            <p:cNvSpPr/>
            <p:nvPr/>
          </p:nvSpPr>
          <p:spPr>
            <a:xfrm>
              <a:off x="914400" y="1676520"/>
              <a:ext cx="457200" cy="792360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8B292-E00E-4D11-A3E3-1D9A393F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26" y="1896883"/>
              <a:ext cx="317366" cy="2785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AABC0-B769-4318-8F12-E6157CDE298C}"/>
              </a:ext>
            </a:extLst>
          </p:cNvPr>
          <p:cNvGrpSpPr/>
          <p:nvPr/>
        </p:nvGrpSpPr>
        <p:grpSpPr>
          <a:xfrm>
            <a:off x="6601131" y="981734"/>
            <a:ext cx="1393560" cy="1319760"/>
            <a:chOff x="6601131" y="981734"/>
            <a:chExt cx="1393560" cy="1319760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6C3B0BF7-C9D0-4D85-8FEA-9A86ED4ED279}"/>
                </a:ext>
              </a:extLst>
            </p:cNvPr>
            <p:cNvGrpSpPr/>
            <p:nvPr/>
          </p:nvGrpSpPr>
          <p:grpSpPr>
            <a:xfrm>
              <a:off x="6601131" y="981734"/>
              <a:ext cx="1393560" cy="1319760"/>
              <a:chOff x="6126480" y="1188720"/>
              <a:chExt cx="1393560" cy="1319760"/>
            </a:xfrm>
          </p:grpSpPr>
          <p:sp>
            <p:nvSpPr>
              <p:cNvPr id="21" name="CustomShape 7">
                <a:extLst>
                  <a:ext uri="{FF2B5EF4-FFF2-40B4-BE49-F238E27FC236}">
                    <a16:creationId xmlns:a16="http://schemas.microsoft.com/office/drawing/2014/main" id="{D5FD9872-ACCB-493C-A24B-3D7EB1612B37}"/>
                  </a:ext>
                </a:extLst>
              </p:cNvPr>
              <p:cNvSpPr/>
              <p:nvPr/>
            </p:nvSpPr>
            <p:spPr>
              <a:xfrm>
                <a:off x="6483600" y="2222640"/>
                <a:ext cx="679320" cy="28584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3800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CustomShape 8">
                <a:extLst>
                  <a:ext uri="{FF2B5EF4-FFF2-40B4-BE49-F238E27FC236}">
                    <a16:creationId xmlns:a16="http://schemas.microsoft.com/office/drawing/2014/main" id="{D51B9A51-96C9-44FE-930A-9345CC3A81B8}"/>
                  </a:ext>
                </a:extLst>
              </p:cNvPr>
              <p:cNvSpPr/>
              <p:nvPr/>
            </p:nvSpPr>
            <p:spPr>
              <a:xfrm>
                <a:off x="6126480" y="1188720"/>
                <a:ext cx="1393560" cy="1014480"/>
              </a:xfrm>
              <a:custGeom>
                <a:avLst/>
                <a:gdLst/>
                <a:ahLst/>
                <a:cxnLst/>
                <a:rect l="l" t="t" r="r" b="b"/>
                <a:pathLst>
                  <a:path w="18462" h="13445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C6E2F-F22A-4BA6-8E86-D237572DF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084" y="1165761"/>
              <a:ext cx="764876" cy="67137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/>
              <a:t>Der </a:t>
            </a:r>
            <a:r>
              <a:rPr lang="en-US" spc="-1" dirty="0" err="1"/>
              <a:t>Weg</a:t>
            </a:r>
            <a:br>
              <a:rPr lang="en-US" spc="-1" dirty="0"/>
            </a:br>
            <a:r>
              <a:rPr lang="en-US" spc="-1" dirty="0"/>
              <a:t>bis </a:t>
            </a:r>
            <a:r>
              <a:rPr lang="en-US" spc="-1" dirty="0" err="1"/>
              <a:t>hier</a:t>
            </a:r>
            <a:r>
              <a:rPr lang="en-US" spc="-1" dirty="0"/>
              <a:t> </a:t>
            </a:r>
            <a:r>
              <a:rPr lang="en-US" spc="-1" dirty="0" err="1"/>
              <a:t>hin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Planung</a:t>
            </a:r>
            <a:r>
              <a:rPr lang="en-US" spc="-1" dirty="0"/>
              <a:t> und </a:t>
            </a:r>
            <a:r>
              <a:rPr lang="en-US" spc="-1" dirty="0" err="1"/>
              <a:t>Durchführung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78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ED6C7-8E16-4390-A5E2-A4C1181FA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8323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Prototypen-vorstellung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Wie </a:t>
            </a:r>
            <a:r>
              <a:rPr lang="en-US" spc="-1" dirty="0" err="1"/>
              <a:t>weit</a:t>
            </a:r>
            <a:r>
              <a:rPr lang="en-US" spc="-1" dirty="0"/>
              <a:t> </a:t>
            </a:r>
            <a:r>
              <a:rPr lang="en-US" spc="-1" dirty="0" err="1"/>
              <a:t>sind</a:t>
            </a:r>
            <a:r>
              <a:rPr lang="en-US" spc="-1" dirty="0"/>
              <a:t> </a:t>
            </a:r>
            <a:r>
              <a:rPr lang="en-US" spc="-1" dirty="0" err="1"/>
              <a:t>wir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56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Ausbilck</a:t>
            </a:r>
            <a:endParaRPr lang="en-US" b="0" spc="-1" dirty="0">
              <a:latin typeface="Arial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Was </a:t>
            </a:r>
            <a:r>
              <a:rPr lang="en-US" spc="-1" dirty="0" err="1"/>
              <a:t>liegt</a:t>
            </a:r>
            <a:r>
              <a:rPr lang="en-US" spc="-1" dirty="0"/>
              <a:t> </a:t>
            </a:r>
            <a:r>
              <a:rPr lang="en-US" spc="-1" dirty="0" err="1"/>
              <a:t>noch</a:t>
            </a:r>
            <a:r>
              <a:rPr lang="en-US" spc="-1" dirty="0"/>
              <a:t> </a:t>
            </a:r>
            <a:r>
              <a:rPr lang="en-US" spc="-1" dirty="0" err="1"/>
              <a:t>vor</a:t>
            </a:r>
            <a:r>
              <a:rPr lang="en-US" spc="-1" dirty="0"/>
              <a:t> </a:t>
            </a:r>
            <a:r>
              <a:rPr lang="en-US" spc="-1" dirty="0" err="1"/>
              <a:t>uns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AC144-5B35-4BAC-8CB1-CB3DC61A4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FBA0F8-5ECF-40C4-AC51-8E89A7ACF702}"/>
              </a:ext>
            </a:extLst>
          </p:cNvPr>
          <p:cNvGrpSpPr/>
          <p:nvPr/>
        </p:nvGrpSpPr>
        <p:grpSpPr>
          <a:xfrm>
            <a:off x="1216348" y="407601"/>
            <a:ext cx="2497473" cy="4328297"/>
            <a:chOff x="1216348" y="407601"/>
            <a:chExt cx="2497473" cy="432829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B5BC36-B1BE-41B0-8093-F5D0F153DADA}"/>
                </a:ext>
              </a:extLst>
            </p:cNvPr>
            <p:cNvGrpSpPr/>
            <p:nvPr/>
          </p:nvGrpSpPr>
          <p:grpSpPr>
            <a:xfrm>
              <a:off x="1517375" y="959561"/>
              <a:ext cx="1896672" cy="2975516"/>
              <a:chOff x="1517375" y="959561"/>
              <a:chExt cx="1896672" cy="297551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BC151C0-2389-483B-9DE6-CE8BF36E15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40710"/>
              <a:stretch/>
            </p:blipFill>
            <p:spPr>
              <a:xfrm>
                <a:off x="1517375" y="959561"/>
                <a:ext cx="1896672" cy="200929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96CAA22-0677-4A02-AE7E-E074619BEC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3896"/>
              <a:stretch/>
            </p:blipFill>
            <p:spPr>
              <a:xfrm>
                <a:off x="1517375" y="3389331"/>
                <a:ext cx="1896672" cy="54574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65994EB-4EE6-462B-9C08-AAC07D56C2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64677" b="22903"/>
              <a:stretch/>
            </p:blipFill>
            <p:spPr>
              <a:xfrm>
                <a:off x="1517375" y="2968860"/>
                <a:ext cx="1896672" cy="420866"/>
              </a:xfrm>
              <a:prstGeom prst="rect">
                <a:avLst/>
              </a:prstGeom>
            </p:spPr>
          </p:pic>
        </p:grpSp>
        <p:sp>
          <p:nvSpPr>
            <p:cNvPr id="5" name="CustomShape 5">
              <a:extLst>
                <a:ext uri="{FF2B5EF4-FFF2-40B4-BE49-F238E27FC236}">
                  <a16:creationId xmlns:a16="http://schemas.microsoft.com/office/drawing/2014/main" id="{9B8F6E41-1EEA-4172-A514-E9F17451C55A}"/>
                </a:ext>
              </a:extLst>
            </p:cNvPr>
            <p:cNvSpPr/>
            <p:nvPr/>
          </p:nvSpPr>
          <p:spPr>
            <a:xfrm>
              <a:off x="1216348" y="407601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4702B5-B261-45FF-ABA1-07DD9300D47A}"/>
              </a:ext>
            </a:extLst>
          </p:cNvPr>
          <p:cNvGrpSpPr/>
          <p:nvPr/>
        </p:nvGrpSpPr>
        <p:grpSpPr>
          <a:xfrm>
            <a:off x="5430179" y="407995"/>
            <a:ext cx="2497473" cy="4328297"/>
            <a:chOff x="5430179" y="407995"/>
            <a:chExt cx="2497473" cy="432829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EDDF90-D07D-4A7C-9515-625BB93AAC52}"/>
                </a:ext>
              </a:extLst>
            </p:cNvPr>
            <p:cNvGrpSpPr/>
            <p:nvPr/>
          </p:nvGrpSpPr>
          <p:grpSpPr>
            <a:xfrm>
              <a:off x="5729952" y="959955"/>
              <a:ext cx="1904443" cy="2947677"/>
              <a:chOff x="5729952" y="959955"/>
              <a:chExt cx="1904443" cy="294767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A1FC245-2B5C-442A-8493-DFBE6E2CCED9}"/>
                  </a:ext>
                </a:extLst>
              </p:cNvPr>
              <p:cNvGrpSpPr/>
              <p:nvPr/>
            </p:nvGrpSpPr>
            <p:grpSpPr>
              <a:xfrm>
                <a:off x="5729952" y="959955"/>
                <a:ext cx="1903255" cy="2947677"/>
                <a:chOff x="5729952" y="959955"/>
                <a:chExt cx="1903255" cy="2947677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ACFA50-4275-4748-8F93-E4AED21468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35502" b="61544"/>
                <a:stretch/>
              </p:blipFill>
              <p:spPr>
                <a:xfrm>
                  <a:off x="5729952" y="3389726"/>
                  <a:ext cx="1896673" cy="517906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EE3AB1A-2EDD-4AC5-8C57-6F9AD18AA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28246"/>
                <a:stretch/>
              </p:blipFill>
              <p:spPr>
                <a:xfrm>
                  <a:off x="5736534" y="959955"/>
                  <a:ext cx="1896673" cy="2429771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5309C77-524C-4B89-A42F-26A839115C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96008" b="-6811"/>
              <a:stretch/>
            </p:blipFill>
            <p:spPr>
              <a:xfrm>
                <a:off x="5737722" y="3386545"/>
                <a:ext cx="1896673" cy="365836"/>
              </a:xfrm>
              <a:prstGeom prst="rect">
                <a:avLst/>
              </a:prstGeom>
            </p:spPr>
          </p:pic>
        </p:grpSp>
        <p:sp>
          <p:nvSpPr>
            <p:cNvPr id="14" name="CustomShape 5">
              <a:extLst>
                <a:ext uri="{FF2B5EF4-FFF2-40B4-BE49-F238E27FC236}">
                  <a16:creationId xmlns:a16="http://schemas.microsoft.com/office/drawing/2014/main" id="{B71A8171-D6E1-49C3-B693-D42377CEBC52}"/>
                </a:ext>
              </a:extLst>
            </p:cNvPr>
            <p:cNvSpPr/>
            <p:nvPr/>
          </p:nvSpPr>
          <p:spPr>
            <a:xfrm>
              <a:off x="5430179" y="407995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15144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dirty="0" err="1">
                <a:latin typeface="Poppins"/>
                <a:cs typeface="Poppins"/>
                <a:sym typeface="Poppins Light"/>
              </a:rPr>
              <a:t>Vielen</a:t>
            </a:r>
            <a:r>
              <a:rPr lang="en-US" sz="5200" b="1" dirty="0">
                <a:latin typeface="Poppins"/>
                <a:cs typeface="Poppins"/>
                <a:sym typeface="Poppins Light"/>
              </a:rPr>
              <a:t> Dank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 err="1">
                <a:latin typeface="Poppins"/>
                <a:cs typeface="Poppins"/>
                <a:sym typeface="Poppins Light"/>
              </a:rPr>
              <a:t>für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Ihre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Aufmerksamkeit</a:t>
            </a:r>
            <a:endParaRPr sz="2800" b="1" dirty="0">
              <a:latin typeface="Poppins"/>
              <a:cs typeface="Poppins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9" name="Google Shape;909;p40"/>
          <p:cNvSpPr txBox="1"/>
          <p:nvPr/>
        </p:nvSpPr>
        <p:spPr>
          <a:xfrm>
            <a:off x="1258575" y="1092646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  <a:latin typeface="Poppins Light"/>
                <a:ea typeface="Poppins Light"/>
                <a:cs typeface="Poppins Light"/>
                <a:sym typeface="Poppins Light"/>
              </a:rPr>
              <a:t>😉</a:t>
            </a:r>
            <a:endParaRPr sz="9600">
              <a:solidFill>
                <a:srgbClr val="F1C2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103</Words>
  <Application>Microsoft Office PowerPoint</Application>
  <PresentationFormat>On-screen Show (16:9)</PresentationFormat>
  <Paragraphs>41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Poppins</vt:lpstr>
      <vt:lpstr>Poppins Light</vt:lpstr>
      <vt:lpstr>Arial</vt:lpstr>
      <vt:lpstr>Cymbeline template</vt:lpstr>
      <vt:lpstr>driving-e-car</vt:lpstr>
      <vt:lpstr>Hallo!</vt:lpstr>
      <vt:lpstr>Agenda</vt:lpstr>
      <vt:lpstr>Unser Auftrag</vt:lpstr>
      <vt:lpstr>PowerPoint Presentation</vt:lpstr>
      <vt:lpstr>PowerPoint Presentation</vt:lpstr>
      <vt:lpstr>Entscheidungen</vt:lpstr>
      <vt:lpstr>Big concept</vt:lpstr>
      <vt:lpstr>Der Weg bis hier hin</vt:lpstr>
      <vt:lpstr>PowerPoint Presentation</vt:lpstr>
      <vt:lpstr>Prototypen-vorstellung</vt:lpstr>
      <vt:lpstr>Ausbilck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Florian</cp:lastModifiedBy>
  <cp:revision>24</cp:revision>
  <dcterms:modified xsi:type="dcterms:W3CDTF">2018-12-08T17:07:29Z</dcterms:modified>
</cp:coreProperties>
</file>