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8" r:id="rId3"/>
    <p:sldId id="261" r:id="rId4"/>
    <p:sldId id="259" r:id="rId5"/>
    <p:sldId id="260" r:id="rId6"/>
    <p:sldId id="290" r:id="rId7"/>
    <p:sldId id="283" r:id="rId8"/>
    <p:sldId id="262" r:id="rId9"/>
    <p:sldId id="285" r:id="rId10"/>
    <p:sldId id="291" r:id="rId11"/>
    <p:sldId id="286" r:id="rId12"/>
    <p:sldId id="288" r:id="rId13"/>
    <p:sldId id="289" r:id="rId14"/>
    <p:sldId id="282" r:id="rId15"/>
  </p:sldIdLst>
  <p:sldSz cx="9144000" cy="5143500" type="screen16x9"/>
  <p:notesSz cx="6858000" cy="9144000"/>
  <p:embeddedFontLst>
    <p:embeddedFont>
      <p:font typeface="Poppins" panose="020B0604020202020204" charset="0"/>
      <p:regular r:id="rId17"/>
      <p:bold r:id="rId18"/>
      <p:italic r:id="rId19"/>
      <p:boldItalic r:id="rId20"/>
    </p:embeddedFont>
    <p:embeddedFont>
      <p:font typeface="Poppins Light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C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FF19F3-2329-4E7B-B39F-E993869724D6}">
  <a:tblStyle styleId="{31FF19F3-2329-4E7B-B39F-E99386972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60"/>
    <p:restoredTop sz="94641"/>
  </p:normalViewPr>
  <p:slideViewPr>
    <p:cSldViewPr snapToGrid="0" snapToObjects="1">
      <p:cViewPr varScale="1">
        <p:scale>
          <a:sx n="137" d="100"/>
          <a:sy n="137" d="100"/>
        </p:scale>
        <p:origin x="98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6397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4402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5891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2057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134fb1cf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134fb1cf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 userDrawn="1">
  <p:cSld name="TITLE">
    <p:bg>
      <p:bgPr>
        <a:blipFill dpi="0" rotWithShape="1">
          <a:blip r:embed="rId2">
            <a:alphaModFix amt="96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000000">
              <a:alpha val="265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497195" y="-742443"/>
            <a:ext cx="2451351" cy="2451351"/>
            <a:chOff x="6680825" y="2549350"/>
            <a:chExt cx="1539600" cy="1539600"/>
          </a:xfrm>
        </p:grpSpPr>
        <p:sp>
          <p:nvSpPr>
            <p:cNvPr id="12" name="Google Shape;12;p2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5;p2"/>
          <p:cNvGrpSpPr/>
          <p:nvPr/>
        </p:nvGrpSpPr>
        <p:grpSpPr>
          <a:xfrm>
            <a:off x="6756043" y="879453"/>
            <a:ext cx="2812887" cy="2812887"/>
            <a:chOff x="-474900" y="321200"/>
            <a:chExt cx="2324700" cy="2324700"/>
          </a:xfrm>
        </p:grpSpPr>
        <p:sp>
          <p:nvSpPr>
            <p:cNvPr id="16" name="Google Shape;16;p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2211600" y="1991850"/>
            <a:ext cx="4720800" cy="1159800"/>
          </a:xfrm>
          <a:prstGeom prst="rect">
            <a:avLst/>
          </a:prstGeom>
          <a:effectLst>
            <a:outerShdw blurRad="85725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4BADED5-8571-7140-B42B-AA7FCF40729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‹#›</a:t>
            </a:fld>
            <a:endParaRPr lang="de-DE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CABCF9-0A50-4D7F-9CAA-DD89F64E8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296" y="-40340"/>
            <a:ext cx="1321059" cy="115956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ubtitle">
  <p:cSld name="TITLE_1">
    <p:bg>
      <p:bgPr>
        <a:solidFill>
          <a:srgbClr val="C1CD9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5">
            <a:extLst>
              <a:ext uri="{FF2B5EF4-FFF2-40B4-BE49-F238E27FC236}">
                <a16:creationId xmlns:a16="http://schemas.microsoft.com/office/drawing/2014/main" id="{E8868B4A-5659-4AF3-AF8D-A557D6415EDF}"/>
              </a:ext>
            </a:extLst>
          </p:cNvPr>
          <p:cNvGrpSpPr/>
          <p:nvPr userDrawn="1"/>
        </p:nvGrpSpPr>
        <p:grpSpPr>
          <a:xfrm>
            <a:off x="-6626" y="4955532"/>
            <a:ext cx="9161411" cy="239942"/>
            <a:chOff x="-6626" y="4955532"/>
            <a:chExt cx="9161411" cy="239942"/>
          </a:xfrm>
        </p:grpSpPr>
        <p:grpSp>
          <p:nvGrpSpPr>
            <p:cNvPr id="16" name="Gruppieren 13">
              <a:extLst>
                <a:ext uri="{FF2B5EF4-FFF2-40B4-BE49-F238E27FC236}">
                  <a16:creationId xmlns:a16="http://schemas.microsoft.com/office/drawing/2014/main" id="{37A85ADD-C90F-417F-8107-73BF28BEBD4C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18" name="Grafik 2">
                <a:extLst>
                  <a:ext uri="{FF2B5EF4-FFF2-40B4-BE49-F238E27FC236}">
                    <a16:creationId xmlns:a16="http://schemas.microsoft.com/office/drawing/2014/main" id="{EA9EFE60-6233-4E7E-B127-EDBA3BC8798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19" name="Gruppieren 12">
                <a:extLst>
                  <a:ext uri="{FF2B5EF4-FFF2-40B4-BE49-F238E27FC236}">
                    <a16:creationId xmlns:a16="http://schemas.microsoft.com/office/drawing/2014/main" id="{CDEF0BF8-14F3-4DDE-8B43-A218F96D79D2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0" name="Textfeld 9">
                  <a:extLst>
                    <a:ext uri="{FF2B5EF4-FFF2-40B4-BE49-F238E27FC236}">
                      <a16:creationId xmlns:a16="http://schemas.microsoft.com/office/drawing/2014/main" id="{0C94E978-C257-49C9-A469-65B1C5F10A32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1" name="Textfeld 11">
                  <a:extLst>
                    <a:ext uri="{FF2B5EF4-FFF2-40B4-BE49-F238E27FC236}">
                      <a16:creationId xmlns:a16="http://schemas.microsoft.com/office/drawing/2014/main" id="{90B40845-E47D-4017-AE91-6E22F5FFD276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17" name="Textfeld 14">
              <a:extLst>
                <a:ext uri="{FF2B5EF4-FFF2-40B4-BE49-F238E27FC236}">
                  <a16:creationId xmlns:a16="http://schemas.microsoft.com/office/drawing/2014/main" id="{CED9DAEE-E459-4B27-B69A-5A5606575D25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grpSp>
        <p:nvGrpSpPr>
          <p:cNvPr id="23" name="Google Shape;23;p3"/>
          <p:cNvGrpSpPr/>
          <p:nvPr/>
        </p:nvGrpSpPr>
        <p:grpSpPr>
          <a:xfrm>
            <a:off x="6427669" y="2502633"/>
            <a:ext cx="2324700" cy="2324700"/>
            <a:chOff x="-474900" y="321200"/>
            <a:chExt cx="2324700" cy="2324700"/>
          </a:xfrm>
        </p:grpSpPr>
        <p:sp>
          <p:nvSpPr>
            <p:cNvPr id="24" name="Google Shape;24;p3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ctrTitle" hasCustomPrompt="1"/>
          </p:nvPr>
        </p:nvSpPr>
        <p:spPr>
          <a:xfrm>
            <a:off x="2314477" y="2236800"/>
            <a:ext cx="4503279" cy="956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r>
              <a:rPr lang="de-DE" dirty="0"/>
              <a:t>Okay</a:t>
            </a:r>
            <a:endParaRPr dirty="0"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2314477" y="3188701"/>
            <a:ext cx="4503279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9pPr>
          </a:lstStyle>
          <a:p>
            <a:endParaRPr dirty="0"/>
          </a:p>
        </p:txBody>
      </p:sp>
      <p:grpSp>
        <p:nvGrpSpPr>
          <p:cNvPr id="30" name="Google Shape;30;p3"/>
          <p:cNvGrpSpPr/>
          <p:nvPr/>
        </p:nvGrpSpPr>
        <p:grpSpPr>
          <a:xfrm>
            <a:off x="764825" y="439375"/>
            <a:ext cx="1924500" cy="1924500"/>
            <a:chOff x="6680825" y="2549350"/>
            <a:chExt cx="1539600" cy="1539600"/>
          </a:xfrm>
        </p:grpSpPr>
        <p:sp>
          <p:nvSpPr>
            <p:cNvPr id="31" name="Google Shape;31;p3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8DD9467-8698-4427-8DF1-89714D9943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644" y="3174681"/>
            <a:ext cx="1117120" cy="98055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36" name="Google Shape;36;p4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4"/>
          <p:cNvSpPr/>
          <p:nvPr/>
        </p:nvSpPr>
        <p:spPr>
          <a:xfrm>
            <a:off x="1794525" y="-40785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" name="Google Shape;42;p4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93700" rtl="0">
              <a:spcBef>
                <a:spcPts val="60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9370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/>
          <p:nvPr/>
        </p:nvSpPr>
        <p:spPr>
          <a:xfrm>
            <a:off x="1599200" y="1326625"/>
            <a:ext cx="7641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latin typeface="Poppins"/>
                <a:ea typeface="Poppins"/>
                <a:cs typeface="Poppins"/>
                <a:sym typeface="Poppins"/>
              </a:rPr>
              <a:t>“</a:t>
            </a:r>
            <a:endParaRPr sz="72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/>
          <p:nvPr/>
        </p:nvSpPr>
        <p:spPr>
          <a:xfrm>
            <a:off x="6081700" y="764000"/>
            <a:ext cx="3615600" cy="36156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>
            <a:off x="-442731" y="337284"/>
            <a:ext cx="2324700" cy="2324700"/>
            <a:chOff x="-474900" y="321200"/>
            <a:chExt cx="2324700" cy="2324700"/>
          </a:xfrm>
        </p:grpSpPr>
        <p:sp>
          <p:nvSpPr>
            <p:cNvPr id="48" name="Google Shape;48;p5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5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SzPts val="1600"/>
              <a:buChar char="￮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6272900" y="955200"/>
            <a:ext cx="3233100" cy="32331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type A" type="blank">
  <p:cSld name="BLANK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764000" y="-1236275"/>
            <a:ext cx="7616100" cy="76161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1"/>
          <p:cNvSpPr/>
          <p:nvPr/>
        </p:nvSpPr>
        <p:spPr>
          <a:xfrm>
            <a:off x="1198300" y="-801975"/>
            <a:ext cx="6747000" cy="67470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1"/>
          <p:cNvSpPr/>
          <p:nvPr/>
        </p:nvSpPr>
        <p:spPr>
          <a:xfrm>
            <a:off x="2267900" y="267625"/>
            <a:ext cx="4608300" cy="46083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1"/>
          <p:cNvSpPr/>
          <p:nvPr/>
        </p:nvSpPr>
        <p:spPr>
          <a:xfrm>
            <a:off x="-704850" y="-2705100"/>
            <a:ext cx="10553700" cy="10553700"/>
          </a:xfrm>
          <a:prstGeom prst="donut">
            <a:avLst>
              <a:gd name="adj" fmla="val 10467"/>
            </a:avLst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1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CE7E4228-0ED7-CB46-946A-202EE2294ACB}"/>
              </a:ext>
            </a:extLst>
          </p:cNvPr>
          <p:cNvGrpSpPr/>
          <p:nvPr userDrawn="1"/>
        </p:nvGrpSpPr>
        <p:grpSpPr>
          <a:xfrm>
            <a:off x="-6626" y="4955532"/>
            <a:ext cx="9161411" cy="239942"/>
            <a:chOff x="-6626" y="4955532"/>
            <a:chExt cx="9161411" cy="239942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7AF5221C-635A-4045-8054-50C69BDB168F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16" name="Grafik 15">
                <a:extLst>
                  <a:ext uri="{FF2B5EF4-FFF2-40B4-BE49-F238E27FC236}">
                    <a16:creationId xmlns:a16="http://schemas.microsoft.com/office/drawing/2014/main" id="{5EE563E0-5717-9C46-A125-BDBDD8056C4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A99EEA52-E1DF-D14B-81A9-12FFD74AA6BE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41FCB252-365D-2D43-B83E-BB2643AB9160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BC809F9E-A73F-3144-AB5B-A47A2978E5DF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B0FA1353-F5B0-944C-A763-C7D6D7142EC0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ype B">
  <p:cSld name="BLANK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24" name="Google Shape;124;p12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125" name="Google Shape;125;p1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12"/>
          <p:cNvSpPr/>
          <p:nvPr/>
        </p:nvSpPr>
        <p:spPr>
          <a:xfrm>
            <a:off x="1794525" y="-40790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549852" y="4581462"/>
            <a:ext cx="4356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300" cy="26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B2729CDD-7C4D-E64D-AD79-CC443C428981}"/>
              </a:ext>
            </a:extLst>
          </p:cNvPr>
          <p:cNvGrpSpPr/>
          <p:nvPr userDrawn="1"/>
        </p:nvGrpSpPr>
        <p:grpSpPr>
          <a:xfrm>
            <a:off x="-6626" y="4955532"/>
            <a:ext cx="9161411" cy="239942"/>
            <a:chOff x="-6626" y="4955532"/>
            <a:chExt cx="9161411" cy="239942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F3C97CF1-5ECC-1049-8D2E-38E3C063FB6B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3" name="Grafik 2">
                <a:extLst>
                  <a:ext uri="{FF2B5EF4-FFF2-40B4-BE49-F238E27FC236}">
                    <a16:creationId xmlns:a16="http://schemas.microsoft.com/office/drawing/2014/main" id="{37B02ABE-DBA6-214E-AD2E-868B216E0BA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16A3CF85-556E-2746-BB39-777ABFC6B942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497961AB-2777-454A-980F-96671A096370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318436B2-337E-C04A-8DF4-E8C0D2A5929B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78CB34FE-211F-1B46-9743-B6160B4A5B78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3C0818F-2DEC-420C-96CC-4EA36414DABC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108" y="34293"/>
            <a:ext cx="836292" cy="73405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7" r:id="rId5"/>
    <p:sldLayoutId id="2147483658" r:id="rId6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ctrTitle"/>
          </p:nvPr>
        </p:nvSpPr>
        <p:spPr>
          <a:xfrm>
            <a:off x="2211600" y="1238810"/>
            <a:ext cx="47208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4900" dirty="0"/>
              <a:t>d</a:t>
            </a:r>
            <a:r>
              <a:rPr lang="en" sz="4900" dirty="0"/>
              <a:t>riving-e-car</a:t>
            </a:r>
            <a:endParaRPr sz="4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"/>
          <p:cNvSpPr txBox="1">
            <a:spLocks noGrp="1"/>
          </p:cNvSpPr>
          <p:nvPr>
            <p:ph type="ctrTitle" idx="4294967295"/>
          </p:nvPr>
        </p:nvSpPr>
        <p:spPr>
          <a:xfrm>
            <a:off x="2351788" y="1180487"/>
            <a:ext cx="46080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H</a:t>
            </a:r>
            <a:r>
              <a:rPr lang="en-US" sz="9600"/>
              <a:t>a</a:t>
            </a:r>
            <a:r>
              <a:rPr lang="en" sz="9600"/>
              <a:t>llo</a:t>
            </a:r>
            <a:r>
              <a:rPr lang="en" sz="9600" dirty="0"/>
              <a:t>!</a:t>
            </a:r>
            <a:endParaRPr sz="9600" dirty="0"/>
          </a:p>
        </p:txBody>
      </p:sp>
      <p:sp>
        <p:nvSpPr>
          <p:cNvPr id="168" name="Google Shape;168;p16"/>
          <p:cNvSpPr txBox="1">
            <a:spLocks noGrp="1"/>
          </p:cNvSpPr>
          <p:nvPr>
            <p:ph type="subTitle" idx="4294967295"/>
          </p:nvPr>
        </p:nvSpPr>
        <p:spPr>
          <a:xfrm>
            <a:off x="2351800" y="2265877"/>
            <a:ext cx="4608000" cy="17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0" indent="0">
              <a:spcBef>
                <a:spcPts val="601"/>
              </a:spcBef>
              <a:buNone/>
            </a:pP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Elektroautos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sind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in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aller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Munde</a:t>
            </a:r>
            <a:endParaRPr lang="en-US" spc="-1" dirty="0">
              <a:latin typeface="Arial"/>
            </a:endParaRPr>
          </a:p>
          <a:p>
            <a:pPr marL="1270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Lohnt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sich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</a:t>
            </a:r>
            <a:r>
              <a:rPr lang="en-US" spc="-1" dirty="0">
                <a:solidFill>
                  <a:srgbClr val="000000"/>
                </a:solidFill>
              </a:rPr>
              <a:t>? Welches </a:t>
            </a:r>
            <a:r>
              <a:rPr lang="en-US" spc="-1" dirty="0" err="1">
                <a:solidFill>
                  <a:srgbClr val="000000"/>
                </a:solidFill>
              </a:rPr>
              <a:t>ist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das </a:t>
            </a:r>
            <a:r>
              <a:rPr lang="en-US" spc="-1" dirty="0" err="1">
                <a:solidFill>
                  <a:srgbClr val="000000"/>
                </a:solidFill>
              </a:rPr>
              <a:t>Richtige</a:t>
            </a:r>
            <a:r>
              <a:rPr lang="en-US" spc="-1" dirty="0">
                <a:solidFill>
                  <a:srgbClr val="000000"/>
                </a:solidFill>
              </a:rPr>
              <a:t>?</a:t>
            </a:r>
            <a:endParaRPr lang="en-US" spc="-1" dirty="0">
              <a:latin typeface="Arial"/>
            </a:endParaRPr>
          </a:p>
        </p:txBody>
      </p:sp>
      <p:sp>
        <p:nvSpPr>
          <p:cNvPr id="170" name="Google Shape;170;p16"/>
          <p:cNvSpPr/>
          <p:nvPr/>
        </p:nvSpPr>
        <p:spPr>
          <a:xfrm>
            <a:off x="1804239" y="1506373"/>
            <a:ext cx="339835" cy="309115"/>
          </a:xfrm>
          <a:custGeom>
            <a:avLst/>
            <a:gdLst/>
            <a:ahLst/>
            <a:cxnLst/>
            <a:rect l="l" t="t" r="r" b="b"/>
            <a:pathLst>
              <a:path w="16173" h="14711" fill="none" extrusionOk="0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C19F48-DE41-6A48-89CE-F673BFB900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</a:t>
            </a:fld>
            <a:endParaRPr lang="de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2150" y="1054450"/>
            <a:ext cx="3034500" cy="30345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189" name="Google Shape;189;p19"/>
          <p:cNvGrpSpPr/>
          <p:nvPr/>
        </p:nvGrpSpPr>
        <p:grpSpPr>
          <a:xfrm>
            <a:off x="5853100" y="3068600"/>
            <a:ext cx="1539600" cy="1539600"/>
            <a:chOff x="6680825" y="2549350"/>
            <a:chExt cx="1539600" cy="1539600"/>
          </a:xfrm>
        </p:grpSpPr>
        <p:sp>
          <p:nvSpPr>
            <p:cNvPr id="190" name="Google Shape;190;p19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9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9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" name="Google Shape;193;p19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pc="-1" dirty="0">
                <a:solidFill>
                  <a:srgbClr val="000000"/>
                </a:solidFill>
              </a:rPr>
              <a:t>Agenda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194;p19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29760">
              <a:spcBef>
                <a:spcPts val="601"/>
              </a:spcBef>
            </a:pPr>
            <a:r>
              <a:rPr lang="en-US" spc="-1" dirty="0">
                <a:solidFill>
                  <a:srgbClr val="000000"/>
                </a:solidFill>
              </a:rPr>
              <a:t>Unser </a:t>
            </a:r>
            <a:r>
              <a:rPr lang="en-US" spc="-1" dirty="0" err="1">
                <a:solidFill>
                  <a:srgbClr val="000000"/>
                </a:solidFill>
              </a:rPr>
              <a:t>Auftrag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Entscheidungen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>
                <a:solidFill>
                  <a:srgbClr val="000000"/>
                </a:solidFill>
              </a:rPr>
              <a:t>Der </a:t>
            </a:r>
            <a:r>
              <a:rPr lang="en-US" spc="-1" dirty="0" err="1">
                <a:solidFill>
                  <a:srgbClr val="000000"/>
                </a:solidFill>
              </a:rPr>
              <a:t>Weg</a:t>
            </a:r>
            <a:r>
              <a:rPr lang="en-US" spc="-1" dirty="0">
                <a:solidFill>
                  <a:srgbClr val="000000"/>
                </a:solidFill>
              </a:rPr>
              <a:t> bis </a:t>
            </a:r>
            <a:r>
              <a:rPr lang="en-US" spc="-1" dirty="0" err="1">
                <a:solidFill>
                  <a:srgbClr val="000000"/>
                </a:solidFill>
              </a:rPr>
              <a:t>hier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hin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Prototypvorstellung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Aussichten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6" name="Google Shape;196;p19"/>
          <p:cNvGrpSpPr/>
          <p:nvPr/>
        </p:nvGrpSpPr>
        <p:grpSpPr>
          <a:xfrm>
            <a:off x="6438110" y="3653462"/>
            <a:ext cx="369505" cy="369505"/>
            <a:chOff x="2594050" y="1631825"/>
            <a:chExt cx="439625" cy="439625"/>
          </a:xfrm>
        </p:grpSpPr>
        <p:sp>
          <p:nvSpPr>
            <p:cNvPr id="197" name="Google Shape;197;p1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F2144418-DD0F-E141-92B7-00BD8428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 dirty="0"/>
              <a:t>Unser </a:t>
            </a:r>
            <a:r>
              <a:rPr lang="en-US" dirty="0" err="1"/>
              <a:t>Auftrag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Analyse</a:t>
            </a:r>
            <a:r>
              <a:rPr lang="en-US" dirty="0"/>
              <a:t> der </a:t>
            </a:r>
            <a:r>
              <a:rPr lang="en-US" dirty="0" err="1"/>
              <a:t>Ausgangslage</a:t>
            </a:r>
            <a:r>
              <a:rPr lang="en-US" dirty="0"/>
              <a:t> und </a:t>
            </a:r>
            <a:r>
              <a:rPr lang="en-US" dirty="0" err="1"/>
              <a:t>Zieldefinition</a:t>
            </a:r>
            <a:endParaRPr lang="en-US" dirty="0"/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60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5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Ihr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macht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einfach</a:t>
            </a:r>
            <a:r>
              <a:rPr lang="en-US" spc="-1" dirty="0">
                <a:solidFill>
                  <a:srgbClr val="000000"/>
                </a:solidFill>
              </a:rPr>
              <a:t> die </a:t>
            </a:r>
            <a:r>
              <a:rPr lang="en-US" spc="-1" dirty="0" err="1">
                <a:solidFill>
                  <a:srgbClr val="000000"/>
                </a:solidFill>
              </a:rPr>
              <a:t>geilste</a:t>
            </a:r>
            <a:r>
              <a:rPr lang="en-US" spc="-1" dirty="0">
                <a:solidFill>
                  <a:srgbClr val="000000"/>
                </a:solidFill>
              </a:rPr>
              <a:t> App der Welt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Elektroautos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634C189-0785-7345-83B8-8B6C2EE2EF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5</a:t>
            </a:fld>
            <a:endParaRPr lang="de-D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ED6C7-8E16-4390-A5E2-A4C1181FA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32445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pPr lvl="0"/>
            <a:r>
              <a:rPr lang="en-US" dirty="0" err="1"/>
              <a:t>Entscheidungen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1686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0"/>
          <p:cNvSpPr txBox="1">
            <a:spLocks noGrp="1"/>
          </p:cNvSpPr>
          <p:nvPr>
            <p:ph type="ctrTitle" idx="4294967295"/>
          </p:nvPr>
        </p:nvSpPr>
        <p:spPr>
          <a:xfrm>
            <a:off x="2092625" y="2954950"/>
            <a:ext cx="4958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Big concept</a:t>
            </a:r>
            <a:endParaRPr sz="6000"/>
          </a:p>
        </p:txBody>
      </p:sp>
      <p:sp>
        <p:nvSpPr>
          <p:cNvPr id="206" name="Google Shape;206;p20"/>
          <p:cNvSpPr txBox="1">
            <a:spLocks noGrp="1"/>
          </p:cNvSpPr>
          <p:nvPr>
            <p:ph type="subTitle" idx="4294967295"/>
          </p:nvPr>
        </p:nvSpPr>
        <p:spPr>
          <a:xfrm>
            <a:off x="2092625" y="4097352"/>
            <a:ext cx="49587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de-DE" sz="1400" dirty="0"/>
              <a:t>In </a:t>
            </a:r>
            <a:r>
              <a:rPr lang="de-DE" sz="1400" dirty="0" err="1"/>
              <a:t>Koorperation</a:t>
            </a:r>
            <a:r>
              <a:rPr lang="de-DE" sz="1400" dirty="0"/>
              <a:t> mit Team 03: "</a:t>
            </a:r>
            <a:r>
              <a:rPr lang="de-DE" sz="1400" dirty="0" err="1"/>
              <a:t>LogistGo</a:t>
            </a:r>
            <a:r>
              <a:rPr lang="de-DE" sz="1400" dirty="0"/>
              <a:t>"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8B70310-85DF-994A-81A4-44B6132C8B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8</a:t>
            </a:fld>
            <a:endParaRPr lang="de-D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CCDB16-DF91-4EBC-B6F8-5331377DC4BB}"/>
              </a:ext>
            </a:extLst>
          </p:cNvPr>
          <p:cNvGrpSpPr/>
          <p:nvPr/>
        </p:nvGrpSpPr>
        <p:grpSpPr>
          <a:xfrm>
            <a:off x="3390536" y="1032504"/>
            <a:ext cx="2362877" cy="1539246"/>
            <a:chOff x="3390536" y="1032504"/>
            <a:chExt cx="2362877" cy="1539246"/>
          </a:xfrm>
        </p:grpSpPr>
        <p:pic>
          <p:nvPicPr>
            <p:cNvPr id="17" name="Grafik 2">
              <a:extLst>
                <a:ext uri="{FF2B5EF4-FFF2-40B4-BE49-F238E27FC236}">
                  <a16:creationId xmlns:a16="http://schemas.microsoft.com/office/drawing/2014/main" id="{FF6C35CA-AD7E-4F5A-B8E1-FC20773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0536" y="1032504"/>
              <a:ext cx="2362877" cy="1539246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24C288-64FB-4C06-82F5-5595BD4B7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397" y="1451512"/>
              <a:ext cx="1135206" cy="996428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23BED0B-3491-4A26-A8D9-FE2D68E4B72B}"/>
              </a:ext>
            </a:extLst>
          </p:cNvPr>
          <p:cNvGrpSpPr/>
          <p:nvPr/>
        </p:nvGrpSpPr>
        <p:grpSpPr>
          <a:xfrm>
            <a:off x="1579873" y="1009112"/>
            <a:ext cx="864360" cy="1109520"/>
            <a:chOff x="1463040" y="993600"/>
            <a:chExt cx="864360" cy="1109520"/>
          </a:xfrm>
        </p:grpSpPr>
        <p:sp>
          <p:nvSpPr>
            <p:cNvPr id="18" name="CustomShape 4">
              <a:extLst>
                <a:ext uri="{FF2B5EF4-FFF2-40B4-BE49-F238E27FC236}">
                  <a16:creationId xmlns:a16="http://schemas.microsoft.com/office/drawing/2014/main" id="{D519429B-2CCD-4B2A-96CE-530C2535203D}"/>
                </a:ext>
              </a:extLst>
            </p:cNvPr>
            <p:cNvSpPr/>
            <p:nvPr/>
          </p:nvSpPr>
          <p:spPr>
            <a:xfrm>
              <a:off x="1463040" y="993600"/>
              <a:ext cx="864360" cy="1109520"/>
            </a:xfrm>
            <a:custGeom>
              <a:avLst/>
              <a:gdLst/>
              <a:ahLst/>
              <a:cxnLst/>
              <a:rect l="l" t="t" r="r" b="b"/>
              <a:pathLst>
                <a:path w="15978" h="20508">
                  <a:moveTo>
                    <a:pt x="15977" y="1292"/>
                  </a:moveTo>
                  <a:lnTo>
                    <a:pt x="15977" y="19217"/>
                  </a:lnTo>
                  <a:lnTo>
                    <a:pt x="15977" y="19217"/>
                  </a:lnTo>
                  <a:lnTo>
                    <a:pt x="15953" y="19485"/>
                  </a:lnTo>
                  <a:lnTo>
                    <a:pt x="15880" y="19728"/>
                  </a:lnTo>
                  <a:lnTo>
                    <a:pt x="15758" y="19948"/>
                  </a:lnTo>
                  <a:lnTo>
                    <a:pt x="15612" y="20142"/>
                  </a:lnTo>
                  <a:lnTo>
                    <a:pt x="15417" y="20289"/>
                  </a:lnTo>
                  <a:lnTo>
                    <a:pt x="15198" y="20410"/>
                  </a:lnTo>
                  <a:lnTo>
                    <a:pt x="14955" y="20483"/>
                  </a:lnTo>
                  <a:lnTo>
                    <a:pt x="14711" y="20508"/>
                  </a:lnTo>
                  <a:lnTo>
                    <a:pt x="1267" y="20508"/>
                  </a:lnTo>
                  <a:lnTo>
                    <a:pt x="1267" y="20508"/>
                  </a:lnTo>
                  <a:lnTo>
                    <a:pt x="1023" y="20483"/>
                  </a:lnTo>
                  <a:lnTo>
                    <a:pt x="780" y="20410"/>
                  </a:lnTo>
                  <a:lnTo>
                    <a:pt x="561" y="20289"/>
                  </a:lnTo>
                  <a:lnTo>
                    <a:pt x="366" y="20142"/>
                  </a:lnTo>
                  <a:lnTo>
                    <a:pt x="220" y="19948"/>
                  </a:lnTo>
                  <a:lnTo>
                    <a:pt x="98" y="19728"/>
                  </a:lnTo>
                  <a:lnTo>
                    <a:pt x="25" y="19485"/>
                  </a:lnTo>
                  <a:lnTo>
                    <a:pt x="1" y="19217"/>
                  </a:lnTo>
                  <a:lnTo>
                    <a:pt x="1" y="1292"/>
                  </a:lnTo>
                  <a:lnTo>
                    <a:pt x="1" y="1292"/>
                  </a:lnTo>
                  <a:lnTo>
                    <a:pt x="25" y="1024"/>
                  </a:lnTo>
                  <a:lnTo>
                    <a:pt x="98" y="780"/>
                  </a:lnTo>
                  <a:lnTo>
                    <a:pt x="220" y="561"/>
                  </a:lnTo>
                  <a:lnTo>
                    <a:pt x="366" y="366"/>
                  </a:lnTo>
                  <a:lnTo>
                    <a:pt x="561" y="220"/>
                  </a:lnTo>
                  <a:lnTo>
                    <a:pt x="780" y="98"/>
                  </a:lnTo>
                  <a:lnTo>
                    <a:pt x="1023" y="25"/>
                  </a:lnTo>
                  <a:lnTo>
                    <a:pt x="1267" y="1"/>
                  </a:lnTo>
                  <a:lnTo>
                    <a:pt x="14711" y="1"/>
                  </a:lnTo>
                  <a:lnTo>
                    <a:pt x="14711" y="1"/>
                  </a:lnTo>
                  <a:lnTo>
                    <a:pt x="14955" y="25"/>
                  </a:lnTo>
                  <a:lnTo>
                    <a:pt x="15198" y="98"/>
                  </a:lnTo>
                  <a:lnTo>
                    <a:pt x="15417" y="220"/>
                  </a:lnTo>
                  <a:lnTo>
                    <a:pt x="15612" y="366"/>
                  </a:lnTo>
                  <a:lnTo>
                    <a:pt x="15758" y="561"/>
                  </a:lnTo>
                  <a:lnTo>
                    <a:pt x="15880" y="780"/>
                  </a:lnTo>
                  <a:lnTo>
                    <a:pt x="15953" y="1024"/>
                  </a:lnTo>
                  <a:lnTo>
                    <a:pt x="15977" y="1292"/>
                  </a:lnTo>
                  <a:lnTo>
                    <a:pt x="15977" y="1292"/>
                  </a:lnTo>
                  <a:close/>
                  <a:moveTo>
                    <a:pt x="7989" y="19899"/>
                  </a:moveTo>
                  <a:lnTo>
                    <a:pt x="7989" y="19899"/>
                  </a:lnTo>
                  <a:lnTo>
                    <a:pt x="8159" y="19875"/>
                  </a:lnTo>
                  <a:lnTo>
                    <a:pt x="8306" y="19826"/>
                  </a:lnTo>
                  <a:lnTo>
                    <a:pt x="8452" y="19753"/>
                  </a:lnTo>
                  <a:lnTo>
                    <a:pt x="8574" y="19655"/>
                  </a:lnTo>
                  <a:lnTo>
                    <a:pt x="8671" y="19534"/>
                  </a:lnTo>
                  <a:lnTo>
                    <a:pt x="8744" y="19387"/>
                  </a:lnTo>
                  <a:lnTo>
                    <a:pt x="8793" y="19241"/>
                  </a:lnTo>
                  <a:lnTo>
                    <a:pt x="8817" y="19071"/>
                  </a:lnTo>
                  <a:lnTo>
                    <a:pt x="8817" y="19071"/>
                  </a:lnTo>
                  <a:lnTo>
                    <a:pt x="8793" y="18900"/>
                  </a:lnTo>
                  <a:lnTo>
                    <a:pt x="8744" y="18754"/>
                  </a:lnTo>
                  <a:lnTo>
                    <a:pt x="8671" y="18608"/>
                  </a:lnTo>
                  <a:lnTo>
                    <a:pt x="8574" y="18486"/>
                  </a:lnTo>
                  <a:lnTo>
                    <a:pt x="8452" y="18389"/>
                  </a:lnTo>
                  <a:lnTo>
                    <a:pt x="8306" y="18316"/>
                  </a:lnTo>
                  <a:lnTo>
                    <a:pt x="8159" y="18267"/>
                  </a:lnTo>
                  <a:lnTo>
                    <a:pt x="7989" y="18243"/>
                  </a:lnTo>
                  <a:lnTo>
                    <a:pt x="7989" y="18243"/>
                  </a:lnTo>
                  <a:lnTo>
                    <a:pt x="7819" y="18267"/>
                  </a:lnTo>
                  <a:lnTo>
                    <a:pt x="7672" y="18316"/>
                  </a:lnTo>
                  <a:lnTo>
                    <a:pt x="7526" y="18389"/>
                  </a:lnTo>
                  <a:lnTo>
                    <a:pt x="7404" y="18486"/>
                  </a:lnTo>
                  <a:lnTo>
                    <a:pt x="7307" y="18608"/>
                  </a:lnTo>
                  <a:lnTo>
                    <a:pt x="7234" y="18754"/>
                  </a:lnTo>
                  <a:lnTo>
                    <a:pt x="7185" y="18900"/>
                  </a:lnTo>
                  <a:lnTo>
                    <a:pt x="7161" y="19071"/>
                  </a:lnTo>
                  <a:lnTo>
                    <a:pt x="7161" y="19071"/>
                  </a:lnTo>
                  <a:lnTo>
                    <a:pt x="7185" y="19241"/>
                  </a:lnTo>
                  <a:lnTo>
                    <a:pt x="7234" y="19387"/>
                  </a:lnTo>
                  <a:lnTo>
                    <a:pt x="7307" y="19534"/>
                  </a:lnTo>
                  <a:lnTo>
                    <a:pt x="7404" y="19655"/>
                  </a:lnTo>
                  <a:lnTo>
                    <a:pt x="7526" y="19753"/>
                  </a:lnTo>
                  <a:lnTo>
                    <a:pt x="7672" y="19826"/>
                  </a:lnTo>
                  <a:lnTo>
                    <a:pt x="7819" y="19875"/>
                  </a:lnTo>
                  <a:lnTo>
                    <a:pt x="7989" y="19899"/>
                  </a:lnTo>
                  <a:lnTo>
                    <a:pt x="7989" y="19899"/>
                  </a:lnTo>
                  <a:close/>
                  <a:moveTo>
                    <a:pt x="14394" y="1584"/>
                  </a:moveTo>
                  <a:lnTo>
                    <a:pt x="1584" y="1584"/>
                  </a:lnTo>
                  <a:lnTo>
                    <a:pt x="1584" y="17634"/>
                  </a:lnTo>
                  <a:lnTo>
                    <a:pt x="14394" y="17634"/>
                  </a:lnTo>
                  <a:lnTo>
                    <a:pt x="14394" y="158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DC991B7-F1F1-4917-9C23-F688909B6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6734" y="1271830"/>
              <a:ext cx="555004" cy="48715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18C144-992A-408B-BFFE-D19181497087}"/>
              </a:ext>
            </a:extLst>
          </p:cNvPr>
          <p:cNvGrpSpPr/>
          <p:nvPr/>
        </p:nvGrpSpPr>
        <p:grpSpPr>
          <a:xfrm>
            <a:off x="845803" y="1758985"/>
            <a:ext cx="457200" cy="792360"/>
            <a:chOff x="914400" y="1676520"/>
            <a:chExt cx="457200" cy="792360"/>
          </a:xfrm>
        </p:grpSpPr>
        <p:sp>
          <p:nvSpPr>
            <p:cNvPr id="19" name="CustomShape 5">
              <a:extLst>
                <a:ext uri="{FF2B5EF4-FFF2-40B4-BE49-F238E27FC236}">
                  <a16:creationId xmlns:a16="http://schemas.microsoft.com/office/drawing/2014/main" id="{4F948CDD-64E3-4B2F-9D8F-18A5FC957C67}"/>
                </a:ext>
              </a:extLst>
            </p:cNvPr>
            <p:cNvSpPr/>
            <p:nvPr/>
          </p:nvSpPr>
          <p:spPr>
            <a:xfrm>
              <a:off x="914400" y="1676520"/>
              <a:ext cx="457200" cy="792360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8B292-E00E-4D11-A3E3-1D9A393FB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26" y="1896883"/>
              <a:ext cx="317366" cy="278568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38AABC0-B769-4318-8F12-E6157CDE298C}"/>
              </a:ext>
            </a:extLst>
          </p:cNvPr>
          <p:cNvGrpSpPr/>
          <p:nvPr/>
        </p:nvGrpSpPr>
        <p:grpSpPr>
          <a:xfrm>
            <a:off x="6601131" y="981734"/>
            <a:ext cx="1393560" cy="1319760"/>
            <a:chOff x="6601131" y="981734"/>
            <a:chExt cx="1393560" cy="1319760"/>
          </a:xfrm>
        </p:grpSpPr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6C3B0BF7-C9D0-4D85-8FEA-9A86ED4ED279}"/>
                </a:ext>
              </a:extLst>
            </p:cNvPr>
            <p:cNvGrpSpPr/>
            <p:nvPr/>
          </p:nvGrpSpPr>
          <p:grpSpPr>
            <a:xfrm>
              <a:off x="6601131" y="981734"/>
              <a:ext cx="1393560" cy="1319760"/>
              <a:chOff x="6126480" y="1188720"/>
              <a:chExt cx="1393560" cy="1319760"/>
            </a:xfrm>
          </p:grpSpPr>
          <p:sp>
            <p:nvSpPr>
              <p:cNvPr id="21" name="CustomShape 7">
                <a:extLst>
                  <a:ext uri="{FF2B5EF4-FFF2-40B4-BE49-F238E27FC236}">
                    <a16:creationId xmlns:a16="http://schemas.microsoft.com/office/drawing/2014/main" id="{D5FD9872-ACCB-493C-A24B-3D7EB1612B37}"/>
                  </a:ext>
                </a:extLst>
              </p:cNvPr>
              <p:cNvSpPr/>
              <p:nvPr/>
            </p:nvSpPr>
            <p:spPr>
              <a:xfrm>
                <a:off x="6483600" y="2222640"/>
                <a:ext cx="679320" cy="285840"/>
              </a:xfrm>
              <a:custGeom>
                <a:avLst/>
                <a:gdLst/>
                <a:ahLst/>
                <a:cxnLst/>
                <a:rect l="l" t="t" r="r" b="b"/>
                <a:pathLst>
                  <a:path w="9012" h="3800">
                    <a:moveTo>
                      <a:pt x="2947" y="0"/>
                    </a:moveTo>
                    <a:lnTo>
                      <a:pt x="2947" y="2947"/>
                    </a:lnTo>
                    <a:lnTo>
                      <a:pt x="853" y="2947"/>
                    </a:lnTo>
                    <a:lnTo>
                      <a:pt x="853" y="2947"/>
                    </a:lnTo>
                    <a:lnTo>
                      <a:pt x="682" y="2947"/>
                    </a:lnTo>
                    <a:lnTo>
                      <a:pt x="512" y="2996"/>
                    </a:lnTo>
                    <a:lnTo>
                      <a:pt x="365" y="3093"/>
                    </a:lnTo>
                    <a:lnTo>
                      <a:pt x="244" y="3191"/>
                    </a:lnTo>
                    <a:lnTo>
                      <a:pt x="146" y="3313"/>
                    </a:lnTo>
                    <a:lnTo>
                      <a:pt x="49" y="3459"/>
                    </a:lnTo>
                    <a:lnTo>
                      <a:pt x="0" y="3629"/>
                    </a:lnTo>
                    <a:lnTo>
                      <a:pt x="0" y="3800"/>
                    </a:lnTo>
                    <a:lnTo>
                      <a:pt x="9011" y="3800"/>
                    </a:lnTo>
                    <a:lnTo>
                      <a:pt x="9011" y="3800"/>
                    </a:lnTo>
                    <a:lnTo>
                      <a:pt x="9011" y="3629"/>
                    </a:lnTo>
                    <a:lnTo>
                      <a:pt x="8963" y="3459"/>
                    </a:lnTo>
                    <a:lnTo>
                      <a:pt x="8865" y="3313"/>
                    </a:lnTo>
                    <a:lnTo>
                      <a:pt x="8768" y="3191"/>
                    </a:lnTo>
                    <a:lnTo>
                      <a:pt x="8646" y="3093"/>
                    </a:lnTo>
                    <a:lnTo>
                      <a:pt x="8500" y="2996"/>
                    </a:lnTo>
                    <a:lnTo>
                      <a:pt x="8330" y="2947"/>
                    </a:lnTo>
                    <a:lnTo>
                      <a:pt x="8159" y="2947"/>
                    </a:lnTo>
                    <a:lnTo>
                      <a:pt x="6065" y="2947"/>
                    </a:lnTo>
                    <a:lnTo>
                      <a:pt x="6065" y="0"/>
                    </a:lnTo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  <p:sp>
            <p:nvSpPr>
              <p:cNvPr id="22" name="CustomShape 8">
                <a:extLst>
                  <a:ext uri="{FF2B5EF4-FFF2-40B4-BE49-F238E27FC236}">
                    <a16:creationId xmlns:a16="http://schemas.microsoft.com/office/drawing/2014/main" id="{D51B9A51-96C9-44FE-930A-9345CC3A81B8}"/>
                  </a:ext>
                </a:extLst>
              </p:cNvPr>
              <p:cNvSpPr/>
              <p:nvPr/>
            </p:nvSpPr>
            <p:spPr>
              <a:xfrm>
                <a:off x="6126480" y="1188720"/>
                <a:ext cx="1393560" cy="1014480"/>
              </a:xfrm>
              <a:custGeom>
                <a:avLst/>
                <a:gdLst/>
                <a:ahLst/>
                <a:cxnLst/>
                <a:rect l="l" t="t" r="r" b="b"/>
                <a:pathLst>
                  <a:path w="18462" h="13445">
                    <a:moveTo>
                      <a:pt x="17974" y="1"/>
                    </a:moveTo>
                    <a:lnTo>
                      <a:pt x="487" y="1"/>
                    </a:lnTo>
                    <a:lnTo>
                      <a:pt x="487" y="1"/>
                    </a:lnTo>
                    <a:lnTo>
                      <a:pt x="390" y="1"/>
                    </a:lnTo>
                    <a:lnTo>
                      <a:pt x="317" y="50"/>
                    </a:lnTo>
                    <a:lnTo>
                      <a:pt x="220" y="74"/>
                    </a:lnTo>
                    <a:lnTo>
                      <a:pt x="146" y="147"/>
                    </a:lnTo>
                    <a:lnTo>
                      <a:pt x="98" y="220"/>
                    </a:lnTo>
                    <a:lnTo>
                      <a:pt x="49" y="293"/>
                    </a:lnTo>
                    <a:lnTo>
                      <a:pt x="25" y="390"/>
                    </a:lnTo>
                    <a:lnTo>
                      <a:pt x="0" y="488"/>
                    </a:lnTo>
                    <a:lnTo>
                      <a:pt x="0" y="12958"/>
                    </a:lnTo>
                    <a:lnTo>
                      <a:pt x="0" y="12958"/>
                    </a:lnTo>
                    <a:lnTo>
                      <a:pt x="25" y="13055"/>
                    </a:lnTo>
                    <a:lnTo>
                      <a:pt x="49" y="13152"/>
                    </a:lnTo>
                    <a:lnTo>
                      <a:pt x="98" y="13226"/>
                    </a:lnTo>
                    <a:lnTo>
                      <a:pt x="146" y="13299"/>
                    </a:lnTo>
                    <a:lnTo>
                      <a:pt x="220" y="13372"/>
                    </a:lnTo>
                    <a:lnTo>
                      <a:pt x="317" y="13396"/>
                    </a:lnTo>
                    <a:lnTo>
                      <a:pt x="390" y="13445"/>
                    </a:lnTo>
                    <a:lnTo>
                      <a:pt x="487" y="13445"/>
                    </a:lnTo>
                    <a:lnTo>
                      <a:pt x="17974" y="13445"/>
                    </a:lnTo>
                    <a:lnTo>
                      <a:pt x="17974" y="13445"/>
                    </a:lnTo>
                    <a:lnTo>
                      <a:pt x="18072" y="13445"/>
                    </a:lnTo>
                    <a:lnTo>
                      <a:pt x="18145" y="13396"/>
                    </a:lnTo>
                    <a:lnTo>
                      <a:pt x="18242" y="13372"/>
                    </a:lnTo>
                    <a:lnTo>
                      <a:pt x="18315" y="13299"/>
                    </a:lnTo>
                    <a:lnTo>
                      <a:pt x="18364" y="13226"/>
                    </a:lnTo>
                    <a:lnTo>
                      <a:pt x="18413" y="13152"/>
                    </a:lnTo>
                    <a:lnTo>
                      <a:pt x="18437" y="13055"/>
                    </a:lnTo>
                    <a:lnTo>
                      <a:pt x="18461" y="12958"/>
                    </a:lnTo>
                    <a:lnTo>
                      <a:pt x="18461" y="488"/>
                    </a:lnTo>
                    <a:lnTo>
                      <a:pt x="18461" y="488"/>
                    </a:lnTo>
                    <a:lnTo>
                      <a:pt x="18437" y="390"/>
                    </a:lnTo>
                    <a:lnTo>
                      <a:pt x="18413" y="293"/>
                    </a:lnTo>
                    <a:lnTo>
                      <a:pt x="18364" y="220"/>
                    </a:lnTo>
                    <a:lnTo>
                      <a:pt x="18315" y="147"/>
                    </a:lnTo>
                    <a:lnTo>
                      <a:pt x="18242" y="74"/>
                    </a:lnTo>
                    <a:lnTo>
                      <a:pt x="18145" y="50"/>
                    </a:lnTo>
                    <a:lnTo>
                      <a:pt x="18072" y="1"/>
                    </a:lnTo>
                    <a:lnTo>
                      <a:pt x="17974" y="1"/>
                    </a:lnTo>
                    <a:lnTo>
                      <a:pt x="17974" y="1"/>
                    </a:lnTo>
                    <a:close/>
                    <a:moveTo>
                      <a:pt x="17000" y="11983"/>
                    </a:moveTo>
                    <a:lnTo>
                      <a:pt x="1462" y="11983"/>
                    </a:lnTo>
                    <a:lnTo>
                      <a:pt x="1462" y="1462"/>
                    </a:lnTo>
                    <a:lnTo>
                      <a:pt x="17000" y="1462"/>
                    </a:lnTo>
                    <a:lnTo>
                      <a:pt x="17000" y="11983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A7C6E2F-F22A-4BA6-8E86-D237572DF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6084" y="1165761"/>
              <a:ext cx="764876" cy="671371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/>
              <a:t>Der </a:t>
            </a:r>
            <a:r>
              <a:rPr lang="en-US" spc="-1" dirty="0" err="1"/>
              <a:t>Weg</a:t>
            </a:r>
            <a:br>
              <a:rPr lang="en-US" spc="-1" dirty="0"/>
            </a:br>
            <a:r>
              <a:rPr lang="en-US" spc="-1" dirty="0"/>
              <a:t>bis </a:t>
            </a:r>
            <a:r>
              <a:rPr lang="en-US" spc="-1" dirty="0" err="1"/>
              <a:t>hier</a:t>
            </a:r>
            <a:r>
              <a:rPr lang="en-US" spc="-1" dirty="0"/>
              <a:t> </a:t>
            </a:r>
            <a:r>
              <a:rPr lang="en-US" spc="-1" dirty="0" err="1"/>
              <a:t>hin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Planung</a:t>
            </a:r>
            <a:r>
              <a:rPr lang="en-US" spc="-1" dirty="0"/>
              <a:t> und </a:t>
            </a:r>
            <a:r>
              <a:rPr lang="en-US" spc="-1" dirty="0" err="1"/>
              <a:t>Durchführung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1788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ED6C7-8E16-4390-A5E2-A4C1181FA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938323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Prototypen-vorstellung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Wie </a:t>
            </a:r>
            <a:r>
              <a:rPr lang="en-US" spc="-1" dirty="0" err="1"/>
              <a:t>weit</a:t>
            </a:r>
            <a:r>
              <a:rPr lang="en-US" spc="-1" dirty="0"/>
              <a:t> </a:t>
            </a:r>
            <a:r>
              <a:rPr lang="en-US" spc="-1" dirty="0" err="1"/>
              <a:t>sind</a:t>
            </a:r>
            <a:r>
              <a:rPr lang="en-US" spc="-1" dirty="0"/>
              <a:t> </a:t>
            </a:r>
            <a:r>
              <a:rPr lang="en-US" spc="-1" dirty="0" err="1"/>
              <a:t>wir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1560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Ausblick</a:t>
            </a:r>
            <a:endParaRPr lang="en-US" b="0" spc="-1" dirty="0">
              <a:latin typeface="Arial"/>
            </a:endParaRPr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Was </a:t>
            </a:r>
            <a:r>
              <a:rPr lang="en-US" spc="-1" dirty="0" err="1"/>
              <a:t>liegt</a:t>
            </a:r>
            <a:r>
              <a:rPr lang="en-US" spc="-1" dirty="0"/>
              <a:t> </a:t>
            </a:r>
            <a:r>
              <a:rPr lang="en-US" spc="-1" dirty="0" err="1"/>
              <a:t>noch</a:t>
            </a:r>
            <a:r>
              <a:rPr lang="en-US" spc="-1" dirty="0"/>
              <a:t> </a:t>
            </a:r>
            <a:r>
              <a:rPr lang="en-US" spc="-1" dirty="0" err="1"/>
              <a:t>vor</a:t>
            </a:r>
            <a:r>
              <a:rPr lang="en-US" spc="-1" dirty="0"/>
              <a:t> </a:t>
            </a:r>
            <a:r>
              <a:rPr lang="en-US" spc="-1" dirty="0" err="1"/>
              <a:t>uns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384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EFBA0F8-5ECF-40C4-AC51-8E89A7ACF702}"/>
              </a:ext>
            </a:extLst>
          </p:cNvPr>
          <p:cNvGrpSpPr/>
          <p:nvPr/>
        </p:nvGrpSpPr>
        <p:grpSpPr>
          <a:xfrm>
            <a:off x="1216348" y="407601"/>
            <a:ext cx="2497473" cy="4328297"/>
            <a:chOff x="1216348" y="407601"/>
            <a:chExt cx="2497473" cy="432829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6B5BC36-B1BE-41B0-8093-F5D0F153DADA}"/>
                </a:ext>
              </a:extLst>
            </p:cNvPr>
            <p:cNvGrpSpPr/>
            <p:nvPr/>
          </p:nvGrpSpPr>
          <p:grpSpPr>
            <a:xfrm>
              <a:off x="1517375" y="959561"/>
              <a:ext cx="1896672" cy="2975516"/>
              <a:chOff x="1517375" y="959561"/>
              <a:chExt cx="1896672" cy="297551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BC151C0-2389-483B-9DE6-CE8BF36E15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b="40710"/>
              <a:stretch/>
            </p:blipFill>
            <p:spPr>
              <a:xfrm>
                <a:off x="1517375" y="959561"/>
                <a:ext cx="1896672" cy="2009299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896CAA22-0677-4A02-AE7E-E074619BEC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t="83896"/>
              <a:stretch/>
            </p:blipFill>
            <p:spPr>
              <a:xfrm>
                <a:off x="1517375" y="3389331"/>
                <a:ext cx="1896672" cy="545746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5994EB-4EE6-462B-9C08-AAC07D56C2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t="64677" b="22903"/>
              <a:stretch/>
            </p:blipFill>
            <p:spPr>
              <a:xfrm>
                <a:off x="1517375" y="2968860"/>
                <a:ext cx="1896672" cy="420866"/>
              </a:xfrm>
              <a:prstGeom prst="rect">
                <a:avLst/>
              </a:prstGeom>
            </p:spPr>
          </p:pic>
        </p:grpSp>
        <p:sp>
          <p:nvSpPr>
            <p:cNvPr id="5" name="CustomShape 5">
              <a:extLst>
                <a:ext uri="{FF2B5EF4-FFF2-40B4-BE49-F238E27FC236}">
                  <a16:creationId xmlns:a16="http://schemas.microsoft.com/office/drawing/2014/main" id="{9B8F6E41-1EEA-4172-A514-E9F17451C55A}"/>
                </a:ext>
              </a:extLst>
            </p:cNvPr>
            <p:cNvSpPr/>
            <p:nvPr/>
          </p:nvSpPr>
          <p:spPr>
            <a:xfrm>
              <a:off x="1216348" y="407601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C4702B5-B261-45FF-ABA1-07DD9300D47A}"/>
              </a:ext>
            </a:extLst>
          </p:cNvPr>
          <p:cNvGrpSpPr/>
          <p:nvPr/>
        </p:nvGrpSpPr>
        <p:grpSpPr>
          <a:xfrm>
            <a:off x="5430179" y="407995"/>
            <a:ext cx="2497473" cy="4328297"/>
            <a:chOff x="5430179" y="407995"/>
            <a:chExt cx="2497473" cy="432829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EDDF90-D07D-4A7C-9515-625BB93AAC52}"/>
                </a:ext>
              </a:extLst>
            </p:cNvPr>
            <p:cNvGrpSpPr/>
            <p:nvPr/>
          </p:nvGrpSpPr>
          <p:grpSpPr>
            <a:xfrm>
              <a:off x="5729952" y="959955"/>
              <a:ext cx="1904443" cy="2947677"/>
              <a:chOff x="5729952" y="959955"/>
              <a:chExt cx="1904443" cy="2947677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A1FC245-2B5C-442A-8493-DFBE6E2CCED9}"/>
                  </a:ext>
                </a:extLst>
              </p:cNvPr>
              <p:cNvGrpSpPr/>
              <p:nvPr/>
            </p:nvGrpSpPr>
            <p:grpSpPr>
              <a:xfrm>
                <a:off x="5729952" y="959955"/>
                <a:ext cx="1903255" cy="2947677"/>
                <a:chOff x="5729952" y="959955"/>
                <a:chExt cx="1903255" cy="2947677"/>
              </a:xfrm>
            </p:grpSpPr>
            <p:pic>
              <p:nvPicPr>
                <p:cNvPr id="24" name="Picture 23">
                  <a:extLst>
                    <a:ext uri="{FF2B5EF4-FFF2-40B4-BE49-F238E27FC236}">
                      <a16:creationId xmlns:a16="http://schemas.microsoft.com/office/drawing/2014/main" id="{04ACFA50-4275-4748-8F93-E4AED21468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t="35502" b="61544"/>
                <a:stretch/>
              </p:blipFill>
              <p:spPr>
                <a:xfrm>
                  <a:off x="5729952" y="3389726"/>
                  <a:ext cx="1896673" cy="517906"/>
                </a:xfrm>
                <a:prstGeom prst="rect">
                  <a:avLst/>
                </a:prstGeom>
              </p:spPr>
            </p:pic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1EE3AB1A-2EDD-4AC5-8C57-6F9AD18AA8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b="28246"/>
                <a:stretch/>
              </p:blipFill>
              <p:spPr>
                <a:xfrm>
                  <a:off x="5736534" y="959955"/>
                  <a:ext cx="1896673" cy="2429771"/>
                </a:xfrm>
                <a:prstGeom prst="rect">
                  <a:avLst/>
                </a:prstGeom>
              </p:spPr>
            </p:pic>
          </p:grp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5309C77-524C-4B89-A42F-26A839115C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96008" b="-6811"/>
              <a:stretch/>
            </p:blipFill>
            <p:spPr>
              <a:xfrm>
                <a:off x="5737722" y="3386545"/>
                <a:ext cx="1896673" cy="365836"/>
              </a:xfrm>
              <a:prstGeom prst="rect">
                <a:avLst/>
              </a:prstGeom>
            </p:spPr>
          </p:pic>
        </p:grpSp>
        <p:sp>
          <p:nvSpPr>
            <p:cNvPr id="14" name="CustomShape 5">
              <a:extLst>
                <a:ext uri="{FF2B5EF4-FFF2-40B4-BE49-F238E27FC236}">
                  <a16:creationId xmlns:a16="http://schemas.microsoft.com/office/drawing/2014/main" id="{B71A8171-D6E1-49C3-B693-D42377CEBC52}"/>
                </a:ext>
              </a:extLst>
            </p:cNvPr>
            <p:cNvSpPr/>
            <p:nvPr/>
          </p:nvSpPr>
          <p:spPr>
            <a:xfrm>
              <a:off x="5430179" y="407995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</p:spTree>
    <p:extLst>
      <p:ext uri="{BB962C8B-B14F-4D97-AF65-F5344CB8AC3E}">
        <p14:creationId xmlns:p14="http://schemas.microsoft.com/office/powerpoint/2010/main" val="151445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0"/>
          <p:cNvSpPr txBox="1"/>
          <p:nvPr/>
        </p:nvSpPr>
        <p:spPr>
          <a:xfrm>
            <a:off x="2773450" y="1150500"/>
            <a:ext cx="57825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5200" b="1" dirty="0" err="1">
                <a:latin typeface="Poppins"/>
                <a:cs typeface="Poppins"/>
                <a:sym typeface="Poppins Light"/>
              </a:rPr>
              <a:t>Vielen</a:t>
            </a:r>
            <a:r>
              <a:rPr lang="en-US" sz="5200" b="1" dirty="0">
                <a:latin typeface="Poppins"/>
                <a:cs typeface="Poppins"/>
                <a:sym typeface="Poppins Light"/>
              </a:rPr>
              <a:t> Dank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 b="1" dirty="0" err="1">
                <a:latin typeface="Poppins"/>
                <a:cs typeface="Poppins"/>
                <a:sym typeface="Poppins Light"/>
              </a:rPr>
              <a:t>für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Ihre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Aufmerksamkeit</a:t>
            </a:r>
            <a:endParaRPr sz="2800" b="1" dirty="0">
              <a:latin typeface="Poppins"/>
              <a:cs typeface="Poppins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909" name="Google Shape;909;p40"/>
          <p:cNvSpPr txBox="1"/>
          <p:nvPr/>
        </p:nvSpPr>
        <p:spPr>
          <a:xfrm>
            <a:off x="1258575" y="1092646"/>
            <a:ext cx="1440600" cy="1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600">
                <a:solidFill>
                  <a:srgbClr val="F1C232"/>
                </a:solidFill>
                <a:latin typeface="Poppins Light"/>
                <a:ea typeface="Poppins Light"/>
                <a:cs typeface="Poppins Light"/>
                <a:sym typeface="Poppins Light"/>
              </a:rPr>
              <a:t>😉</a:t>
            </a:r>
            <a:endParaRPr sz="9600">
              <a:solidFill>
                <a:srgbClr val="F1C23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FB328C7-FCBF-A645-A47C-5AC64030C7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mbeline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103</Words>
  <Application>Microsoft Office PowerPoint</Application>
  <PresentationFormat>On-screen Show (16:9)</PresentationFormat>
  <Paragraphs>41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Poppins Light</vt:lpstr>
      <vt:lpstr>Poppins</vt:lpstr>
      <vt:lpstr>Arial</vt:lpstr>
      <vt:lpstr>Cymbeline template</vt:lpstr>
      <vt:lpstr>driving-e-car</vt:lpstr>
      <vt:lpstr>Hallo!</vt:lpstr>
      <vt:lpstr>Agenda</vt:lpstr>
      <vt:lpstr>Unser Auftrag</vt:lpstr>
      <vt:lpstr>PowerPoint Presentation</vt:lpstr>
      <vt:lpstr>PowerPoint Presentation</vt:lpstr>
      <vt:lpstr>Entscheidungen</vt:lpstr>
      <vt:lpstr>Big concept</vt:lpstr>
      <vt:lpstr>Der Weg bis hier hin</vt:lpstr>
      <vt:lpstr>PowerPoint Presentation</vt:lpstr>
      <vt:lpstr>Prototypen-vorstellung</vt:lpstr>
      <vt:lpstr>Ausblick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Florian</cp:lastModifiedBy>
  <cp:revision>25</cp:revision>
  <dcterms:modified xsi:type="dcterms:W3CDTF">2018-12-11T17:06:55Z</dcterms:modified>
</cp:coreProperties>
</file>