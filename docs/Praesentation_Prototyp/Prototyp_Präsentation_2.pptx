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8" r:id="rId3"/>
    <p:sldId id="261" r:id="rId4"/>
    <p:sldId id="259" r:id="rId5"/>
    <p:sldId id="290" r:id="rId6"/>
    <p:sldId id="296" r:id="rId7"/>
    <p:sldId id="260" r:id="rId8"/>
    <p:sldId id="295" r:id="rId9"/>
    <p:sldId id="262" r:id="rId10"/>
    <p:sldId id="294" r:id="rId11"/>
    <p:sldId id="286" r:id="rId12"/>
    <p:sldId id="292" r:id="rId13"/>
    <p:sldId id="293" r:id="rId14"/>
    <p:sldId id="288" r:id="rId15"/>
    <p:sldId id="289" r:id="rId16"/>
    <p:sldId id="282" r:id="rId17"/>
  </p:sldIdLst>
  <p:sldSz cx="9144000" cy="5143500" type="screen16x9"/>
  <p:notesSz cx="6858000" cy="9144000"/>
  <p:embeddedFontLst>
    <p:embeddedFont>
      <p:font typeface="Poppins" panose="020B0604020202020204" charset="0"/>
      <p:regular r:id="rId19"/>
      <p:bold r:id="rId20"/>
      <p:italic r:id="rId21"/>
      <p:boldItalic r:id="rId22"/>
    </p:embeddedFont>
    <p:embeddedFont>
      <p:font typeface="Poppins Light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171"/>
    <a:srgbClr val="818181"/>
    <a:srgbClr val="898989"/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60"/>
    <p:restoredTop sz="81633" autoAdjust="0"/>
  </p:normalViewPr>
  <p:slideViewPr>
    <p:cSldViewPr snapToGrid="0" snapToObjects="1">
      <p:cViewPr>
        <p:scale>
          <a:sx n="75" d="100"/>
          <a:sy n="75" d="100"/>
        </p:scale>
        <p:origin x="1296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Aufhänger</a:t>
            </a:r>
            <a:r>
              <a:rPr lang="en-US" dirty="0"/>
              <a:t>, Interesse </a:t>
            </a:r>
            <a:r>
              <a:rPr lang="en-US" dirty="0" err="1"/>
              <a:t>wecken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Marktlücke</a:t>
            </a:r>
            <a:r>
              <a:rPr lang="en-US" dirty="0"/>
              <a:t>??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Kurze</a:t>
            </a:r>
            <a:r>
              <a:rPr lang="en-US" dirty="0"/>
              <a:t> </a:t>
            </a:r>
            <a:r>
              <a:rPr lang="en-US" dirty="0" err="1"/>
              <a:t>Vorstellung</a:t>
            </a:r>
            <a:r>
              <a:rPr lang="en-US" dirty="0"/>
              <a:t> der </a:t>
            </a:r>
            <a:r>
              <a:rPr lang="en-US" dirty="0" err="1"/>
              <a:t>Personen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? (-&gt; Am Ende, </a:t>
            </a:r>
            <a:r>
              <a:rPr lang="en-US" dirty="0" err="1"/>
              <a:t>wenn</a:t>
            </a:r>
            <a:r>
              <a:rPr lang="en-US" dirty="0"/>
              <a:t> Zeit und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Verständis</a:t>
            </a:r>
            <a:r>
              <a:rPr lang="en-US" dirty="0"/>
              <a:t> </a:t>
            </a:r>
            <a:r>
              <a:rPr lang="en-US" dirty="0" err="1"/>
              <a:t>direkt</a:t>
            </a:r>
            <a:r>
              <a:rPr lang="en-US" dirty="0"/>
              <a:t>)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Da </a:t>
            </a:r>
            <a:r>
              <a:rPr lang="en-US" dirty="0" err="1"/>
              <a:t>kommt</a:t>
            </a:r>
            <a:r>
              <a:rPr lang="en-US" dirty="0"/>
              <a:t> Driving-E-Car.de ins Spiel!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341275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Kunden</a:t>
            </a:r>
            <a:r>
              <a:rPr lang="en-US" dirty="0"/>
              <a:t> direct </a:t>
            </a:r>
            <a:r>
              <a:rPr lang="en-US" dirty="0" err="1"/>
              <a:t>ansprechen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“Herr </a:t>
            </a:r>
            <a:r>
              <a:rPr lang="en-US" dirty="0" err="1"/>
              <a:t>Jarzina</a:t>
            </a:r>
            <a:r>
              <a:rPr lang="en-US" dirty="0"/>
              <a:t>, </a:t>
            </a: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erinneren</a:t>
            </a:r>
            <a:r>
              <a:rPr lang="en-US" dirty="0"/>
              <a:t> Sie </a:t>
            </a:r>
            <a:r>
              <a:rPr lang="en-US" dirty="0" err="1"/>
              <a:t>sich</a:t>
            </a:r>
            <a:r>
              <a:rPr lang="en-US" dirty="0"/>
              <a:t>, </a:t>
            </a:r>
            <a:r>
              <a:rPr lang="en-US" dirty="0" err="1"/>
              <a:t>ihr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ersten</a:t>
            </a:r>
            <a:r>
              <a:rPr lang="en-US" dirty="0"/>
              <a:t> Meeting was …”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persönliche</a:t>
            </a:r>
            <a:r>
              <a:rPr lang="en-US" dirty="0"/>
              <a:t> und </a:t>
            </a:r>
            <a:r>
              <a:rPr lang="en-US" dirty="0" err="1"/>
              <a:t>technischer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 (Web, Mobile, </a:t>
            </a:r>
            <a:r>
              <a:rPr lang="en-US" dirty="0" err="1"/>
              <a:t>ect</a:t>
            </a:r>
            <a:r>
              <a:rPr lang="en-US" dirty="0"/>
              <a:t>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 err="1"/>
              <a:t>Entscheidung</a:t>
            </a:r>
            <a:r>
              <a:rPr lang="en-US" dirty="0"/>
              <a:t>: </a:t>
            </a:r>
            <a:r>
              <a:rPr lang="en-US" dirty="0" err="1"/>
              <a:t>Adminbereich</a:t>
            </a:r>
            <a:r>
              <a:rPr lang="en-US" dirty="0"/>
              <a:t> -&gt; phpMyAdmin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dirty="0"/>
              <a:t>Next page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32643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ermöglicht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Technisk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haben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gemeinsam</a:t>
            </a:r>
            <a:r>
              <a:rPr lang="en-US" dirty="0"/>
              <a:t> </a:t>
            </a:r>
            <a:r>
              <a:rPr lang="en-US" dirty="0" err="1"/>
              <a:t>erarbeitet</a:t>
            </a:r>
            <a:r>
              <a:rPr lang="en-US" dirty="0"/>
              <a:t>, was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unser</a:t>
            </a:r>
            <a:r>
              <a:rPr lang="en-US" dirty="0"/>
              <a:t> Team (</a:t>
            </a:r>
            <a:r>
              <a:rPr lang="en-US" dirty="0" err="1"/>
              <a:t>z.B</a:t>
            </a:r>
            <a:r>
              <a:rPr lang="en-US" dirty="0"/>
              <a:t>. </a:t>
            </a:r>
            <a:r>
              <a:rPr lang="en-US" dirty="0" err="1"/>
              <a:t>wir</a:t>
            </a:r>
            <a:r>
              <a:rPr lang="en-US" dirty="0"/>
              <a:t> plus electron)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Technik: Angular (GUI), Ionic (</a:t>
            </a:r>
            <a:r>
              <a:rPr lang="en-US" dirty="0" err="1"/>
              <a:t>cordova</a:t>
            </a:r>
            <a:r>
              <a:rPr lang="en-US" dirty="0"/>
              <a:t>, Mobile App Builder), Electron (Desktop)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Falls Zeit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grobes</a:t>
            </a:r>
            <a:r>
              <a:rPr lang="en-US" dirty="0"/>
              <a:t> </a:t>
            </a:r>
            <a:r>
              <a:rPr lang="en-US" dirty="0" err="1"/>
              <a:t>technisches</a:t>
            </a:r>
            <a:r>
              <a:rPr lang="en-US" dirty="0"/>
              <a:t> </a:t>
            </a:r>
            <a:r>
              <a:rPr lang="en-US" dirty="0" err="1"/>
              <a:t>Verständnis</a:t>
            </a:r>
            <a:r>
              <a:rPr lang="en-US" dirty="0"/>
              <a:t> und </a:t>
            </a:r>
            <a:r>
              <a:rPr lang="en-US" dirty="0" err="1"/>
              <a:t>für</a:t>
            </a:r>
            <a:r>
              <a:rPr lang="en-US" dirty="0"/>
              <a:t> den </a:t>
            </a:r>
            <a:r>
              <a:rPr lang="en-US" dirty="0" err="1"/>
              <a:t>Unterschied</a:t>
            </a:r>
            <a:r>
              <a:rPr lang="en-US" dirty="0"/>
              <a:t> </a:t>
            </a:r>
            <a:r>
              <a:rPr lang="en-US" dirty="0" err="1"/>
              <a:t>architektur</a:t>
            </a:r>
            <a:r>
              <a:rPr lang="en-US" dirty="0"/>
              <a:t> </a:t>
            </a:r>
            <a:r>
              <a:rPr lang="en-US" dirty="0" err="1"/>
              <a:t>Bilder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der README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nebenssatz</a:t>
            </a:r>
            <a:r>
              <a:rPr lang="en-US" dirty="0"/>
              <a:t> </a:t>
            </a:r>
            <a:r>
              <a:rPr lang="en-US" dirty="0" err="1"/>
              <a:t>erwähnen</a:t>
            </a:r>
            <a:r>
              <a:rPr lang="en-US" dirty="0"/>
              <a:t>, das </a:t>
            </a:r>
            <a:r>
              <a:rPr lang="en-US" dirty="0" err="1"/>
              <a:t>Anmelden</a:t>
            </a:r>
            <a:r>
              <a:rPr lang="en-US" dirty="0"/>
              <a:t> und </a:t>
            </a:r>
            <a:r>
              <a:rPr lang="en-US" dirty="0" err="1"/>
              <a:t>Registrieren</a:t>
            </a:r>
            <a:r>
              <a:rPr lang="en-US" dirty="0"/>
              <a:t> </a:t>
            </a:r>
            <a:r>
              <a:rPr lang="en-US" dirty="0" err="1"/>
              <a:t>fertig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banalität</a:t>
            </a:r>
            <a:r>
              <a:rPr lang="en-US" dirty="0"/>
              <a:t> und </a:t>
            </a:r>
            <a:r>
              <a:rPr lang="en-US" dirty="0" err="1"/>
              <a:t>zeitgründen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vorgeführt</a:t>
            </a:r>
            <a:r>
              <a:rPr lang="en-US" dirty="0"/>
              <a:t> </a:t>
            </a:r>
            <a:r>
              <a:rPr lang="en-US" dirty="0" err="1"/>
              <a:t>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Savety</a:t>
            </a:r>
            <a:r>
              <a:rPr lang="en-US" dirty="0"/>
              <a:t> first.</a:t>
            </a:r>
          </a:p>
          <a:p>
            <a:pPr marL="139700" indent="0">
              <a:buNone/>
            </a:pPr>
            <a:r>
              <a:rPr lang="en-US" dirty="0"/>
              <a:t>Falls DEMO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irgendeinem</a:t>
            </a:r>
            <a:r>
              <a:rPr lang="en-US" dirty="0"/>
              <a:t> </a:t>
            </a:r>
            <a:r>
              <a:rPr lang="en-US" dirty="0" err="1"/>
              <a:t>Grund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Für</a:t>
            </a:r>
            <a:r>
              <a:rPr lang="en-US" dirty="0"/>
              <a:t> die PDF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Am </a:t>
            </a:r>
            <a:r>
              <a:rPr lang="en-US" dirty="0" err="1"/>
              <a:t>Besten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Story </a:t>
            </a:r>
            <a:r>
              <a:rPr lang="en-US" dirty="0" err="1"/>
              <a:t>verpacken</a:t>
            </a:r>
            <a:r>
              <a:rPr lang="en-US" dirty="0"/>
              <a:t>.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Web: Demo: </a:t>
            </a:r>
            <a:r>
              <a:rPr lang="en-US" dirty="0" err="1"/>
              <a:t>Hauptseite</a:t>
            </a:r>
            <a:r>
              <a:rPr lang="en-US" dirty="0"/>
              <a:t>, Filter </a:t>
            </a:r>
            <a:r>
              <a:rPr lang="en-US" dirty="0" err="1"/>
              <a:t>Beispiele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 </a:t>
            </a:r>
            <a:r>
              <a:rPr lang="en-US" dirty="0" err="1"/>
              <a:t>Ansicht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schnell,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kurz</a:t>
            </a:r>
            <a:r>
              <a:rPr lang="en-US" dirty="0"/>
              <a:t> die </a:t>
            </a:r>
            <a:r>
              <a:rPr lang="en-US" dirty="0" err="1"/>
              <a:t>Reistrierung</a:t>
            </a:r>
            <a:r>
              <a:rPr lang="en-US" dirty="0"/>
              <a:t> und </a:t>
            </a:r>
            <a:r>
              <a:rPr lang="en-US" dirty="0" err="1"/>
              <a:t>Anmelde</a:t>
            </a:r>
            <a:r>
              <a:rPr lang="en-US" dirty="0"/>
              <a:t> </a:t>
            </a:r>
            <a:r>
              <a:rPr lang="en-US" dirty="0" err="1"/>
              <a:t>Maske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855404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Besondere</a:t>
            </a:r>
            <a:r>
              <a:rPr lang="en-US" dirty="0"/>
              <a:t> </a:t>
            </a:r>
            <a:r>
              <a:rPr lang="en-US" dirty="0" err="1"/>
              <a:t>teschniche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</a:t>
            </a:r>
            <a:r>
              <a:rPr lang="en-US" dirty="0" err="1"/>
              <a:t>Applikation</a:t>
            </a:r>
            <a:r>
              <a:rPr lang="en-US" dirty="0"/>
              <a:t>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. Web, Mobile, etc.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90844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 err="1"/>
              <a:t>Restliche</a:t>
            </a:r>
            <a:r>
              <a:rPr lang="en-US" dirty="0"/>
              <a:t> Filter </a:t>
            </a:r>
            <a:r>
              <a:rPr lang="en-US" dirty="0" err="1"/>
              <a:t>definieren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Mehr</a:t>
            </a:r>
            <a:r>
              <a:rPr lang="en-US" dirty="0"/>
              <a:t> Demo </a:t>
            </a:r>
            <a:r>
              <a:rPr lang="en-US" dirty="0" err="1"/>
              <a:t>Daten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Detail </a:t>
            </a:r>
            <a:r>
              <a:rPr lang="en-US" dirty="0" err="1"/>
              <a:t>ansicht</a:t>
            </a:r>
            <a:r>
              <a:rPr lang="en-US" dirty="0"/>
              <a:t> </a:t>
            </a:r>
            <a:r>
              <a:rPr lang="en-US" dirty="0" err="1"/>
              <a:t>einzelner</a:t>
            </a:r>
            <a:r>
              <a:rPr lang="en-US" dirty="0"/>
              <a:t> Autos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Bewertung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954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Hoch </a:t>
            </a:r>
            <a:r>
              <a:rPr lang="en-US" dirty="0" err="1"/>
              <a:t>fragen</a:t>
            </a:r>
            <a:r>
              <a:rPr lang="en-US" dirty="0"/>
              <a:t>? (</a:t>
            </a:r>
            <a:r>
              <a:rPr lang="en-US" dirty="0" err="1"/>
              <a:t>Noch</a:t>
            </a:r>
            <a:r>
              <a:rPr lang="en-US" dirty="0"/>
              <a:t> Zeit?)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604364-4049-43BF-984A-48E60019012D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82D902-5CDC-48A2-8AD6-E690B8151991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5D6BC1A-444B-4533-8C40-05730D684831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grpSp>
        <p:nvGrpSpPr>
          <p:cNvPr id="38" name="Gruppieren 15">
            <a:extLst>
              <a:ext uri="{FF2B5EF4-FFF2-40B4-BE49-F238E27FC236}">
                <a16:creationId xmlns:a16="http://schemas.microsoft.com/office/drawing/2014/main" id="{B4666526-6F3C-4F68-9808-5D51FF34FC17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39" name="Gruppieren 13">
              <a:extLst>
                <a:ext uri="{FF2B5EF4-FFF2-40B4-BE49-F238E27FC236}">
                  <a16:creationId xmlns:a16="http://schemas.microsoft.com/office/drawing/2014/main" id="{490496E6-45EA-4ADD-8609-EF43B8842189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41" name="Grafik 2">
                <a:extLst>
                  <a:ext uri="{FF2B5EF4-FFF2-40B4-BE49-F238E27FC236}">
                    <a16:creationId xmlns:a16="http://schemas.microsoft.com/office/drawing/2014/main" id="{18EB6387-5BB9-4C1B-98F2-81C3CDB6502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42" name="Gruppieren 12">
                <a:extLst>
                  <a:ext uri="{FF2B5EF4-FFF2-40B4-BE49-F238E27FC236}">
                    <a16:creationId xmlns:a16="http://schemas.microsoft.com/office/drawing/2014/main" id="{A3B1CD16-691B-4B3E-B7A6-DF6916054B16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43" name="Textfeld 9">
                  <a:extLst>
                    <a:ext uri="{FF2B5EF4-FFF2-40B4-BE49-F238E27FC236}">
                      <a16:creationId xmlns:a16="http://schemas.microsoft.com/office/drawing/2014/main" id="{355EF4AF-F4F2-4220-AAB8-142C6B344CCF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44" name="Textfeld 11">
                  <a:extLst>
                    <a:ext uri="{FF2B5EF4-FFF2-40B4-BE49-F238E27FC236}">
                      <a16:creationId xmlns:a16="http://schemas.microsoft.com/office/drawing/2014/main" id="{3E40D9CA-8CAC-4BA2-BB35-AF3B3011EB95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40" name="Textfeld 14">
              <a:extLst>
                <a:ext uri="{FF2B5EF4-FFF2-40B4-BE49-F238E27FC236}">
                  <a16:creationId xmlns:a16="http://schemas.microsoft.com/office/drawing/2014/main" id="{76CBA897-18B7-4125-97EC-B4D5D234335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CE7E4228-0ED7-CB46-946A-202EE2294ACB}"/>
              </a:ext>
            </a:extLst>
          </p:cNvPr>
          <p:cNvGrpSpPr/>
          <p:nvPr userDrawn="1"/>
        </p:nvGrpSpPr>
        <p:grpSpPr>
          <a:xfrm>
            <a:off x="-6626" y="4955532"/>
            <a:ext cx="9161411" cy="239942"/>
            <a:chOff x="-6626" y="4955532"/>
            <a:chExt cx="9161411" cy="239942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7AF5221C-635A-4045-8054-50C69BDB168F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16" name="Grafik 15">
                <a:extLst>
                  <a:ext uri="{FF2B5EF4-FFF2-40B4-BE49-F238E27FC236}">
                    <a16:creationId xmlns:a16="http://schemas.microsoft.com/office/drawing/2014/main" id="{5EE563E0-5717-9C46-A125-BDBDD8056C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99EEA52-E1DF-D14B-81A9-12FFD74AA6BE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41FCB252-365D-2D43-B83E-BB2643AB9160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BC809F9E-A73F-3144-AB5B-A47A2978E5D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B0FA1353-F5B0-944C-A763-C7D6D7142EC0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AFAAD68-D17D-461E-BF17-19C3D85675AF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AB65C4-4DAA-44E7-990E-FF7B4F560B25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E5E036-F03A-4A40-80A5-46C9CE7FFF6A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8" name="Gruppieren 15">
            <a:extLst>
              <a:ext uri="{FF2B5EF4-FFF2-40B4-BE49-F238E27FC236}">
                <a16:creationId xmlns:a16="http://schemas.microsoft.com/office/drawing/2014/main" id="{0854F103-C5AE-45BE-8C80-24B23EA59E45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19" name="Gruppieren 13">
              <a:extLst>
                <a:ext uri="{FF2B5EF4-FFF2-40B4-BE49-F238E27FC236}">
                  <a16:creationId xmlns:a16="http://schemas.microsoft.com/office/drawing/2014/main" id="{4895FB6F-35B7-4EEA-A12A-AA3A1BFEFB7E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1" name="Grafik 2">
                <a:extLst>
                  <a:ext uri="{FF2B5EF4-FFF2-40B4-BE49-F238E27FC236}">
                    <a16:creationId xmlns:a16="http://schemas.microsoft.com/office/drawing/2014/main" id="{C8379682-FBF8-47D6-B4E5-30A954BE2A8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2" name="Gruppieren 12">
                <a:extLst>
                  <a:ext uri="{FF2B5EF4-FFF2-40B4-BE49-F238E27FC236}">
                    <a16:creationId xmlns:a16="http://schemas.microsoft.com/office/drawing/2014/main" id="{BB0200B5-576B-4EED-A8E7-B59B232CCC7F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3" name="Textfeld 9">
                  <a:extLst>
                    <a:ext uri="{FF2B5EF4-FFF2-40B4-BE49-F238E27FC236}">
                      <a16:creationId xmlns:a16="http://schemas.microsoft.com/office/drawing/2014/main" id="{AE6F1098-02DF-4E76-BA13-D6B5A7895F1B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4" name="Textfeld 11">
                  <a:extLst>
                    <a:ext uri="{FF2B5EF4-FFF2-40B4-BE49-F238E27FC236}">
                      <a16:creationId xmlns:a16="http://schemas.microsoft.com/office/drawing/2014/main" id="{14CE7D0F-485E-40C6-ACD0-9B58C9B99693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0" name="Textfeld 14">
              <a:extLst>
                <a:ext uri="{FF2B5EF4-FFF2-40B4-BE49-F238E27FC236}">
                  <a16:creationId xmlns:a16="http://schemas.microsoft.com/office/drawing/2014/main" id="{E1943A1A-C8DE-4042-A1A4-8CF8E812061E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</a:t>
            </a:r>
            <a:r>
              <a:rPr lang="en-US" sz="9600"/>
              <a:t>a</a:t>
            </a:r>
            <a:r>
              <a:rPr lang="en" sz="9600"/>
              <a:t>llo</a:t>
            </a:r>
            <a:r>
              <a:rPr lang="en" sz="9600" dirty="0"/>
              <a:t>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oud 15">
            <a:extLst>
              <a:ext uri="{FF2B5EF4-FFF2-40B4-BE49-F238E27FC236}">
                <a16:creationId xmlns:a16="http://schemas.microsoft.com/office/drawing/2014/main" id="{FE329A19-5DA2-4C3A-A497-2FAB37BB9D50}"/>
              </a:ext>
            </a:extLst>
          </p:cNvPr>
          <p:cNvSpPr/>
          <p:nvPr/>
        </p:nvSpPr>
        <p:spPr>
          <a:xfrm>
            <a:off x="1544997" y="1097305"/>
            <a:ext cx="5329330" cy="2744787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60747-D4B7-4076-812F-1B2CDA895271}"/>
              </a:ext>
            </a:extLst>
          </p:cNvPr>
          <p:cNvSpPr/>
          <p:nvPr/>
        </p:nvSpPr>
        <p:spPr>
          <a:xfrm>
            <a:off x="4733366" y="1166125"/>
            <a:ext cx="1331258" cy="21281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CDBF93-E351-4AF4-A01A-D7C2B38E5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870" y="2002025"/>
            <a:ext cx="2223792" cy="13334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5A2103A-94E8-46BB-8FF6-E49C0518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712" y="2469699"/>
            <a:ext cx="683101" cy="6831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3D096-88F0-403D-AB7A-CFF432539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3651" y="1529016"/>
            <a:ext cx="801221" cy="801221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1486821-1AA3-4DB8-91ED-3B2863FBC2F7}"/>
              </a:ext>
            </a:extLst>
          </p:cNvPr>
          <p:cNvSpPr/>
          <p:nvPr/>
        </p:nvSpPr>
        <p:spPr>
          <a:xfrm>
            <a:off x="764088" y="3018329"/>
            <a:ext cx="268941" cy="26894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B691D4-5E6C-4E61-8602-B4F66439CD50}"/>
              </a:ext>
            </a:extLst>
          </p:cNvPr>
          <p:cNvSpPr/>
          <p:nvPr/>
        </p:nvSpPr>
        <p:spPr>
          <a:xfrm>
            <a:off x="1160801" y="2697488"/>
            <a:ext cx="395932" cy="45531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E2A5BDE-3588-49D3-AA80-A29F7B642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196" y="3400464"/>
            <a:ext cx="1201197" cy="120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D400-25DC-48D4-BDB8-9CE098B0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F9405-DDF2-4B02-A776-B815CD4B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E-Auto?</a:t>
            </a:r>
          </a:p>
          <a:p>
            <a:r>
              <a:rPr lang="en-US" dirty="0"/>
              <a:t>Welches E-Auto?</a:t>
            </a:r>
          </a:p>
          <a:p>
            <a:r>
              <a:rPr lang="en-US" dirty="0" err="1"/>
              <a:t>Worauf</a:t>
            </a:r>
            <a:r>
              <a:rPr lang="en-US" dirty="0"/>
              <a:t> muss man </a:t>
            </a:r>
            <a:r>
              <a:rPr lang="en-US" dirty="0" err="1"/>
              <a:t>achten</a:t>
            </a:r>
            <a:r>
              <a:rPr lang="en-US" dirty="0"/>
              <a:t>?</a:t>
            </a:r>
          </a:p>
          <a:p>
            <a:r>
              <a:rPr lang="en-US" dirty="0" err="1"/>
              <a:t>Kann</a:t>
            </a:r>
            <a:r>
              <a:rPr lang="en-US" dirty="0"/>
              <a:t> ich </a:t>
            </a:r>
            <a:r>
              <a:rPr lang="en-US" dirty="0" err="1"/>
              <a:t>mir</a:t>
            </a:r>
            <a:r>
              <a:rPr lang="en-US" dirty="0"/>
              <a:t> das </a:t>
            </a:r>
            <a:r>
              <a:rPr lang="en-US" dirty="0" err="1"/>
              <a:t>überhaupt</a:t>
            </a:r>
            <a:r>
              <a:rPr lang="en-US" dirty="0"/>
              <a:t> </a:t>
            </a:r>
            <a:r>
              <a:rPr lang="en-US" dirty="0" err="1"/>
              <a:t>leisten</a:t>
            </a:r>
            <a:r>
              <a:rPr lang="en-US" dirty="0"/>
              <a:t>?</a:t>
            </a:r>
          </a:p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6FCDC-2A09-4C9D-A05A-F8CB7B1FEC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C17B-AA7C-4314-BFA1-87112082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678" y="1976055"/>
            <a:ext cx="1201197" cy="1201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1FAA4-9155-4174-8957-24E687924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523" y="1334875"/>
            <a:ext cx="457506" cy="457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DC6605-5DD4-48B6-983E-2F132263E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303" y="2342997"/>
            <a:ext cx="457506" cy="45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D97513-75E6-4BDA-A974-6C7499BE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523" y="3360926"/>
            <a:ext cx="457506" cy="45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C463D-EB5B-400E-B1FC-314B538C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744" y="2342997"/>
            <a:ext cx="457506" cy="4575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A94D50-6954-4573-A16A-E6B140C4D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466" y="1701817"/>
            <a:ext cx="457506" cy="457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A8E6A4-4966-4955-AD0E-18193B5E1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991" y="3190592"/>
            <a:ext cx="457506" cy="4575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A73A46-56FD-4776-9BF8-268B5A1DA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806" y="1650723"/>
            <a:ext cx="457506" cy="457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89623B-0AA5-474D-8664-2508B5090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39" y="3183267"/>
            <a:ext cx="457506" cy="4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7</a:t>
            </a:fld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68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F4C8B9-5D6E-475E-BB24-44D0CF2611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9154CD-D602-489F-A690-E8715AC17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5036" y="2214079"/>
            <a:ext cx="715341" cy="7153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51BAB-B172-4248-ABBE-007E3B67A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10" y="2862909"/>
            <a:ext cx="764362" cy="76436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3DF5454-2016-483D-99B5-E838068FA08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0144" b="32176"/>
          <a:stretch/>
        </p:blipFill>
        <p:spPr>
          <a:xfrm>
            <a:off x="1144887" y="2280591"/>
            <a:ext cx="1545427" cy="5823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082E9-9AA0-4CF3-96AB-98D888BE2F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5885" y="1224591"/>
            <a:ext cx="934412" cy="9344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298EC2B-C9FE-4281-954F-C223DAE59D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92941" y="3627271"/>
            <a:ext cx="1260299" cy="891076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DE2E503C-1E45-494D-880A-FBCC392BB8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682" y="291156"/>
            <a:ext cx="1484819" cy="9085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50B76E-80ED-4260-9FF0-7CC4270DA2A5}"/>
              </a:ext>
            </a:extLst>
          </p:cNvPr>
          <p:cNvSpPr txBox="1"/>
          <p:nvPr/>
        </p:nvSpPr>
        <p:spPr>
          <a:xfrm>
            <a:off x="3106270" y="38996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open-source, cross-platform JavaScript run-time environment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040DB7-5F62-4459-B8AE-78A77242C204}"/>
              </a:ext>
            </a:extLst>
          </p:cNvPr>
          <p:cNvSpPr txBox="1"/>
          <p:nvPr/>
        </p:nvSpPr>
        <p:spPr>
          <a:xfrm>
            <a:off x="3106270" y="144097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clientseitiges</a:t>
            </a:r>
            <a:r>
              <a:rPr lang="en-US" dirty="0"/>
              <a:t> JavaScript-</a:t>
            </a:r>
            <a:r>
              <a:rPr lang="en-US" dirty="0" err="1"/>
              <a:t>Webframework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die </a:t>
            </a:r>
            <a:r>
              <a:rPr lang="en-US" dirty="0" err="1"/>
              <a:t>Benutzeroberfläche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107462-9D9B-4708-BEB4-F9B534E84795}"/>
              </a:ext>
            </a:extLst>
          </p:cNvPr>
          <p:cNvSpPr txBox="1"/>
          <p:nvPr/>
        </p:nvSpPr>
        <p:spPr>
          <a:xfrm>
            <a:off x="3480141" y="2310139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erstellung</a:t>
            </a:r>
            <a:r>
              <a:rPr lang="en-US" dirty="0"/>
              <a:t> von Mobile </a:t>
            </a:r>
            <a:r>
              <a:rPr lang="en-US" dirty="0" err="1"/>
              <a:t>Applikationen</a:t>
            </a:r>
            <a:r>
              <a:rPr lang="en-US" dirty="0"/>
              <a:t>. </a:t>
            </a:r>
            <a:r>
              <a:rPr lang="en-US" dirty="0" err="1"/>
              <a:t>Basiert</a:t>
            </a:r>
            <a:r>
              <a:rPr lang="en-US" dirty="0"/>
              <a:t> auf Cordova.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FD7EF-2D2B-4707-8A7D-B16321FF863A}"/>
              </a:ext>
            </a:extLst>
          </p:cNvPr>
          <p:cNvSpPr txBox="1"/>
          <p:nvPr/>
        </p:nvSpPr>
        <p:spPr>
          <a:xfrm>
            <a:off x="3106270" y="2985759"/>
            <a:ext cx="43165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framework, welches das </a:t>
            </a:r>
            <a:r>
              <a:rPr lang="en-US" dirty="0" err="1"/>
              <a:t>Ausführung</a:t>
            </a:r>
            <a:r>
              <a:rPr lang="en-US" dirty="0"/>
              <a:t> von cross-platform Desktop-</a:t>
            </a:r>
            <a:r>
              <a:rPr lang="en-US" dirty="0" err="1"/>
              <a:t>Anwendungen</a:t>
            </a:r>
            <a:r>
              <a:rPr lang="en-US" dirty="0"/>
              <a:t> </a:t>
            </a:r>
            <a:r>
              <a:rPr lang="en-US" dirty="0" err="1"/>
              <a:t>ermöglicht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F41F69-8918-4ED8-BA78-671C4890304E}"/>
              </a:ext>
            </a:extLst>
          </p:cNvPr>
          <p:cNvSpPr txBox="1"/>
          <p:nvPr/>
        </p:nvSpPr>
        <p:spPr>
          <a:xfrm>
            <a:off x="3106270" y="3940256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freie Webanwendung zur Administration von MySQL-Datenbanken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547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9A416D-8C9E-46C2-9472-98881DC67EB2}"/>
              </a:ext>
            </a:extLst>
          </p:cNvPr>
          <p:cNvGrpSpPr/>
          <p:nvPr/>
        </p:nvGrpSpPr>
        <p:grpSpPr>
          <a:xfrm>
            <a:off x="7480299" y="-511232"/>
            <a:ext cx="1825761" cy="2980532"/>
            <a:chOff x="7480299" y="-498532"/>
            <a:chExt cx="1825761" cy="298053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F9DB6D-EC6A-407B-BC38-834A9E4575C0}"/>
                </a:ext>
              </a:extLst>
            </p:cNvPr>
            <p:cNvSpPr/>
            <p:nvPr/>
          </p:nvSpPr>
          <p:spPr>
            <a:xfrm rot="2700000">
              <a:off x="7749296" y="925236"/>
              <a:ext cx="2519663" cy="59386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BC6571E-796D-474E-B9AC-6955C43C6D20}"/>
                </a:ext>
              </a:extLst>
            </p:cNvPr>
            <p:cNvSpPr/>
            <p:nvPr/>
          </p:nvSpPr>
          <p:spPr>
            <a:xfrm rot="10800000">
              <a:off x="7480299" y="124543"/>
              <a:ext cx="846417" cy="732705"/>
            </a:xfrm>
            <a:prstGeom prst="triangle">
              <a:avLst>
                <a:gd name="adj" fmla="val 11181"/>
              </a:avLst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DE" sz="2800" b="1" spc="60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734B3B5-6191-4132-99FB-4DB3376D7563}"/>
                </a:ext>
              </a:extLst>
            </p:cNvPr>
            <p:cNvSpPr/>
            <p:nvPr/>
          </p:nvSpPr>
          <p:spPr>
            <a:xfrm rot="2700000">
              <a:off x="7272683" y="464367"/>
              <a:ext cx="2519663" cy="593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spc="600" dirty="0">
                  <a:latin typeface="Poppins" panose="020B0604020202020204" charset="0"/>
                  <a:cs typeface="Poppins" panose="020B0604020202020204" charset="0"/>
                </a:rPr>
                <a:t>DEMO</a:t>
              </a:r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B0667-0BB5-416B-9DF3-70F98FE61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01602-80CD-42C6-8A06-79DC9E729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1076-4232-46C9-8D6A-6C816E942F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329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rt 6">
            <a:extLst>
              <a:ext uri="{FF2B5EF4-FFF2-40B4-BE49-F238E27FC236}">
                <a16:creationId xmlns:a16="http://schemas.microsoft.com/office/drawing/2014/main" id="{CE9A215E-5E4B-40DC-9F5F-C3F0A5A283B9}"/>
              </a:ext>
            </a:extLst>
          </p:cNvPr>
          <p:cNvSpPr/>
          <p:nvPr/>
        </p:nvSpPr>
        <p:spPr>
          <a:xfrm>
            <a:off x="1628162" y="909901"/>
            <a:ext cx="5488525" cy="3415553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Driving-E-Car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E1C27-721B-43F5-BC79-2BF9601E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722" y="3372565"/>
            <a:ext cx="761671" cy="1523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418DDF-C26B-4849-A4CB-DE302A9423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09" y="2339790"/>
            <a:ext cx="1032775" cy="1032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47623E-A92D-4FE5-BFF3-E87EF339C8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3232" y="1821101"/>
            <a:ext cx="3452500" cy="207015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A088E2B-03FB-4898-921D-9016CF75BB05}"/>
              </a:ext>
            </a:extLst>
          </p:cNvPr>
          <p:cNvSpPr/>
          <p:nvPr/>
        </p:nvSpPr>
        <p:spPr>
          <a:xfrm>
            <a:off x="5662911" y="1166125"/>
            <a:ext cx="734182" cy="1173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CA06C3-9434-4294-8B0A-BF8E0C414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1638" y="1826745"/>
            <a:ext cx="376727" cy="3767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453B20-EB18-4322-9904-2970BDD52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9067" y="1332214"/>
            <a:ext cx="441870" cy="4418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111254-2B8A-4EEE-AA34-0E64BED314F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-7227" b="14959"/>
          <a:stretch/>
        </p:blipFill>
        <p:spPr>
          <a:xfrm rot="5400000" flipH="1">
            <a:off x="5602115" y="2372757"/>
            <a:ext cx="734182" cy="582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C3AFA9-0BB5-4A76-A26E-F9F96F5ED6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196" y="3400464"/>
            <a:ext cx="1201197" cy="1201197"/>
          </a:xfrm>
          <a:prstGeom prst="rect">
            <a:avLst/>
          </a:prstGeom>
        </p:spPr>
      </p:pic>
      <p:sp>
        <p:nvSpPr>
          <p:cNvPr id="23" name="Heart 22">
            <a:extLst>
              <a:ext uri="{FF2B5EF4-FFF2-40B4-BE49-F238E27FC236}">
                <a16:creationId xmlns:a16="http://schemas.microsoft.com/office/drawing/2014/main" id="{F2FA11F2-5541-4ED8-A450-82B2D8D8EB19}"/>
              </a:ext>
            </a:extLst>
          </p:cNvPr>
          <p:cNvSpPr/>
          <p:nvPr/>
        </p:nvSpPr>
        <p:spPr>
          <a:xfrm>
            <a:off x="7176399" y="2072104"/>
            <a:ext cx="1343638" cy="1183578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15780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403</Words>
  <Application>Microsoft Office PowerPoint</Application>
  <PresentationFormat>On-screen Show (16:9)</PresentationFormat>
  <Paragraphs>89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Poppins Light</vt:lpstr>
      <vt:lpstr>Poppins</vt:lpstr>
      <vt:lpstr>Cymbeline template</vt:lpstr>
      <vt:lpstr>driving-e-car</vt:lpstr>
      <vt:lpstr>Hallo!</vt:lpstr>
      <vt:lpstr>Agenda</vt:lpstr>
      <vt:lpstr>Unser Auftrag</vt:lpstr>
      <vt:lpstr>PowerPoint Presentation</vt:lpstr>
      <vt:lpstr>PowerPoint Presentation</vt:lpstr>
      <vt:lpstr>PowerPoint Presentation</vt:lpstr>
      <vt:lpstr>Entscheidungen</vt:lpstr>
      <vt:lpstr>Big concept</vt:lpstr>
      <vt:lpstr>PowerPoint Presentation</vt:lpstr>
      <vt:lpstr>Prototypen-vorstellung</vt:lpstr>
      <vt:lpstr>PowerPoint Presentation</vt:lpstr>
      <vt:lpstr>Driving-E-Car</vt:lpstr>
      <vt:lpstr>Ausblick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41</cp:revision>
  <dcterms:modified xsi:type="dcterms:W3CDTF">2018-12-12T11:33:03Z</dcterms:modified>
</cp:coreProperties>
</file>