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autoCompressPictures="0">
  <p:sldMasterIdLst>
    <p:sldMasterId id="2147483660" r:id="rId1"/>
  </p:sldMasterIdLst>
  <p:notesMasterIdLst>
    <p:notesMasterId r:id="rId16"/>
  </p:notesMasterIdLst>
  <p:sldIdLst>
    <p:sldId id="256" r:id="rId2"/>
    <p:sldId id="258" r:id="rId3"/>
    <p:sldId id="261" r:id="rId4"/>
    <p:sldId id="259" r:id="rId5"/>
    <p:sldId id="260" r:id="rId6"/>
    <p:sldId id="290" r:id="rId7"/>
    <p:sldId id="283" r:id="rId8"/>
    <p:sldId id="262" r:id="rId9"/>
    <p:sldId id="285" r:id="rId10"/>
    <p:sldId id="291" r:id="rId11"/>
    <p:sldId id="286" r:id="rId12"/>
    <p:sldId id="288" r:id="rId13"/>
    <p:sldId id="289" r:id="rId14"/>
    <p:sldId id="282" r:id="rId15"/>
  </p:sldIdLst>
  <p:sldSz cx="9144000" cy="5143500" type="screen16x9"/>
  <p:notesSz cx="6858000" cy="9144000"/>
  <p:embeddedFontLst>
    <p:embeddedFont>
      <p:font typeface="Poppins" panose="020B0604020202020204" charset="0"/>
      <p:regular r:id="rId17"/>
      <p:bold r:id="rId18"/>
      <p:italic r:id="rId19"/>
      <p:boldItalic r:id="rId20"/>
    </p:embeddedFont>
    <p:embeddedFont>
      <p:font typeface="Poppins Light" panose="020B0604020202020204" charset="0"/>
      <p:regular r:id="rId21"/>
      <p:bold r:id="rId22"/>
      <p:italic r:id="rId23"/>
      <p:boldItalic r:id="rId2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1CD9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31FF19F3-2329-4E7B-B39F-E993869724D6}">
  <a:tblStyle styleId="{31FF19F3-2329-4E7B-B39F-E993869724D6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160"/>
    <p:restoredTop sz="94641"/>
  </p:normalViewPr>
  <p:slideViewPr>
    <p:cSldViewPr snapToGrid="0" snapToObjects="1">
      <p:cViewPr varScale="1">
        <p:scale>
          <a:sx n="134" d="100"/>
          <a:sy n="134" d="100"/>
        </p:scale>
        <p:origin x="492" y="12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2.fntdata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font" Target="fonts/font5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1.fntdata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font" Target="fonts/font4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8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7.fntdata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3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6.fntdata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175" y="685800"/>
            <a:ext cx="6096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/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g35f391192_0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9" name="Google Shape;139;g35f391192_0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g35f391192_0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5" name="Google Shape;165;g35f391192_0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6" name="Google Shape;186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g35f391192_0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3" name="Google Shape;173;g35f391192_0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g35f391192_0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0" name="Google Shape;180;g35f391192_0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g35f391192_0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3" name="Google Shape;173;g35f391192_0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2639757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g35ed75ccf_0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3" name="Google Shape;203;g35ed75ccf_0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g35f391192_0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3" name="Google Shape;173;g35f391192_0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1440299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g35f391192_0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3" name="Google Shape;173;g35f391192_0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6589171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g35f391192_0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3" name="Google Shape;173;g35f391192_0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8205789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4" name="Google Shape;904;g134fb1cf8c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5" name="Google Shape;905;g134fb1cf8c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" userDrawn="1">
  <p:cSld name="TITLE">
    <p:bg>
      <p:bgPr>
        <a:blipFill dpi="0" rotWithShape="1">
          <a:blip r:embed="rId2">
            <a:alphaModFix amt="96000"/>
            <a:lum/>
          </a:blip>
          <a:srcRect/>
          <a:stretch>
            <a:fillRect/>
          </a:stretch>
        </a:blip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1592400" y="-407850"/>
            <a:ext cx="5959200" cy="5959200"/>
          </a:xfrm>
          <a:prstGeom prst="ellipse">
            <a:avLst/>
          </a:prstGeom>
          <a:solidFill>
            <a:srgbClr val="000000">
              <a:alpha val="2654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497195" y="-742443"/>
            <a:ext cx="2451351" cy="2451351"/>
            <a:chOff x="6680825" y="2549350"/>
            <a:chExt cx="1539600" cy="1539600"/>
          </a:xfrm>
        </p:grpSpPr>
        <p:sp>
          <p:nvSpPr>
            <p:cNvPr id="12" name="Google Shape;12;p2"/>
            <p:cNvSpPr/>
            <p:nvPr/>
          </p:nvSpPr>
          <p:spPr>
            <a:xfrm>
              <a:off x="6825669" y="2694194"/>
              <a:ext cx="1249800" cy="1249800"/>
            </a:xfrm>
            <a:prstGeom prst="ellipse">
              <a:avLst/>
            </a:prstGeom>
            <a:solidFill>
              <a:srgbClr val="000000">
                <a:alpha val="1882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>
              <a:off x="6894850" y="2763375"/>
              <a:ext cx="1111200" cy="111120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" name="Google Shape;14;p2"/>
            <p:cNvSpPr/>
            <p:nvPr/>
          </p:nvSpPr>
          <p:spPr>
            <a:xfrm>
              <a:off x="6680825" y="2549350"/>
              <a:ext cx="1539600" cy="1539600"/>
            </a:xfrm>
            <a:prstGeom prst="donut">
              <a:avLst>
                <a:gd name="adj" fmla="val 495"/>
              </a:avLst>
            </a:prstGeom>
            <a:solidFill>
              <a:srgbClr val="000000">
                <a:alpha val="653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5" name="Google Shape;15;p2"/>
          <p:cNvGrpSpPr/>
          <p:nvPr/>
        </p:nvGrpSpPr>
        <p:grpSpPr>
          <a:xfrm>
            <a:off x="6756043" y="879453"/>
            <a:ext cx="2812887" cy="2812887"/>
            <a:chOff x="-474900" y="321200"/>
            <a:chExt cx="2324700" cy="2324700"/>
          </a:xfrm>
        </p:grpSpPr>
        <p:sp>
          <p:nvSpPr>
            <p:cNvPr id="16" name="Google Shape;16;p2"/>
            <p:cNvSpPr/>
            <p:nvPr/>
          </p:nvSpPr>
          <p:spPr>
            <a:xfrm>
              <a:off x="-474900" y="321200"/>
              <a:ext cx="2324700" cy="2324700"/>
            </a:xfrm>
            <a:prstGeom prst="ellipse">
              <a:avLst/>
            </a:prstGeom>
            <a:noFill/>
            <a:ln w="9525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" name="Google Shape;17;p2"/>
            <p:cNvSpPr/>
            <p:nvPr/>
          </p:nvSpPr>
          <p:spPr>
            <a:xfrm>
              <a:off x="120725" y="916825"/>
              <a:ext cx="1133400" cy="1133400"/>
            </a:xfrm>
            <a:prstGeom prst="ellipse">
              <a:avLst/>
            </a:prstGeom>
            <a:noFill/>
            <a:ln w="9525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" name="Google Shape;18;p2"/>
            <p:cNvSpPr/>
            <p:nvPr/>
          </p:nvSpPr>
          <p:spPr>
            <a:xfrm>
              <a:off x="-137125" y="658975"/>
              <a:ext cx="1649100" cy="1649100"/>
            </a:xfrm>
            <a:prstGeom prst="ellipse">
              <a:avLst/>
            </a:prstGeom>
            <a:noFill/>
            <a:ln w="9525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" name="Google Shape;19;p2"/>
            <p:cNvSpPr/>
            <p:nvPr/>
          </p:nvSpPr>
          <p:spPr>
            <a:xfrm>
              <a:off x="313650" y="1109750"/>
              <a:ext cx="747600" cy="747600"/>
            </a:xfrm>
            <a:prstGeom prst="ellipse">
              <a:avLst/>
            </a:prstGeom>
            <a:noFill/>
            <a:ln w="9525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0" name="Google Shape;20;p2"/>
          <p:cNvSpPr txBox="1">
            <a:spLocks noGrp="1"/>
          </p:cNvSpPr>
          <p:nvPr>
            <p:ph type="ctrTitle"/>
          </p:nvPr>
        </p:nvSpPr>
        <p:spPr>
          <a:xfrm>
            <a:off x="2211600" y="1991850"/>
            <a:ext cx="4720800" cy="1159800"/>
          </a:xfrm>
          <a:prstGeom prst="rect">
            <a:avLst/>
          </a:prstGeom>
          <a:effectLst>
            <a:outerShdw blurRad="85725" dist="19050" dir="5400000" algn="bl" rotWithShape="0">
              <a:srgbClr val="000000">
                <a:alpha val="10000"/>
              </a:srgbClr>
            </a:outerShdw>
          </a:effectLst>
        </p:spPr>
        <p:txBody>
          <a:bodyPr spcFirstLastPara="1" wrap="square" lIns="91425" tIns="91425" rIns="91425" bIns="91425" anchor="ctr" anchorCtr="0"/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None/>
              <a:defRPr sz="5200">
                <a:solidFill>
                  <a:srgbClr val="FFFFFF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None/>
              <a:defRPr sz="5200">
                <a:solidFill>
                  <a:srgbClr val="FFFFFF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None/>
              <a:defRPr sz="5200">
                <a:solidFill>
                  <a:srgbClr val="FFFFFF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None/>
              <a:defRPr sz="5200">
                <a:solidFill>
                  <a:srgbClr val="FFFFFF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None/>
              <a:defRPr sz="5200">
                <a:solidFill>
                  <a:srgbClr val="FFFFFF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None/>
              <a:defRPr sz="5200">
                <a:solidFill>
                  <a:srgbClr val="FFFFFF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None/>
              <a:defRPr sz="5200">
                <a:solidFill>
                  <a:srgbClr val="FFFFFF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None/>
              <a:defRPr sz="5200">
                <a:solidFill>
                  <a:srgbClr val="FFFFFF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None/>
              <a:defRPr sz="5200">
                <a:solidFill>
                  <a:srgbClr val="FFFFFF"/>
                </a:solidFill>
              </a:defRPr>
            </a:lvl9pPr>
          </a:lstStyle>
          <a:p>
            <a:endParaRPr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94BADED5-8571-7140-B42B-AA7FCF407294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 smtClean="0"/>
              <a:t>‹#›</a:t>
            </a:fld>
            <a:endParaRPr lang="de-DE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BECABCF9-0A50-4D7F-9CAA-DD89F64E8B4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7296" y="-40340"/>
            <a:ext cx="1321059" cy="1159561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Subtitle">
  <p:cSld name="TITLE_1">
    <p:bg>
      <p:bgPr>
        <a:solidFill>
          <a:srgbClr val="C1CD91"/>
        </a:solidFill>
        <a:effectLst/>
      </p:bgPr>
    </p:bg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uppieren 15">
            <a:extLst>
              <a:ext uri="{FF2B5EF4-FFF2-40B4-BE49-F238E27FC236}">
                <a16:creationId xmlns:a16="http://schemas.microsoft.com/office/drawing/2014/main" id="{E8868B4A-5659-4AF3-AF8D-A557D6415EDF}"/>
              </a:ext>
            </a:extLst>
          </p:cNvPr>
          <p:cNvGrpSpPr/>
          <p:nvPr userDrawn="1"/>
        </p:nvGrpSpPr>
        <p:grpSpPr>
          <a:xfrm>
            <a:off x="-6626" y="4955532"/>
            <a:ext cx="9161411" cy="239942"/>
            <a:chOff x="-6626" y="4955532"/>
            <a:chExt cx="9161411" cy="239942"/>
          </a:xfrm>
        </p:grpSpPr>
        <p:grpSp>
          <p:nvGrpSpPr>
            <p:cNvPr id="16" name="Gruppieren 13">
              <a:extLst>
                <a:ext uri="{FF2B5EF4-FFF2-40B4-BE49-F238E27FC236}">
                  <a16:creationId xmlns:a16="http://schemas.microsoft.com/office/drawing/2014/main" id="{37A85ADD-C90F-417F-8107-73BF28BEBD4C}"/>
                </a:ext>
              </a:extLst>
            </p:cNvPr>
            <p:cNvGrpSpPr/>
            <p:nvPr userDrawn="1"/>
          </p:nvGrpSpPr>
          <p:grpSpPr>
            <a:xfrm>
              <a:off x="-6626" y="4955532"/>
              <a:ext cx="9154785" cy="239942"/>
              <a:chOff x="-6626" y="4955532"/>
              <a:chExt cx="9154785" cy="239942"/>
            </a:xfrm>
          </p:grpSpPr>
          <p:pic>
            <p:nvPicPr>
              <p:cNvPr id="18" name="Grafik 2">
                <a:extLst>
                  <a:ext uri="{FF2B5EF4-FFF2-40B4-BE49-F238E27FC236}">
                    <a16:creationId xmlns:a16="http://schemas.microsoft.com/office/drawing/2014/main" id="{EA9EFE60-6233-4E7E-B127-EDBA3BC87980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2">
                <a:alphaModFix amt="90000"/>
              </a:blip>
              <a:stretch>
                <a:fillRect/>
              </a:stretch>
            </p:blipFill>
            <p:spPr>
              <a:xfrm>
                <a:off x="0" y="5017062"/>
                <a:ext cx="9148159" cy="126438"/>
              </a:xfrm>
              <a:prstGeom prst="rect">
                <a:avLst/>
              </a:prstGeom>
            </p:spPr>
          </p:pic>
          <p:grpSp>
            <p:nvGrpSpPr>
              <p:cNvPr id="19" name="Gruppieren 12">
                <a:extLst>
                  <a:ext uri="{FF2B5EF4-FFF2-40B4-BE49-F238E27FC236}">
                    <a16:creationId xmlns:a16="http://schemas.microsoft.com/office/drawing/2014/main" id="{CDEF0BF8-14F3-4DDE-8B43-A218F96D79D2}"/>
                  </a:ext>
                </a:extLst>
              </p:cNvPr>
              <p:cNvGrpSpPr/>
              <p:nvPr userDrawn="1"/>
            </p:nvGrpSpPr>
            <p:grpSpPr>
              <a:xfrm>
                <a:off x="-6626" y="4955532"/>
                <a:ext cx="6094347" cy="239942"/>
                <a:chOff x="-6626" y="4955532"/>
                <a:chExt cx="6094347" cy="239942"/>
              </a:xfrm>
            </p:grpSpPr>
            <p:sp>
              <p:nvSpPr>
                <p:cNvPr id="20" name="Textfeld 9">
                  <a:extLst>
                    <a:ext uri="{FF2B5EF4-FFF2-40B4-BE49-F238E27FC236}">
                      <a16:creationId xmlns:a16="http://schemas.microsoft.com/office/drawing/2014/main" id="{0C94E978-C257-49C9-A469-65B1C5F10A32}"/>
                    </a:ext>
                  </a:extLst>
                </p:cNvPr>
                <p:cNvSpPr txBox="1"/>
                <p:nvPr userDrawn="1"/>
              </p:nvSpPr>
              <p:spPr>
                <a:xfrm>
                  <a:off x="-6626" y="4964642"/>
                  <a:ext cx="3062177" cy="230832"/>
                </a:xfrm>
                <a:prstGeom prst="rect">
                  <a:avLst/>
                </a:prstGeom>
                <a:noFill/>
              </p:spPr>
              <p:txBody>
                <a:bodyPr wrap="square" rtlCol="0" anchor="ctr" anchorCtr="1">
                  <a:spAutoFit/>
                </a:bodyPr>
                <a:lstStyle/>
                <a:p>
                  <a:r>
                    <a:rPr lang="de-DE" sz="900" baseline="0" dirty="0">
                      <a:solidFill>
                        <a:schemeClr val="bg1"/>
                      </a:solidFill>
                      <a:latin typeface="+mj-lt"/>
                    </a:rPr>
                    <a:t>Technische Hochschule Köln Deutz</a:t>
                  </a:r>
                </a:p>
              </p:txBody>
            </p:sp>
            <p:sp>
              <p:nvSpPr>
                <p:cNvPr id="21" name="Textfeld 11">
                  <a:extLst>
                    <a:ext uri="{FF2B5EF4-FFF2-40B4-BE49-F238E27FC236}">
                      <a16:creationId xmlns:a16="http://schemas.microsoft.com/office/drawing/2014/main" id="{90B40845-E47D-4017-AE91-6E22F5FFD276}"/>
                    </a:ext>
                  </a:extLst>
                </p:cNvPr>
                <p:cNvSpPr txBox="1"/>
                <p:nvPr userDrawn="1"/>
              </p:nvSpPr>
              <p:spPr>
                <a:xfrm>
                  <a:off x="3056279" y="4955532"/>
                  <a:ext cx="3031442" cy="230832"/>
                </a:xfrm>
                <a:prstGeom prst="rect">
                  <a:avLst/>
                </a:prstGeom>
                <a:noFill/>
              </p:spPr>
              <p:txBody>
                <a:bodyPr wrap="square" rtlCol="0" anchor="ctr" anchorCtr="1">
                  <a:spAutoFit/>
                </a:bodyPr>
                <a:lstStyle/>
                <a:p>
                  <a:r>
                    <a:rPr lang="de-DE" sz="900" dirty="0">
                      <a:solidFill>
                        <a:schemeClr val="bg1"/>
                      </a:solidFill>
                    </a:rPr>
                    <a:t>www.</a:t>
                  </a:r>
                  <a:r>
                    <a:rPr lang="de-DE" sz="900" baseline="0" dirty="0">
                      <a:solidFill>
                        <a:schemeClr val="bg1"/>
                      </a:solidFill>
                    </a:rPr>
                    <a:t>driving-e-car</a:t>
                  </a:r>
                  <a:r>
                    <a:rPr lang="de-DE" sz="900" dirty="0">
                      <a:solidFill>
                        <a:schemeClr val="bg1"/>
                      </a:solidFill>
                    </a:rPr>
                    <a:t>.de</a:t>
                  </a:r>
                </a:p>
              </p:txBody>
            </p:sp>
          </p:grpSp>
        </p:grpSp>
        <p:sp>
          <p:nvSpPr>
            <p:cNvPr id="17" name="Textfeld 14">
              <a:extLst>
                <a:ext uri="{FF2B5EF4-FFF2-40B4-BE49-F238E27FC236}">
                  <a16:creationId xmlns:a16="http://schemas.microsoft.com/office/drawing/2014/main" id="{CED9DAEE-E459-4B27-B69A-5A5606575D25}"/>
                </a:ext>
              </a:extLst>
            </p:cNvPr>
            <p:cNvSpPr txBox="1"/>
            <p:nvPr userDrawn="1"/>
          </p:nvSpPr>
          <p:spPr>
            <a:xfrm>
              <a:off x="6112559" y="4963845"/>
              <a:ext cx="3042226" cy="230832"/>
            </a:xfrm>
            <a:prstGeom prst="rect">
              <a:avLst/>
            </a:prstGeom>
            <a:noFill/>
          </p:spPr>
          <p:txBody>
            <a:bodyPr wrap="square" rtlCol="0" anchor="ctr" anchorCtr="1">
              <a:spAutoFit/>
            </a:bodyPr>
            <a:lstStyle/>
            <a:p>
              <a:r>
                <a:rPr lang="de-DE" sz="900" baseline="0" dirty="0">
                  <a:solidFill>
                    <a:schemeClr val="bg1"/>
                  </a:solidFill>
                </a:rPr>
                <a:t>WS 18/19</a:t>
              </a:r>
            </a:p>
          </p:txBody>
        </p:sp>
      </p:grpSp>
      <p:grpSp>
        <p:nvGrpSpPr>
          <p:cNvPr id="23" name="Google Shape;23;p3"/>
          <p:cNvGrpSpPr/>
          <p:nvPr/>
        </p:nvGrpSpPr>
        <p:grpSpPr>
          <a:xfrm>
            <a:off x="6427669" y="2502633"/>
            <a:ext cx="2324700" cy="2324700"/>
            <a:chOff x="-474900" y="321200"/>
            <a:chExt cx="2324700" cy="2324700"/>
          </a:xfrm>
        </p:grpSpPr>
        <p:sp>
          <p:nvSpPr>
            <p:cNvPr id="24" name="Google Shape;24;p3"/>
            <p:cNvSpPr/>
            <p:nvPr/>
          </p:nvSpPr>
          <p:spPr>
            <a:xfrm>
              <a:off x="-474900" y="321200"/>
              <a:ext cx="2324700" cy="2324700"/>
            </a:xfrm>
            <a:prstGeom prst="ellipse">
              <a:avLst/>
            </a:prstGeom>
            <a:noFill/>
            <a:ln w="9525" cap="flat" cmpd="sng">
              <a:solidFill>
                <a:srgbClr val="CCCCCC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" name="Google Shape;25;p3"/>
            <p:cNvSpPr/>
            <p:nvPr/>
          </p:nvSpPr>
          <p:spPr>
            <a:xfrm>
              <a:off x="120725" y="916825"/>
              <a:ext cx="1133400" cy="1133400"/>
            </a:xfrm>
            <a:prstGeom prst="ellipse">
              <a:avLst/>
            </a:prstGeom>
            <a:noFill/>
            <a:ln w="9525" cap="flat" cmpd="sng">
              <a:solidFill>
                <a:srgbClr val="CCCCCC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" name="Google Shape;26;p3"/>
            <p:cNvSpPr/>
            <p:nvPr/>
          </p:nvSpPr>
          <p:spPr>
            <a:xfrm>
              <a:off x="-137125" y="658975"/>
              <a:ext cx="1649100" cy="1649100"/>
            </a:xfrm>
            <a:prstGeom prst="ellipse">
              <a:avLst/>
            </a:prstGeom>
            <a:noFill/>
            <a:ln w="9525" cap="flat" cmpd="sng">
              <a:solidFill>
                <a:srgbClr val="CCCCCC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" name="Google Shape;27;p3"/>
            <p:cNvSpPr/>
            <p:nvPr/>
          </p:nvSpPr>
          <p:spPr>
            <a:xfrm>
              <a:off x="313650" y="1109750"/>
              <a:ext cx="747600" cy="747600"/>
            </a:xfrm>
            <a:prstGeom prst="ellipse">
              <a:avLst/>
            </a:prstGeom>
            <a:noFill/>
            <a:ln w="9525" cap="flat" cmpd="sng">
              <a:solidFill>
                <a:srgbClr val="CCCCCC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2" name="Google Shape;22;p3"/>
          <p:cNvSpPr/>
          <p:nvPr/>
        </p:nvSpPr>
        <p:spPr>
          <a:xfrm>
            <a:off x="1592400" y="-407850"/>
            <a:ext cx="5959200" cy="59592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" name="Google Shape;28;p3"/>
          <p:cNvSpPr txBox="1">
            <a:spLocks noGrp="1"/>
          </p:cNvSpPr>
          <p:nvPr>
            <p:ph type="ctrTitle" hasCustomPrompt="1"/>
          </p:nvPr>
        </p:nvSpPr>
        <p:spPr>
          <a:xfrm>
            <a:off x="2314477" y="2236800"/>
            <a:ext cx="4503279" cy="956700"/>
          </a:xfrm>
          <a:prstGeom prst="rect">
            <a:avLst/>
          </a:prstGeom>
        </p:spPr>
        <p:txBody>
          <a:bodyPr spcFirstLastPara="1" wrap="square" lIns="91425" tIns="91425" rIns="91425" bIns="91425" anchor="b" anchorCtr="0"/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None/>
              <a:defRPr sz="5200">
                <a:solidFill>
                  <a:srgbClr val="000000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None/>
              <a:defRPr sz="5200">
                <a:solidFill>
                  <a:srgbClr val="000000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None/>
              <a:defRPr sz="5200">
                <a:solidFill>
                  <a:srgbClr val="000000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None/>
              <a:defRPr sz="5200">
                <a:solidFill>
                  <a:srgbClr val="000000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None/>
              <a:defRPr sz="5200">
                <a:solidFill>
                  <a:srgbClr val="000000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None/>
              <a:defRPr sz="5200">
                <a:solidFill>
                  <a:srgbClr val="000000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None/>
              <a:defRPr sz="5200">
                <a:solidFill>
                  <a:srgbClr val="000000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None/>
              <a:defRPr sz="5200">
                <a:solidFill>
                  <a:srgbClr val="000000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None/>
              <a:defRPr sz="5200">
                <a:solidFill>
                  <a:srgbClr val="000000"/>
                </a:solidFill>
              </a:defRPr>
            </a:lvl9pPr>
          </a:lstStyle>
          <a:p>
            <a:r>
              <a:rPr lang="de-DE" dirty="0"/>
              <a:t>Okay</a:t>
            </a:r>
            <a:endParaRPr dirty="0"/>
          </a:p>
        </p:txBody>
      </p:sp>
      <p:sp>
        <p:nvSpPr>
          <p:cNvPr id="29" name="Google Shape;29;p3"/>
          <p:cNvSpPr txBox="1">
            <a:spLocks noGrp="1"/>
          </p:cNvSpPr>
          <p:nvPr>
            <p:ph type="subTitle" idx="1"/>
          </p:nvPr>
        </p:nvSpPr>
        <p:spPr>
          <a:xfrm>
            <a:off x="2314477" y="3188701"/>
            <a:ext cx="4503279" cy="784800"/>
          </a:xfrm>
          <a:prstGeom prst="rect">
            <a:avLst/>
          </a:prstGeom>
        </p:spPr>
        <p:txBody>
          <a:bodyPr spcFirstLastPara="1" wrap="square" lIns="91425" tIns="91425" rIns="91425" bIns="91425" anchor="t" anchorCtr="0"/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400">
                <a:solidFill>
                  <a:srgbClr val="000000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400">
                <a:solidFill>
                  <a:srgbClr val="000000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400">
                <a:solidFill>
                  <a:srgbClr val="000000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400">
                <a:solidFill>
                  <a:srgbClr val="000000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400">
                <a:solidFill>
                  <a:srgbClr val="000000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400">
                <a:solidFill>
                  <a:srgbClr val="000000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400">
                <a:solidFill>
                  <a:srgbClr val="000000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400">
                <a:solidFill>
                  <a:srgbClr val="000000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400">
                <a:solidFill>
                  <a:srgbClr val="000000"/>
                </a:solidFill>
              </a:defRPr>
            </a:lvl9pPr>
          </a:lstStyle>
          <a:p>
            <a:endParaRPr dirty="0"/>
          </a:p>
        </p:txBody>
      </p:sp>
      <p:grpSp>
        <p:nvGrpSpPr>
          <p:cNvPr id="30" name="Google Shape;30;p3"/>
          <p:cNvGrpSpPr/>
          <p:nvPr/>
        </p:nvGrpSpPr>
        <p:grpSpPr>
          <a:xfrm>
            <a:off x="764825" y="439375"/>
            <a:ext cx="1924500" cy="1924500"/>
            <a:chOff x="6680825" y="2549350"/>
            <a:chExt cx="1539600" cy="1539600"/>
          </a:xfrm>
        </p:grpSpPr>
        <p:sp>
          <p:nvSpPr>
            <p:cNvPr id="31" name="Google Shape;31;p3"/>
            <p:cNvSpPr/>
            <p:nvPr/>
          </p:nvSpPr>
          <p:spPr>
            <a:xfrm>
              <a:off x="6825669" y="2694194"/>
              <a:ext cx="1249800" cy="1249800"/>
            </a:xfrm>
            <a:prstGeom prst="ellipse">
              <a:avLst/>
            </a:prstGeom>
            <a:solidFill>
              <a:srgbClr val="666666">
                <a:alpha val="52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" name="Google Shape;32;p3"/>
            <p:cNvSpPr/>
            <p:nvPr/>
          </p:nvSpPr>
          <p:spPr>
            <a:xfrm>
              <a:off x="6894850" y="2763375"/>
              <a:ext cx="1111200" cy="1111200"/>
            </a:xfrm>
            <a:prstGeom prst="ellipse">
              <a:avLst/>
            </a:prstGeom>
            <a:solidFill>
              <a:srgbClr val="666666">
                <a:alpha val="52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" name="Google Shape;33;p3"/>
            <p:cNvSpPr/>
            <p:nvPr/>
          </p:nvSpPr>
          <p:spPr>
            <a:xfrm>
              <a:off x="6680825" y="2549350"/>
              <a:ext cx="1539600" cy="1539600"/>
            </a:xfrm>
            <a:prstGeom prst="donut">
              <a:avLst>
                <a:gd name="adj" fmla="val 495"/>
              </a:avLst>
            </a:prstGeom>
            <a:solidFill>
              <a:srgbClr val="666666">
                <a:alpha val="52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14" name="Picture 13">
            <a:extLst>
              <a:ext uri="{FF2B5EF4-FFF2-40B4-BE49-F238E27FC236}">
                <a16:creationId xmlns:a16="http://schemas.microsoft.com/office/drawing/2014/main" id="{A8DD9467-8698-4427-8DF1-89714D99434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86644" y="3174681"/>
            <a:ext cx="1117120" cy="980553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TITLE_1_1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" name="Google Shape;35;p4"/>
          <p:cNvGrpSpPr/>
          <p:nvPr/>
        </p:nvGrpSpPr>
        <p:grpSpPr>
          <a:xfrm>
            <a:off x="818844" y="502333"/>
            <a:ext cx="2324700" cy="2324700"/>
            <a:chOff x="-474900" y="321200"/>
            <a:chExt cx="2324700" cy="2324700"/>
          </a:xfrm>
        </p:grpSpPr>
        <p:sp>
          <p:nvSpPr>
            <p:cNvPr id="36" name="Google Shape;36;p4"/>
            <p:cNvSpPr/>
            <p:nvPr/>
          </p:nvSpPr>
          <p:spPr>
            <a:xfrm>
              <a:off x="-474900" y="321200"/>
              <a:ext cx="2324700" cy="2324700"/>
            </a:xfrm>
            <a:prstGeom prst="ellipse">
              <a:avLst/>
            </a:prstGeom>
            <a:noFill/>
            <a:ln w="9525" cap="flat" cmpd="sng">
              <a:solidFill>
                <a:srgbClr val="E8E8E8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" name="Google Shape;37;p4"/>
            <p:cNvSpPr/>
            <p:nvPr/>
          </p:nvSpPr>
          <p:spPr>
            <a:xfrm>
              <a:off x="120725" y="916825"/>
              <a:ext cx="1133400" cy="1133400"/>
            </a:xfrm>
            <a:prstGeom prst="ellipse">
              <a:avLst/>
            </a:prstGeom>
            <a:noFill/>
            <a:ln w="9525" cap="flat" cmpd="sng">
              <a:solidFill>
                <a:srgbClr val="E8E8E8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" name="Google Shape;38;p4"/>
            <p:cNvSpPr/>
            <p:nvPr/>
          </p:nvSpPr>
          <p:spPr>
            <a:xfrm>
              <a:off x="-137125" y="658975"/>
              <a:ext cx="1649100" cy="1649100"/>
            </a:xfrm>
            <a:prstGeom prst="ellipse">
              <a:avLst/>
            </a:prstGeom>
            <a:noFill/>
            <a:ln w="9525" cap="flat" cmpd="sng">
              <a:solidFill>
                <a:srgbClr val="E8E8E8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" name="Google Shape;39;p4"/>
            <p:cNvSpPr/>
            <p:nvPr/>
          </p:nvSpPr>
          <p:spPr>
            <a:xfrm>
              <a:off x="313650" y="1109750"/>
              <a:ext cx="747600" cy="747600"/>
            </a:xfrm>
            <a:prstGeom prst="ellipse">
              <a:avLst/>
            </a:prstGeom>
            <a:noFill/>
            <a:ln w="9525" cap="flat" cmpd="sng">
              <a:solidFill>
                <a:srgbClr val="E8E8E8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0" name="Google Shape;40;p4"/>
          <p:cNvSpPr/>
          <p:nvPr/>
        </p:nvSpPr>
        <p:spPr>
          <a:xfrm>
            <a:off x="1794525" y="-407850"/>
            <a:ext cx="5959200" cy="5959200"/>
          </a:xfrm>
          <a:prstGeom prst="ellipse">
            <a:avLst/>
          </a:prstGeom>
          <a:solidFill>
            <a:srgbClr val="000000">
              <a:alpha val="6539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42" name="Google Shape;42;p4"/>
          <p:cNvSpPr txBox="1">
            <a:spLocks noGrp="1"/>
          </p:cNvSpPr>
          <p:nvPr>
            <p:ph type="body" idx="1"/>
          </p:nvPr>
        </p:nvSpPr>
        <p:spPr>
          <a:xfrm>
            <a:off x="2385525" y="1310550"/>
            <a:ext cx="4777200" cy="3265800"/>
          </a:xfrm>
          <a:prstGeom prst="rect">
            <a:avLst/>
          </a:prstGeom>
        </p:spPr>
        <p:txBody>
          <a:bodyPr spcFirstLastPara="1" wrap="square" lIns="91425" tIns="91425" rIns="91425" bIns="91425" anchor="t" anchorCtr="0"/>
          <a:lstStyle>
            <a:lvl1pPr marL="457200" lvl="0" indent="-393700" rtl="0">
              <a:spcBef>
                <a:spcPts val="600"/>
              </a:spcBef>
              <a:spcAft>
                <a:spcPts val="0"/>
              </a:spcAft>
              <a:buSzPts val="2600"/>
              <a:buFont typeface="Poppins"/>
              <a:buChar char="￮"/>
              <a:defRPr sz="2600" b="1">
                <a:latin typeface="Poppins"/>
                <a:ea typeface="Poppins"/>
                <a:cs typeface="Poppins"/>
                <a:sym typeface="Poppins"/>
              </a:defRPr>
            </a:lvl1pPr>
            <a:lvl2pPr marL="914400" lvl="1" indent="-393700" rtl="0">
              <a:spcBef>
                <a:spcPts val="0"/>
              </a:spcBef>
              <a:spcAft>
                <a:spcPts val="0"/>
              </a:spcAft>
              <a:buSzPts val="2600"/>
              <a:buFont typeface="Poppins"/>
              <a:buChar char="￮"/>
              <a:defRPr sz="2600" b="1">
                <a:latin typeface="Poppins"/>
                <a:ea typeface="Poppins"/>
                <a:cs typeface="Poppins"/>
                <a:sym typeface="Poppins"/>
              </a:defRPr>
            </a:lvl2pPr>
            <a:lvl3pPr marL="1371600" lvl="2" indent="-393700" rtl="0">
              <a:spcBef>
                <a:spcPts val="0"/>
              </a:spcBef>
              <a:spcAft>
                <a:spcPts val="0"/>
              </a:spcAft>
              <a:buSzPts val="2600"/>
              <a:buFont typeface="Poppins"/>
              <a:buChar char="￮"/>
              <a:defRPr sz="2600" b="1">
                <a:latin typeface="Poppins"/>
                <a:ea typeface="Poppins"/>
                <a:cs typeface="Poppins"/>
                <a:sym typeface="Poppins"/>
              </a:defRPr>
            </a:lvl3pPr>
            <a:lvl4pPr marL="1828800" lvl="3" indent="-393700" rtl="0">
              <a:spcBef>
                <a:spcPts val="0"/>
              </a:spcBef>
              <a:spcAft>
                <a:spcPts val="0"/>
              </a:spcAft>
              <a:buSzPts val="2600"/>
              <a:buFont typeface="Poppins"/>
              <a:buChar char="●"/>
              <a:defRPr sz="2600" b="1">
                <a:latin typeface="Poppins"/>
                <a:ea typeface="Poppins"/>
                <a:cs typeface="Poppins"/>
                <a:sym typeface="Poppins"/>
              </a:defRPr>
            </a:lvl4pPr>
            <a:lvl5pPr marL="2286000" lvl="4" indent="-393700" rtl="0">
              <a:spcBef>
                <a:spcPts val="0"/>
              </a:spcBef>
              <a:spcAft>
                <a:spcPts val="0"/>
              </a:spcAft>
              <a:buSzPts val="2600"/>
              <a:buFont typeface="Poppins"/>
              <a:buChar char="○"/>
              <a:defRPr sz="2600" b="1">
                <a:latin typeface="Poppins"/>
                <a:ea typeface="Poppins"/>
                <a:cs typeface="Poppins"/>
                <a:sym typeface="Poppins"/>
              </a:defRPr>
            </a:lvl5pPr>
            <a:lvl6pPr marL="2743200" lvl="5" indent="-393700" rtl="0">
              <a:spcBef>
                <a:spcPts val="0"/>
              </a:spcBef>
              <a:spcAft>
                <a:spcPts val="0"/>
              </a:spcAft>
              <a:buSzPts val="2600"/>
              <a:buFont typeface="Poppins"/>
              <a:buChar char="■"/>
              <a:defRPr sz="2600" b="1">
                <a:latin typeface="Poppins"/>
                <a:ea typeface="Poppins"/>
                <a:cs typeface="Poppins"/>
                <a:sym typeface="Poppins"/>
              </a:defRPr>
            </a:lvl6pPr>
            <a:lvl7pPr marL="3200400" lvl="6" indent="-393700" rtl="0">
              <a:spcBef>
                <a:spcPts val="0"/>
              </a:spcBef>
              <a:spcAft>
                <a:spcPts val="0"/>
              </a:spcAft>
              <a:buSzPts val="2600"/>
              <a:buFont typeface="Poppins"/>
              <a:buChar char="●"/>
              <a:defRPr sz="2600" b="1">
                <a:latin typeface="Poppins"/>
                <a:ea typeface="Poppins"/>
                <a:cs typeface="Poppins"/>
                <a:sym typeface="Poppins"/>
              </a:defRPr>
            </a:lvl7pPr>
            <a:lvl8pPr marL="3657600" lvl="7" indent="-393700" rtl="0">
              <a:spcBef>
                <a:spcPts val="0"/>
              </a:spcBef>
              <a:spcAft>
                <a:spcPts val="0"/>
              </a:spcAft>
              <a:buSzPts val="2600"/>
              <a:buFont typeface="Poppins"/>
              <a:buChar char="○"/>
              <a:defRPr sz="2600" b="1">
                <a:latin typeface="Poppins"/>
                <a:ea typeface="Poppins"/>
                <a:cs typeface="Poppins"/>
                <a:sym typeface="Poppins"/>
              </a:defRPr>
            </a:lvl8pPr>
            <a:lvl9pPr marL="4114800" lvl="8" indent="-393700">
              <a:spcBef>
                <a:spcPts val="0"/>
              </a:spcBef>
              <a:spcAft>
                <a:spcPts val="0"/>
              </a:spcAft>
              <a:buSzPts val="2600"/>
              <a:buFont typeface="Poppins"/>
              <a:buChar char="■"/>
              <a:defRPr sz="2600" b="1"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endParaRPr/>
          </a:p>
        </p:txBody>
      </p:sp>
      <p:sp>
        <p:nvSpPr>
          <p:cNvPr id="43" name="Google Shape;43;p4"/>
          <p:cNvSpPr txBox="1"/>
          <p:nvPr/>
        </p:nvSpPr>
        <p:spPr>
          <a:xfrm>
            <a:off x="1599200" y="1326625"/>
            <a:ext cx="764100" cy="65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200" b="1">
                <a:latin typeface="Poppins"/>
                <a:ea typeface="Poppins"/>
                <a:cs typeface="Poppins"/>
                <a:sym typeface="Poppins"/>
              </a:rPr>
              <a:t>“</a:t>
            </a:r>
            <a:endParaRPr sz="7200" b="1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1" name="Google Shape;41;p4"/>
          <p:cNvSpPr/>
          <p:nvPr/>
        </p:nvSpPr>
        <p:spPr>
          <a:xfrm>
            <a:off x="8556000" y="4576450"/>
            <a:ext cx="435600" cy="4356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" name="Google Shape;44;p4"/>
          <p:cNvSpPr txBox="1">
            <a:spLocks noGrp="1"/>
          </p:cNvSpPr>
          <p:nvPr>
            <p:ph type="sldNum" idx="12"/>
          </p:nvPr>
        </p:nvSpPr>
        <p:spPr>
          <a:xfrm>
            <a:off x="8555875" y="4576450"/>
            <a:ext cx="435600" cy="43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1 column" type="tx">
  <p:cSld name="TITLE_AND_BODY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5"/>
          <p:cNvSpPr/>
          <p:nvPr/>
        </p:nvSpPr>
        <p:spPr>
          <a:xfrm>
            <a:off x="6081700" y="764000"/>
            <a:ext cx="3615600" cy="3615600"/>
          </a:xfrm>
          <a:prstGeom prst="ellipse">
            <a:avLst/>
          </a:prstGeom>
          <a:noFill/>
          <a:ln w="9525" cap="flat" cmpd="sng">
            <a:solidFill>
              <a:srgbClr val="E8E8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7" name="Google Shape;47;p5"/>
          <p:cNvGrpSpPr/>
          <p:nvPr/>
        </p:nvGrpSpPr>
        <p:grpSpPr>
          <a:xfrm>
            <a:off x="-442731" y="337284"/>
            <a:ext cx="2324700" cy="2324700"/>
            <a:chOff x="-474900" y="321200"/>
            <a:chExt cx="2324700" cy="2324700"/>
          </a:xfrm>
        </p:grpSpPr>
        <p:sp>
          <p:nvSpPr>
            <p:cNvPr id="48" name="Google Shape;48;p5"/>
            <p:cNvSpPr/>
            <p:nvPr/>
          </p:nvSpPr>
          <p:spPr>
            <a:xfrm>
              <a:off x="-474900" y="321200"/>
              <a:ext cx="2324700" cy="2324700"/>
            </a:xfrm>
            <a:prstGeom prst="ellipse">
              <a:avLst/>
            </a:prstGeom>
            <a:noFill/>
            <a:ln w="9525" cap="flat" cmpd="sng">
              <a:solidFill>
                <a:srgbClr val="E8E8E8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" name="Google Shape;49;p5"/>
            <p:cNvSpPr/>
            <p:nvPr/>
          </p:nvSpPr>
          <p:spPr>
            <a:xfrm>
              <a:off x="120725" y="916825"/>
              <a:ext cx="1133400" cy="1133400"/>
            </a:xfrm>
            <a:prstGeom prst="ellipse">
              <a:avLst/>
            </a:prstGeom>
            <a:noFill/>
            <a:ln w="9525" cap="flat" cmpd="sng">
              <a:solidFill>
                <a:srgbClr val="E8E8E8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" name="Google Shape;50;p5"/>
            <p:cNvSpPr/>
            <p:nvPr/>
          </p:nvSpPr>
          <p:spPr>
            <a:xfrm>
              <a:off x="-137125" y="658975"/>
              <a:ext cx="1649100" cy="1649100"/>
            </a:xfrm>
            <a:prstGeom prst="ellipse">
              <a:avLst/>
            </a:prstGeom>
            <a:noFill/>
            <a:ln w="9525" cap="flat" cmpd="sng">
              <a:solidFill>
                <a:srgbClr val="E8E8E8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" name="Google Shape;51;p5"/>
            <p:cNvSpPr/>
            <p:nvPr/>
          </p:nvSpPr>
          <p:spPr>
            <a:xfrm>
              <a:off x="313650" y="1109750"/>
              <a:ext cx="747600" cy="747600"/>
            </a:xfrm>
            <a:prstGeom prst="ellipse">
              <a:avLst/>
            </a:prstGeom>
            <a:noFill/>
            <a:ln w="9525" cap="flat" cmpd="sng">
              <a:solidFill>
                <a:srgbClr val="E8E8E8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2" name="Google Shape;52;p5"/>
          <p:cNvSpPr/>
          <p:nvPr/>
        </p:nvSpPr>
        <p:spPr>
          <a:xfrm>
            <a:off x="8556000" y="4576450"/>
            <a:ext cx="435600" cy="4356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" name="Google Shape;53;p5"/>
          <p:cNvSpPr txBox="1">
            <a:spLocks noGrp="1"/>
          </p:cNvSpPr>
          <p:nvPr>
            <p:ph type="title"/>
          </p:nvPr>
        </p:nvSpPr>
        <p:spPr>
          <a:xfrm>
            <a:off x="457200" y="1166125"/>
            <a:ext cx="5220300" cy="683100"/>
          </a:xfrm>
          <a:prstGeom prst="rect">
            <a:avLst/>
          </a:prstGeom>
        </p:spPr>
        <p:txBody>
          <a:bodyPr spcFirstLastPara="1" wrap="square" lIns="91425" tIns="91425" rIns="91425" bIns="91425" anchor="b" anchorCtr="0"/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5"/>
          <p:cNvSpPr txBox="1">
            <a:spLocks noGrp="1"/>
          </p:cNvSpPr>
          <p:nvPr>
            <p:ph type="body" idx="1"/>
          </p:nvPr>
        </p:nvSpPr>
        <p:spPr>
          <a:xfrm>
            <a:off x="1069625" y="1958050"/>
            <a:ext cx="4608000" cy="2618400"/>
          </a:xfrm>
          <a:prstGeom prst="rect">
            <a:avLst/>
          </a:prstGeom>
        </p:spPr>
        <p:txBody>
          <a:bodyPr spcFirstLastPara="1" wrap="square" lIns="91425" tIns="91425" rIns="91425" bIns="91425" anchor="t" anchorCtr="0"/>
          <a:lstStyle>
            <a:lvl1pPr marL="457200" lvl="0" indent="-330200">
              <a:spcBef>
                <a:spcPts val="600"/>
              </a:spcBef>
              <a:spcAft>
                <a:spcPts val="0"/>
              </a:spcAft>
              <a:buSzPts val="1600"/>
              <a:buChar char="￮"/>
              <a:defRPr/>
            </a:lvl1pPr>
            <a:lvl2pPr marL="914400" lvl="1" indent="-330200">
              <a:spcBef>
                <a:spcPts val="0"/>
              </a:spcBef>
              <a:spcAft>
                <a:spcPts val="0"/>
              </a:spcAft>
              <a:buSzPts val="1600"/>
              <a:buChar char="￮"/>
              <a:defRPr/>
            </a:lvl2pPr>
            <a:lvl3pPr marL="1371600" lvl="2" indent="-330200">
              <a:spcBef>
                <a:spcPts val="0"/>
              </a:spcBef>
              <a:spcAft>
                <a:spcPts val="0"/>
              </a:spcAft>
              <a:buSzPts val="1600"/>
              <a:buChar char="￮"/>
              <a:defRPr/>
            </a:lvl3pPr>
            <a:lvl4pPr marL="1828800" lvl="3" indent="-330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4pPr>
            <a:lvl5pPr marL="2286000" lvl="4" indent="-330200">
              <a:spcBef>
                <a:spcPts val="0"/>
              </a:spcBef>
              <a:spcAft>
                <a:spcPts val="0"/>
              </a:spcAft>
              <a:buSzPts val="1600"/>
              <a:buChar char="○"/>
              <a:defRPr/>
            </a:lvl5pPr>
            <a:lvl6pPr marL="2743200" lvl="5" indent="-330200">
              <a:spcBef>
                <a:spcPts val="0"/>
              </a:spcBef>
              <a:spcAft>
                <a:spcPts val="0"/>
              </a:spcAft>
              <a:buSzPts val="1600"/>
              <a:buChar char="■"/>
              <a:defRPr/>
            </a:lvl6pPr>
            <a:lvl7pPr marL="3200400" lvl="6" indent="-330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7pPr>
            <a:lvl8pPr marL="3657600" lvl="7" indent="-330200">
              <a:spcBef>
                <a:spcPts val="0"/>
              </a:spcBef>
              <a:spcAft>
                <a:spcPts val="0"/>
              </a:spcAft>
              <a:buSzPts val="1600"/>
              <a:buChar char="○"/>
              <a:defRPr/>
            </a:lvl8pPr>
            <a:lvl9pPr marL="4114800" lvl="8" indent="-330200">
              <a:spcBef>
                <a:spcPts val="0"/>
              </a:spcBef>
              <a:spcAft>
                <a:spcPts val="0"/>
              </a:spcAft>
              <a:buSzPts val="1600"/>
              <a:buChar char="■"/>
              <a:defRPr/>
            </a:lvl9pPr>
          </a:lstStyle>
          <a:p>
            <a:endParaRPr/>
          </a:p>
        </p:txBody>
      </p:sp>
      <p:sp>
        <p:nvSpPr>
          <p:cNvPr id="55" name="Google Shape;55;p5"/>
          <p:cNvSpPr txBox="1">
            <a:spLocks noGrp="1"/>
          </p:cNvSpPr>
          <p:nvPr>
            <p:ph type="sldNum" idx="12"/>
          </p:nvPr>
        </p:nvSpPr>
        <p:spPr>
          <a:xfrm>
            <a:off x="8555875" y="4576450"/>
            <a:ext cx="435600" cy="43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6" name="Google Shape;56;p5"/>
          <p:cNvSpPr/>
          <p:nvPr/>
        </p:nvSpPr>
        <p:spPr>
          <a:xfrm>
            <a:off x="6272900" y="955200"/>
            <a:ext cx="3233100" cy="3233100"/>
          </a:xfrm>
          <a:prstGeom prst="ellipse">
            <a:avLst/>
          </a:prstGeom>
          <a:solidFill>
            <a:srgbClr val="000000">
              <a:alpha val="6539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Blank type A" type="blank">
  <p:cSld name="BLANK"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1"/>
          <p:cNvSpPr/>
          <p:nvPr/>
        </p:nvSpPr>
        <p:spPr>
          <a:xfrm>
            <a:off x="764000" y="-1236275"/>
            <a:ext cx="7616100" cy="7616100"/>
          </a:xfrm>
          <a:prstGeom prst="ellipse">
            <a:avLst/>
          </a:prstGeom>
          <a:noFill/>
          <a:ln w="9525" cap="flat" cmpd="sng">
            <a:solidFill>
              <a:srgbClr val="E8E8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6" name="Google Shape;116;p11"/>
          <p:cNvSpPr/>
          <p:nvPr/>
        </p:nvSpPr>
        <p:spPr>
          <a:xfrm>
            <a:off x="1198300" y="-801975"/>
            <a:ext cx="6747000" cy="6747000"/>
          </a:xfrm>
          <a:prstGeom prst="ellipse">
            <a:avLst/>
          </a:prstGeom>
          <a:noFill/>
          <a:ln w="9525" cap="flat" cmpd="sng">
            <a:solidFill>
              <a:srgbClr val="E8E8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7" name="Google Shape;117;p11"/>
          <p:cNvSpPr/>
          <p:nvPr/>
        </p:nvSpPr>
        <p:spPr>
          <a:xfrm>
            <a:off x="2267900" y="267625"/>
            <a:ext cx="4608300" cy="4608300"/>
          </a:xfrm>
          <a:prstGeom prst="ellipse">
            <a:avLst/>
          </a:prstGeom>
          <a:noFill/>
          <a:ln w="9525" cap="flat" cmpd="sng">
            <a:solidFill>
              <a:srgbClr val="E8E8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8" name="Google Shape;118;p11"/>
          <p:cNvSpPr/>
          <p:nvPr/>
        </p:nvSpPr>
        <p:spPr>
          <a:xfrm>
            <a:off x="-704850" y="-2705100"/>
            <a:ext cx="10553700" cy="10553700"/>
          </a:xfrm>
          <a:prstGeom prst="donut">
            <a:avLst>
              <a:gd name="adj" fmla="val 10467"/>
            </a:avLst>
          </a:prstGeom>
          <a:solidFill>
            <a:srgbClr val="000000">
              <a:alpha val="6539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9" name="Google Shape;119;p11"/>
          <p:cNvSpPr/>
          <p:nvPr/>
        </p:nvSpPr>
        <p:spPr>
          <a:xfrm>
            <a:off x="8556000" y="4576450"/>
            <a:ext cx="435600" cy="4356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0" name="Google Shape;120;p11"/>
          <p:cNvSpPr txBox="1">
            <a:spLocks noGrp="1"/>
          </p:cNvSpPr>
          <p:nvPr>
            <p:ph type="sldNum" idx="12"/>
          </p:nvPr>
        </p:nvSpPr>
        <p:spPr>
          <a:xfrm>
            <a:off x="8555875" y="4576450"/>
            <a:ext cx="435600" cy="43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13" name="Gruppieren 12">
            <a:extLst>
              <a:ext uri="{FF2B5EF4-FFF2-40B4-BE49-F238E27FC236}">
                <a16:creationId xmlns:a16="http://schemas.microsoft.com/office/drawing/2014/main" id="{CE7E4228-0ED7-CB46-946A-202EE2294ACB}"/>
              </a:ext>
            </a:extLst>
          </p:cNvPr>
          <p:cNvGrpSpPr/>
          <p:nvPr userDrawn="1"/>
        </p:nvGrpSpPr>
        <p:grpSpPr>
          <a:xfrm>
            <a:off x="-6626" y="4955532"/>
            <a:ext cx="9161411" cy="239942"/>
            <a:chOff x="-6626" y="4955532"/>
            <a:chExt cx="9161411" cy="239942"/>
          </a:xfrm>
        </p:grpSpPr>
        <p:grpSp>
          <p:nvGrpSpPr>
            <p:cNvPr id="14" name="Gruppieren 13">
              <a:extLst>
                <a:ext uri="{FF2B5EF4-FFF2-40B4-BE49-F238E27FC236}">
                  <a16:creationId xmlns:a16="http://schemas.microsoft.com/office/drawing/2014/main" id="{7AF5221C-635A-4045-8054-50C69BDB168F}"/>
                </a:ext>
              </a:extLst>
            </p:cNvPr>
            <p:cNvGrpSpPr/>
            <p:nvPr userDrawn="1"/>
          </p:nvGrpSpPr>
          <p:grpSpPr>
            <a:xfrm>
              <a:off x="-6626" y="4955532"/>
              <a:ext cx="9154785" cy="239942"/>
              <a:chOff x="-6626" y="4955532"/>
              <a:chExt cx="9154785" cy="239942"/>
            </a:xfrm>
          </p:grpSpPr>
          <p:pic>
            <p:nvPicPr>
              <p:cNvPr id="16" name="Grafik 15">
                <a:extLst>
                  <a:ext uri="{FF2B5EF4-FFF2-40B4-BE49-F238E27FC236}">
                    <a16:creationId xmlns:a16="http://schemas.microsoft.com/office/drawing/2014/main" id="{5EE563E0-5717-9C46-A125-BDBDD8056C44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2">
                <a:alphaModFix amt="90000"/>
              </a:blip>
              <a:stretch>
                <a:fillRect/>
              </a:stretch>
            </p:blipFill>
            <p:spPr>
              <a:xfrm>
                <a:off x="0" y="5017062"/>
                <a:ext cx="9148159" cy="126438"/>
              </a:xfrm>
              <a:prstGeom prst="rect">
                <a:avLst/>
              </a:prstGeom>
            </p:spPr>
          </p:pic>
          <p:grpSp>
            <p:nvGrpSpPr>
              <p:cNvPr id="17" name="Gruppieren 16">
                <a:extLst>
                  <a:ext uri="{FF2B5EF4-FFF2-40B4-BE49-F238E27FC236}">
                    <a16:creationId xmlns:a16="http://schemas.microsoft.com/office/drawing/2014/main" id="{A99EEA52-E1DF-D14B-81A9-12FFD74AA6BE}"/>
                  </a:ext>
                </a:extLst>
              </p:cNvPr>
              <p:cNvGrpSpPr/>
              <p:nvPr userDrawn="1"/>
            </p:nvGrpSpPr>
            <p:grpSpPr>
              <a:xfrm>
                <a:off x="-6626" y="4955532"/>
                <a:ext cx="6094347" cy="239942"/>
                <a:chOff x="-6626" y="4955532"/>
                <a:chExt cx="6094347" cy="239942"/>
              </a:xfrm>
            </p:grpSpPr>
            <p:sp>
              <p:nvSpPr>
                <p:cNvPr id="18" name="Textfeld 17">
                  <a:extLst>
                    <a:ext uri="{FF2B5EF4-FFF2-40B4-BE49-F238E27FC236}">
                      <a16:creationId xmlns:a16="http://schemas.microsoft.com/office/drawing/2014/main" id="{41FCB252-365D-2D43-B83E-BB2643AB9160}"/>
                    </a:ext>
                  </a:extLst>
                </p:cNvPr>
                <p:cNvSpPr txBox="1"/>
                <p:nvPr userDrawn="1"/>
              </p:nvSpPr>
              <p:spPr>
                <a:xfrm>
                  <a:off x="-6626" y="4964642"/>
                  <a:ext cx="3062177" cy="230832"/>
                </a:xfrm>
                <a:prstGeom prst="rect">
                  <a:avLst/>
                </a:prstGeom>
                <a:noFill/>
              </p:spPr>
              <p:txBody>
                <a:bodyPr wrap="square" rtlCol="0" anchor="ctr" anchorCtr="1">
                  <a:spAutoFit/>
                </a:bodyPr>
                <a:lstStyle/>
                <a:p>
                  <a:r>
                    <a:rPr lang="de-DE" sz="900" baseline="0" dirty="0">
                      <a:solidFill>
                        <a:schemeClr val="bg1"/>
                      </a:solidFill>
                      <a:latin typeface="+mj-lt"/>
                    </a:rPr>
                    <a:t>Technische Hochschule Köln Deutz</a:t>
                  </a:r>
                </a:p>
              </p:txBody>
            </p:sp>
            <p:sp>
              <p:nvSpPr>
                <p:cNvPr id="19" name="Textfeld 18">
                  <a:extLst>
                    <a:ext uri="{FF2B5EF4-FFF2-40B4-BE49-F238E27FC236}">
                      <a16:creationId xmlns:a16="http://schemas.microsoft.com/office/drawing/2014/main" id="{BC809F9E-A73F-3144-AB5B-A47A2978E5DF}"/>
                    </a:ext>
                  </a:extLst>
                </p:cNvPr>
                <p:cNvSpPr txBox="1"/>
                <p:nvPr userDrawn="1"/>
              </p:nvSpPr>
              <p:spPr>
                <a:xfrm>
                  <a:off x="3056279" y="4955532"/>
                  <a:ext cx="3031442" cy="230832"/>
                </a:xfrm>
                <a:prstGeom prst="rect">
                  <a:avLst/>
                </a:prstGeom>
                <a:noFill/>
              </p:spPr>
              <p:txBody>
                <a:bodyPr wrap="square" rtlCol="0" anchor="ctr" anchorCtr="1">
                  <a:spAutoFit/>
                </a:bodyPr>
                <a:lstStyle/>
                <a:p>
                  <a:r>
                    <a:rPr lang="de-DE" sz="900" dirty="0">
                      <a:solidFill>
                        <a:schemeClr val="bg1"/>
                      </a:solidFill>
                    </a:rPr>
                    <a:t>www.</a:t>
                  </a:r>
                  <a:r>
                    <a:rPr lang="de-DE" sz="900" baseline="0" dirty="0">
                      <a:solidFill>
                        <a:schemeClr val="bg1"/>
                      </a:solidFill>
                    </a:rPr>
                    <a:t>driving-e-car</a:t>
                  </a:r>
                  <a:r>
                    <a:rPr lang="de-DE" sz="900" dirty="0">
                      <a:solidFill>
                        <a:schemeClr val="bg1"/>
                      </a:solidFill>
                    </a:rPr>
                    <a:t>.de</a:t>
                  </a:r>
                </a:p>
              </p:txBody>
            </p:sp>
          </p:grpSp>
        </p:grpSp>
        <p:sp>
          <p:nvSpPr>
            <p:cNvPr id="15" name="Textfeld 14">
              <a:extLst>
                <a:ext uri="{FF2B5EF4-FFF2-40B4-BE49-F238E27FC236}">
                  <a16:creationId xmlns:a16="http://schemas.microsoft.com/office/drawing/2014/main" id="{B0FA1353-F5B0-944C-A763-C7D6D7142EC0}"/>
                </a:ext>
              </a:extLst>
            </p:cNvPr>
            <p:cNvSpPr txBox="1"/>
            <p:nvPr userDrawn="1"/>
          </p:nvSpPr>
          <p:spPr>
            <a:xfrm>
              <a:off x="6112559" y="4963845"/>
              <a:ext cx="3042226" cy="230832"/>
            </a:xfrm>
            <a:prstGeom prst="rect">
              <a:avLst/>
            </a:prstGeom>
            <a:noFill/>
          </p:spPr>
          <p:txBody>
            <a:bodyPr wrap="square" rtlCol="0" anchor="ctr" anchorCtr="1">
              <a:spAutoFit/>
            </a:bodyPr>
            <a:lstStyle/>
            <a:p>
              <a:r>
                <a:rPr lang="de-DE" sz="900" baseline="0" dirty="0">
                  <a:solidFill>
                    <a:schemeClr val="bg1"/>
                  </a:solidFill>
                </a:rPr>
                <a:t>WS 18/19</a:t>
              </a:r>
            </a:p>
          </p:txBody>
        </p:sp>
      </p:grp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type B">
  <p:cSld name="BLANK_2"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12"/>
          <p:cNvSpPr/>
          <p:nvPr/>
        </p:nvSpPr>
        <p:spPr>
          <a:xfrm>
            <a:off x="8556000" y="4576450"/>
            <a:ext cx="435600" cy="4356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3" name="Google Shape;123;p12"/>
          <p:cNvSpPr txBox="1">
            <a:spLocks noGrp="1"/>
          </p:cNvSpPr>
          <p:nvPr>
            <p:ph type="sldNum" idx="12"/>
          </p:nvPr>
        </p:nvSpPr>
        <p:spPr>
          <a:xfrm>
            <a:off x="8555875" y="4576450"/>
            <a:ext cx="435600" cy="43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124" name="Google Shape;124;p12"/>
          <p:cNvGrpSpPr/>
          <p:nvPr/>
        </p:nvGrpSpPr>
        <p:grpSpPr>
          <a:xfrm>
            <a:off x="818844" y="502333"/>
            <a:ext cx="2324700" cy="2324700"/>
            <a:chOff x="-474900" y="321200"/>
            <a:chExt cx="2324700" cy="2324700"/>
          </a:xfrm>
        </p:grpSpPr>
        <p:sp>
          <p:nvSpPr>
            <p:cNvPr id="125" name="Google Shape;125;p12"/>
            <p:cNvSpPr/>
            <p:nvPr/>
          </p:nvSpPr>
          <p:spPr>
            <a:xfrm>
              <a:off x="-474900" y="321200"/>
              <a:ext cx="2324700" cy="2324700"/>
            </a:xfrm>
            <a:prstGeom prst="ellipse">
              <a:avLst/>
            </a:prstGeom>
            <a:noFill/>
            <a:ln w="9525" cap="flat" cmpd="sng">
              <a:solidFill>
                <a:srgbClr val="E8E8E8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" name="Google Shape;126;p12"/>
            <p:cNvSpPr/>
            <p:nvPr/>
          </p:nvSpPr>
          <p:spPr>
            <a:xfrm>
              <a:off x="120725" y="916825"/>
              <a:ext cx="1133400" cy="1133400"/>
            </a:xfrm>
            <a:prstGeom prst="ellipse">
              <a:avLst/>
            </a:prstGeom>
            <a:noFill/>
            <a:ln w="9525" cap="flat" cmpd="sng">
              <a:solidFill>
                <a:srgbClr val="E8E8E8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" name="Google Shape;127;p12"/>
            <p:cNvSpPr/>
            <p:nvPr/>
          </p:nvSpPr>
          <p:spPr>
            <a:xfrm>
              <a:off x="-137125" y="658975"/>
              <a:ext cx="1649100" cy="1649100"/>
            </a:xfrm>
            <a:prstGeom prst="ellipse">
              <a:avLst/>
            </a:prstGeom>
            <a:noFill/>
            <a:ln w="9525" cap="flat" cmpd="sng">
              <a:solidFill>
                <a:srgbClr val="E8E8E8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" name="Google Shape;128;p12"/>
            <p:cNvSpPr/>
            <p:nvPr/>
          </p:nvSpPr>
          <p:spPr>
            <a:xfrm>
              <a:off x="313650" y="1109750"/>
              <a:ext cx="747600" cy="747600"/>
            </a:xfrm>
            <a:prstGeom prst="ellipse">
              <a:avLst/>
            </a:prstGeom>
            <a:noFill/>
            <a:ln w="9525" cap="flat" cmpd="sng">
              <a:solidFill>
                <a:srgbClr val="E8E8E8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29" name="Google Shape;129;p12"/>
          <p:cNvSpPr/>
          <p:nvPr/>
        </p:nvSpPr>
        <p:spPr>
          <a:xfrm>
            <a:off x="1794525" y="-407900"/>
            <a:ext cx="5959200" cy="5959200"/>
          </a:xfrm>
          <a:prstGeom prst="ellipse">
            <a:avLst/>
          </a:prstGeom>
          <a:solidFill>
            <a:srgbClr val="000000">
              <a:alpha val="6539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sldNum" idx="12"/>
          </p:nvPr>
        </p:nvSpPr>
        <p:spPr>
          <a:xfrm>
            <a:off x="8549852" y="4581462"/>
            <a:ext cx="435600" cy="43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buNone/>
              <a:defRPr sz="1000" b="1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 algn="ctr">
              <a:buNone/>
              <a:defRPr sz="1000" b="1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 algn="ctr">
              <a:buNone/>
              <a:defRPr sz="1000" b="1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 algn="ctr">
              <a:buNone/>
              <a:defRPr sz="1000" b="1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 algn="ctr">
              <a:buNone/>
              <a:defRPr sz="1000" b="1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 algn="ctr">
              <a:buNone/>
              <a:defRPr sz="1000" b="1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 algn="ctr">
              <a:buNone/>
              <a:defRPr sz="1000" b="1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 algn="ctr">
              <a:buNone/>
              <a:defRPr sz="1000" b="1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 algn="ctr">
              <a:buNone/>
              <a:defRPr sz="1000" b="1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dirty="0"/>
          </a:p>
        </p:txBody>
      </p:sp>
      <p:sp>
        <p:nvSpPr>
          <p:cNvPr id="7" name="Google Shape;7;p1"/>
          <p:cNvSpPr txBox="1">
            <a:spLocks noGrp="1"/>
          </p:cNvSpPr>
          <p:nvPr>
            <p:ph type="title"/>
          </p:nvPr>
        </p:nvSpPr>
        <p:spPr>
          <a:xfrm>
            <a:off x="457200" y="1166125"/>
            <a:ext cx="5220300" cy="68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/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oppins"/>
              <a:buNone/>
              <a:defRPr sz="36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oppins"/>
              <a:buNone/>
              <a:defRPr sz="36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oppins"/>
              <a:buNone/>
              <a:defRPr sz="36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oppins"/>
              <a:buNone/>
              <a:defRPr sz="36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oppins"/>
              <a:buNone/>
              <a:defRPr sz="36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oppins"/>
              <a:buNone/>
              <a:defRPr sz="36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oppins"/>
              <a:buNone/>
              <a:defRPr sz="36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oppins"/>
              <a:buNone/>
              <a:defRPr sz="36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oppins"/>
              <a:buNone/>
              <a:defRPr sz="36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body" idx="1"/>
          </p:nvPr>
        </p:nvSpPr>
        <p:spPr>
          <a:xfrm>
            <a:off x="1069625" y="1958050"/>
            <a:ext cx="4608300" cy="261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/>
          <a:lstStyle>
            <a:lvl1pPr marL="457200" lvl="0" indent="-33020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600"/>
              <a:buFont typeface="Poppins Light"/>
              <a:buChar char="￮"/>
              <a:defRPr sz="1600">
                <a:solidFill>
                  <a:schemeClr val="dk1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1pPr>
            <a:lvl2pPr marL="914400" lvl="1" indent="-330200">
              <a:spcBef>
                <a:spcPts val="0"/>
              </a:spcBef>
              <a:spcAft>
                <a:spcPts val="0"/>
              </a:spcAft>
              <a:buClr>
                <a:srgbClr val="CCCCCC"/>
              </a:buClr>
              <a:buSzPts val="1600"/>
              <a:buFont typeface="Poppins Light"/>
              <a:buChar char="￮"/>
              <a:defRPr sz="1600">
                <a:solidFill>
                  <a:schemeClr val="dk1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2pPr>
            <a:lvl3pPr marL="1371600" lvl="2" indent="-330200">
              <a:spcBef>
                <a:spcPts val="0"/>
              </a:spcBef>
              <a:spcAft>
                <a:spcPts val="0"/>
              </a:spcAft>
              <a:buClr>
                <a:srgbClr val="CCCCCC"/>
              </a:buClr>
              <a:buSzPts val="1600"/>
              <a:buFont typeface="Poppins Light"/>
              <a:buChar char="￮"/>
              <a:defRPr sz="1600">
                <a:solidFill>
                  <a:schemeClr val="dk1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3pPr>
            <a:lvl4pPr marL="1828800" lvl="3" indent="-330200">
              <a:spcBef>
                <a:spcPts val="0"/>
              </a:spcBef>
              <a:spcAft>
                <a:spcPts val="0"/>
              </a:spcAft>
              <a:buClr>
                <a:srgbClr val="CCCCCC"/>
              </a:buClr>
              <a:buSzPts val="1600"/>
              <a:buFont typeface="Poppins Light"/>
              <a:buChar char="●"/>
              <a:defRPr sz="1600">
                <a:solidFill>
                  <a:schemeClr val="dk1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4pPr>
            <a:lvl5pPr marL="2286000" lvl="4" indent="-330200">
              <a:spcBef>
                <a:spcPts val="0"/>
              </a:spcBef>
              <a:spcAft>
                <a:spcPts val="0"/>
              </a:spcAft>
              <a:buClr>
                <a:srgbClr val="CCCCCC"/>
              </a:buClr>
              <a:buSzPts val="1600"/>
              <a:buFont typeface="Poppins Light"/>
              <a:buChar char="○"/>
              <a:defRPr sz="1600">
                <a:solidFill>
                  <a:schemeClr val="dk1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5pPr>
            <a:lvl6pPr marL="2743200" lvl="5" indent="-330200">
              <a:spcBef>
                <a:spcPts val="0"/>
              </a:spcBef>
              <a:spcAft>
                <a:spcPts val="0"/>
              </a:spcAft>
              <a:buClr>
                <a:srgbClr val="CCCCCC"/>
              </a:buClr>
              <a:buSzPts val="1600"/>
              <a:buFont typeface="Poppins Light"/>
              <a:buChar char="■"/>
              <a:defRPr sz="1600">
                <a:solidFill>
                  <a:schemeClr val="dk1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6pPr>
            <a:lvl7pPr marL="3200400" lvl="6" indent="-330200">
              <a:spcBef>
                <a:spcPts val="0"/>
              </a:spcBef>
              <a:spcAft>
                <a:spcPts val="0"/>
              </a:spcAft>
              <a:buClr>
                <a:srgbClr val="CCCCCC"/>
              </a:buClr>
              <a:buSzPts val="1600"/>
              <a:buFont typeface="Poppins Light"/>
              <a:buChar char="●"/>
              <a:defRPr sz="1600">
                <a:solidFill>
                  <a:schemeClr val="dk1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7pPr>
            <a:lvl8pPr marL="3657600" lvl="7" indent="-330200">
              <a:spcBef>
                <a:spcPts val="0"/>
              </a:spcBef>
              <a:spcAft>
                <a:spcPts val="0"/>
              </a:spcAft>
              <a:buClr>
                <a:srgbClr val="CCCCCC"/>
              </a:buClr>
              <a:buSzPts val="1600"/>
              <a:buFont typeface="Poppins Light"/>
              <a:buChar char="○"/>
              <a:defRPr sz="1600">
                <a:solidFill>
                  <a:schemeClr val="dk1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8pPr>
            <a:lvl9pPr marL="4114800" lvl="8" indent="-330200">
              <a:spcBef>
                <a:spcPts val="0"/>
              </a:spcBef>
              <a:spcAft>
                <a:spcPts val="0"/>
              </a:spcAft>
              <a:buClr>
                <a:srgbClr val="CCCCCC"/>
              </a:buClr>
              <a:buSzPts val="1600"/>
              <a:buFont typeface="Poppins Light"/>
              <a:buChar char="■"/>
              <a:defRPr sz="1600">
                <a:solidFill>
                  <a:schemeClr val="dk1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9pPr>
          </a:lstStyle>
          <a:p>
            <a:endParaRPr dirty="0"/>
          </a:p>
        </p:txBody>
      </p:sp>
      <p:grpSp>
        <p:nvGrpSpPr>
          <p:cNvPr id="16" name="Gruppieren 15">
            <a:extLst>
              <a:ext uri="{FF2B5EF4-FFF2-40B4-BE49-F238E27FC236}">
                <a16:creationId xmlns:a16="http://schemas.microsoft.com/office/drawing/2014/main" id="{B2729CDD-7C4D-E64D-AD79-CC443C428981}"/>
              </a:ext>
            </a:extLst>
          </p:cNvPr>
          <p:cNvGrpSpPr/>
          <p:nvPr userDrawn="1"/>
        </p:nvGrpSpPr>
        <p:grpSpPr>
          <a:xfrm>
            <a:off x="-6626" y="4955532"/>
            <a:ext cx="9161411" cy="239942"/>
            <a:chOff x="-6626" y="4955532"/>
            <a:chExt cx="9161411" cy="239942"/>
          </a:xfrm>
        </p:grpSpPr>
        <p:grpSp>
          <p:nvGrpSpPr>
            <p:cNvPr id="14" name="Gruppieren 13">
              <a:extLst>
                <a:ext uri="{FF2B5EF4-FFF2-40B4-BE49-F238E27FC236}">
                  <a16:creationId xmlns:a16="http://schemas.microsoft.com/office/drawing/2014/main" id="{F3C97CF1-5ECC-1049-8D2E-38E3C063FB6B}"/>
                </a:ext>
              </a:extLst>
            </p:cNvPr>
            <p:cNvGrpSpPr/>
            <p:nvPr userDrawn="1"/>
          </p:nvGrpSpPr>
          <p:grpSpPr>
            <a:xfrm>
              <a:off x="-6626" y="4955532"/>
              <a:ext cx="9154785" cy="239942"/>
              <a:chOff x="-6626" y="4955532"/>
              <a:chExt cx="9154785" cy="239942"/>
            </a:xfrm>
          </p:grpSpPr>
          <p:pic>
            <p:nvPicPr>
              <p:cNvPr id="3" name="Grafik 2">
                <a:extLst>
                  <a:ext uri="{FF2B5EF4-FFF2-40B4-BE49-F238E27FC236}">
                    <a16:creationId xmlns:a16="http://schemas.microsoft.com/office/drawing/2014/main" id="{37B02ABE-DBA6-214E-AD2E-868B216E0BA9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8">
                <a:alphaModFix amt="90000"/>
              </a:blip>
              <a:stretch>
                <a:fillRect/>
              </a:stretch>
            </p:blipFill>
            <p:spPr>
              <a:xfrm>
                <a:off x="0" y="5017062"/>
                <a:ext cx="9148159" cy="126438"/>
              </a:xfrm>
              <a:prstGeom prst="rect">
                <a:avLst/>
              </a:prstGeom>
            </p:spPr>
          </p:pic>
          <p:grpSp>
            <p:nvGrpSpPr>
              <p:cNvPr id="13" name="Gruppieren 12">
                <a:extLst>
                  <a:ext uri="{FF2B5EF4-FFF2-40B4-BE49-F238E27FC236}">
                    <a16:creationId xmlns:a16="http://schemas.microsoft.com/office/drawing/2014/main" id="{16A3CF85-556E-2746-BB39-777ABFC6B942}"/>
                  </a:ext>
                </a:extLst>
              </p:cNvPr>
              <p:cNvGrpSpPr/>
              <p:nvPr userDrawn="1"/>
            </p:nvGrpSpPr>
            <p:grpSpPr>
              <a:xfrm>
                <a:off x="-6626" y="4955532"/>
                <a:ext cx="6094347" cy="239942"/>
                <a:chOff x="-6626" y="4955532"/>
                <a:chExt cx="6094347" cy="239942"/>
              </a:xfrm>
            </p:grpSpPr>
            <p:sp>
              <p:nvSpPr>
                <p:cNvPr id="10" name="Textfeld 9">
                  <a:extLst>
                    <a:ext uri="{FF2B5EF4-FFF2-40B4-BE49-F238E27FC236}">
                      <a16:creationId xmlns:a16="http://schemas.microsoft.com/office/drawing/2014/main" id="{497961AB-2777-454A-980F-96671A096370}"/>
                    </a:ext>
                  </a:extLst>
                </p:cNvPr>
                <p:cNvSpPr txBox="1"/>
                <p:nvPr userDrawn="1"/>
              </p:nvSpPr>
              <p:spPr>
                <a:xfrm>
                  <a:off x="-6626" y="4964642"/>
                  <a:ext cx="3062177" cy="230832"/>
                </a:xfrm>
                <a:prstGeom prst="rect">
                  <a:avLst/>
                </a:prstGeom>
                <a:noFill/>
              </p:spPr>
              <p:txBody>
                <a:bodyPr wrap="square" rtlCol="0" anchor="ctr" anchorCtr="1">
                  <a:spAutoFit/>
                </a:bodyPr>
                <a:lstStyle/>
                <a:p>
                  <a:r>
                    <a:rPr lang="de-DE" sz="900" baseline="0" dirty="0">
                      <a:solidFill>
                        <a:schemeClr val="bg1"/>
                      </a:solidFill>
                      <a:latin typeface="+mj-lt"/>
                    </a:rPr>
                    <a:t>Technische Hochschule Köln Deutz</a:t>
                  </a:r>
                </a:p>
              </p:txBody>
            </p:sp>
            <p:sp>
              <p:nvSpPr>
                <p:cNvPr id="12" name="Textfeld 11">
                  <a:extLst>
                    <a:ext uri="{FF2B5EF4-FFF2-40B4-BE49-F238E27FC236}">
                      <a16:creationId xmlns:a16="http://schemas.microsoft.com/office/drawing/2014/main" id="{318436B2-337E-C04A-8DF4-E8C0D2A5929B}"/>
                    </a:ext>
                  </a:extLst>
                </p:cNvPr>
                <p:cNvSpPr txBox="1"/>
                <p:nvPr userDrawn="1"/>
              </p:nvSpPr>
              <p:spPr>
                <a:xfrm>
                  <a:off x="3056279" y="4955532"/>
                  <a:ext cx="3031442" cy="230832"/>
                </a:xfrm>
                <a:prstGeom prst="rect">
                  <a:avLst/>
                </a:prstGeom>
                <a:noFill/>
              </p:spPr>
              <p:txBody>
                <a:bodyPr wrap="square" rtlCol="0" anchor="ctr" anchorCtr="1">
                  <a:spAutoFit/>
                </a:bodyPr>
                <a:lstStyle/>
                <a:p>
                  <a:r>
                    <a:rPr lang="de-DE" sz="900" dirty="0">
                      <a:solidFill>
                        <a:schemeClr val="bg1"/>
                      </a:solidFill>
                    </a:rPr>
                    <a:t>www.</a:t>
                  </a:r>
                  <a:r>
                    <a:rPr lang="de-DE" sz="900" baseline="0" dirty="0">
                      <a:solidFill>
                        <a:schemeClr val="bg1"/>
                      </a:solidFill>
                    </a:rPr>
                    <a:t>driving-e-car</a:t>
                  </a:r>
                  <a:r>
                    <a:rPr lang="de-DE" sz="900" dirty="0">
                      <a:solidFill>
                        <a:schemeClr val="bg1"/>
                      </a:solidFill>
                    </a:rPr>
                    <a:t>.de</a:t>
                  </a:r>
                </a:p>
              </p:txBody>
            </p:sp>
          </p:grpSp>
        </p:grpSp>
        <p:sp>
          <p:nvSpPr>
            <p:cNvPr id="15" name="Textfeld 14">
              <a:extLst>
                <a:ext uri="{FF2B5EF4-FFF2-40B4-BE49-F238E27FC236}">
                  <a16:creationId xmlns:a16="http://schemas.microsoft.com/office/drawing/2014/main" id="{78CB34FE-211F-1B46-9743-B6160B4A5B78}"/>
                </a:ext>
              </a:extLst>
            </p:cNvPr>
            <p:cNvSpPr txBox="1"/>
            <p:nvPr userDrawn="1"/>
          </p:nvSpPr>
          <p:spPr>
            <a:xfrm>
              <a:off x="6112559" y="4963845"/>
              <a:ext cx="3042226" cy="230832"/>
            </a:xfrm>
            <a:prstGeom prst="rect">
              <a:avLst/>
            </a:prstGeom>
            <a:noFill/>
          </p:spPr>
          <p:txBody>
            <a:bodyPr wrap="square" rtlCol="0" anchor="ctr" anchorCtr="1">
              <a:spAutoFit/>
            </a:bodyPr>
            <a:lstStyle/>
            <a:p>
              <a:r>
                <a:rPr lang="de-DE" sz="900" baseline="0" dirty="0">
                  <a:solidFill>
                    <a:schemeClr val="bg1"/>
                  </a:solidFill>
                </a:rPr>
                <a:t>WS 18/19</a:t>
              </a:r>
            </a:p>
          </p:txBody>
        </p: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83C0818F-2DEC-420C-96CC-4EA36414DABC}"/>
              </a:ext>
            </a:extLst>
          </p:cNvPr>
          <p:cNvPicPr>
            <a:picLocks noChangeAspect="1"/>
          </p:cNvPicPr>
          <p:nvPr userDrawn="1"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86108" y="34293"/>
            <a:ext cx="836292" cy="734057"/>
          </a:xfrm>
          <a:prstGeom prst="rect">
            <a:avLst/>
          </a:prstGeom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7" r:id="rId5"/>
    <p:sldLayoutId id="2147483658" r:id="rId6"/>
  </p:sldLayoutIdLst>
  <p:transition>
    <p:fade thruBlk="1"/>
  </p:transition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2.png"/><Relationship Id="rId4" Type="http://schemas.openxmlformats.org/officeDocument/2006/relationships/image" Target="../media/image6.sv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4"/>
          <p:cNvSpPr txBox="1">
            <a:spLocks noGrp="1"/>
          </p:cNvSpPr>
          <p:nvPr>
            <p:ph type="ctrTitle"/>
          </p:nvPr>
        </p:nvSpPr>
        <p:spPr>
          <a:xfrm>
            <a:off x="2211600" y="1238810"/>
            <a:ext cx="4720800" cy="1159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sz="4900" dirty="0"/>
              <a:t>d</a:t>
            </a:r>
            <a:r>
              <a:rPr lang="en" sz="4900" dirty="0"/>
              <a:t>riving-e-car</a:t>
            </a:r>
            <a:endParaRPr sz="4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6"/>
          <p:cNvSpPr txBox="1">
            <a:spLocks noGrp="1"/>
          </p:cNvSpPr>
          <p:nvPr>
            <p:ph type="ctrTitle" idx="4294967295"/>
          </p:nvPr>
        </p:nvSpPr>
        <p:spPr>
          <a:xfrm>
            <a:off x="2351788" y="1180487"/>
            <a:ext cx="4608000" cy="1159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600" dirty="0"/>
              <a:t>Hello!</a:t>
            </a:r>
            <a:endParaRPr sz="9600" dirty="0"/>
          </a:p>
        </p:txBody>
      </p:sp>
      <p:sp>
        <p:nvSpPr>
          <p:cNvPr id="168" name="Google Shape;168;p16"/>
          <p:cNvSpPr txBox="1">
            <a:spLocks noGrp="1"/>
          </p:cNvSpPr>
          <p:nvPr>
            <p:ph type="subTitle" idx="4294967295"/>
          </p:nvPr>
        </p:nvSpPr>
        <p:spPr>
          <a:xfrm>
            <a:off x="2351800" y="2265877"/>
            <a:ext cx="4608000" cy="177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27000" indent="0">
              <a:spcBef>
                <a:spcPts val="601"/>
              </a:spcBef>
              <a:buNone/>
            </a:pPr>
            <a:r>
              <a:rPr lang="en-US" b="1" spc="-1" dirty="0" err="1">
                <a:solidFill>
                  <a:srgbClr val="000000"/>
                </a:solidFill>
                <a:latin typeface="Poppins"/>
              </a:rPr>
              <a:t>Elektroautos</a:t>
            </a:r>
            <a:r>
              <a:rPr lang="en-US" b="1" spc="-1" dirty="0">
                <a:solidFill>
                  <a:srgbClr val="000000"/>
                </a:solidFill>
                <a:latin typeface="Poppins"/>
              </a:rPr>
              <a:t> </a:t>
            </a:r>
            <a:r>
              <a:rPr lang="en-US" b="1" spc="-1" dirty="0" err="1">
                <a:solidFill>
                  <a:srgbClr val="000000"/>
                </a:solidFill>
                <a:latin typeface="Poppins"/>
              </a:rPr>
              <a:t>sind</a:t>
            </a:r>
            <a:r>
              <a:rPr lang="en-US" b="1" spc="-1" dirty="0">
                <a:solidFill>
                  <a:srgbClr val="000000"/>
                </a:solidFill>
                <a:latin typeface="Poppins"/>
              </a:rPr>
              <a:t> in </a:t>
            </a:r>
            <a:r>
              <a:rPr lang="en-US" b="1" spc="-1" dirty="0" err="1">
                <a:solidFill>
                  <a:srgbClr val="000000"/>
                </a:solidFill>
                <a:latin typeface="Poppins"/>
              </a:rPr>
              <a:t>aller</a:t>
            </a:r>
            <a:r>
              <a:rPr lang="en-US" b="1" spc="-1" dirty="0">
                <a:solidFill>
                  <a:srgbClr val="000000"/>
                </a:solidFill>
                <a:latin typeface="Poppins"/>
              </a:rPr>
              <a:t> </a:t>
            </a:r>
            <a:r>
              <a:rPr lang="en-US" b="1" spc="-1" dirty="0" err="1">
                <a:solidFill>
                  <a:srgbClr val="000000"/>
                </a:solidFill>
                <a:latin typeface="Poppins"/>
              </a:rPr>
              <a:t>Munde</a:t>
            </a:r>
            <a:endParaRPr lang="en-US" spc="-1" dirty="0">
              <a:latin typeface="Arial"/>
            </a:endParaRPr>
          </a:p>
          <a:p>
            <a:pPr marL="127000" indent="0">
              <a:spcBef>
                <a:spcPts val="601"/>
              </a:spcBef>
              <a:buNone/>
            </a:pPr>
            <a:r>
              <a:rPr lang="en-US" spc="-1" dirty="0" err="1">
                <a:solidFill>
                  <a:srgbClr val="000000"/>
                </a:solidFill>
              </a:rPr>
              <a:t>Lohnt</a:t>
            </a:r>
            <a:r>
              <a:rPr lang="en-US" spc="-1" dirty="0">
                <a:solidFill>
                  <a:srgbClr val="000000"/>
                </a:solidFill>
              </a:rPr>
              <a:t> </a:t>
            </a:r>
            <a:r>
              <a:rPr lang="en-US" spc="-1" dirty="0" err="1">
                <a:solidFill>
                  <a:srgbClr val="000000"/>
                </a:solidFill>
              </a:rPr>
              <a:t>sich</a:t>
            </a:r>
            <a:r>
              <a:rPr lang="en-US" spc="-1" dirty="0">
                <a:solidFill>
                  <a:srgbClr val="000000"/>
                </a:solidFill>
              </a:rPr>
              <a:t> </a:t>
            </a:r>
            <a:r>
              <a:rPr lang="en-US" spc="-1" dirty="0" err="1">
                <a:solidFill>
                  <a:srgbClr val="000000"/>
                </a:solidFill>
              </a:rPr>
              <a:t>für</a:t>
            </a:r>
            <a:r>
              <a:rPr lang="en-US" spc="-1" dirty="0">
                <a:solidFill>
                  <a:srgbClr val="000000"/>
                </a:solidFill>
              </a:rPr>
              <a:t> </a:t>
            </a:r>
            <a:r>
              <a:rPr lang="en-US" spc="-1" dirty="0" err="1">
                <a:solidFill>
                  <a:srgbClr val="000000"/>
                </a:solidFill>
              </a:rPr>
              <a:t>mich</a:t>
            </a:r>
            <a:r>
              <a:rPr lang="en-US" spc="-1" dirty="0">
                <a:solidFill>
                  <a:srgbClr val="000000"/>
                </a:solidFill>
              </a:rPr>
              <a:t> </a:t>
            </a:r>
            <a:r>
              <a:rPr lang="en-US" spc="-1" dirty="0" err="1">
                <a:solidFill>
                  <a:srgbClr val="000000"/>
                </a:solidFill>
              </a:rPr>
              <a:t>ein</a:t>
            </a:r>
            <a:r>
              <a:rPr lang="en-US" spc="-1" dirty="0">
                <a:solidFill>
                  <a:srgbClr val="000000"/>
                </a:solidFill>
              </a:rPr>
              <a:t> </a:t>
            </a:r>
            <a:r>
              <a:rPr lang="en-US" spc="-1" dirty="0" err="1">
                <a:solidFill>
                  <a:srgbClr val="000000"/>
                </a:solidFill>
              </a:rPr>
              <a:t>Elektroauto</a:t>
            </a:r>
            <a:r>
              <a:rPr lang="en-US" spc="-1" dirty="0">
                <a:solidFill>
                  <a:srgbClr val="000000"/>
                </a:solidFill>
              </a:rPr>
              <a:t>? Welches </a:t>
            </a:r>
            <a:r>
              <a:rPr lang="en-US" spc="-1" dirty="0" err="1">
                <a:solidFill>
                  <a:srgbClr val="000000"/>
                </a:solidFill>
              </a:rPr>
              <a:t>ist</a:t>
            </a:r>
            <a:r>
              <a:rPr lang="en-US" spc="-1" dirty="0">
                <a:solidFill>
                  <a:srgbClr val="000000"/>
                </a:solidFill>
              </a:rPr>
              <a:t> </a:t>
            </a:r>
            <a:r>
              <a:rPr lang="en-US" spc="-1" dirty="0" err="1">
                <a:solidFill>
                  <a:srgbClr val="000000"/>
                </a:solidFill>
              </a:rPr>
              <a:t>für</a:t>
            </a:r>
            <a:r>
              <a:rPr lang="en-US" spc="-1" dirty="0">
                <a:solidFill>
                  <a:srgbClr val="000000"/>
                </a:solidFill>
              </a:rPr>
              <a:t> </a:t>
            </a:r>
            <a:r>
              <a:rPr lang="en-US" spc="-1" dirty="0" err="1">
                <a:solidFill>
                  <a:srgbClr val="000000"/>
                </a:solidFill>
              </a:rPr>
              <a:t>mich</a:t>
            </a:r>
            <a:r>
              <a:rPr lang="en-US" spc="-1" dirty="0">
                <a:solidFill>
                  <a:srgbClr val="000000"/>
                </a:solidFill>
              </a:rPr>
              <a:t> das </a:t>
            </a:r>
            <a:r>
              <a:rPr lang="en-US" spc="-1" dirty="0" err="1">
                <a:solidFill>
                  <a:srgbClr val="000000"/>
                </a:solidFill>
              </a:rPr>
              <a:t>Richtige</a:t>
            </a:r>
            <a:r>
              <a:rPr lang="en-US" spc="-1" dirty="0">
                <a:solidFill>
                  <a:srgbClr val="000000"/>
                </a:solidFill>
              </a:rPr>
              <a:t>?</a:t>
            </a:r>
            <a:endParaRPr lang="en-US" spc="-1" dirty="0">
              <a:latin typeface="Arial"/>
            </a:endParaRPr>
          </a:p>
        </p:txBody>
      </p:sp>
      <p:sp>
        <p:nvSpPr>
          <p:cNvPr id="170" name="Google Shape;170;p16"/>
          <p:cNvSpPr/>
          <p:nvPr/>
        </p:nvSpPr>
        <p:spPr>
          <a:xfrm>
            <a:off x="1804239" y="1506373"/>
            <a:ext cx="339835" cy="309115"/>
          </a:xfrm>
          <a:custGeom>
            <a:avLst/>
            <a:gdLst/>
            <a:ahLst/>
            <a:cxnLst/>
            <a:rect l="l" t="t" r="r" b="b"/>
            <a:pathLst>
              <a:path w="16173" h="14711" fill="none" extrusionOk="0">
                <a:moveTo>
                  <a:pt x="8087" y="1"/>
                </a:moveTo>
                <a:lnTo>
                  <a:pt x="8087" y="1"/>
                </a:lnTo>
                <a:lnTo>
                  <a:pt x="7672" y="1"/>
                </a:lnTo>
                <a:lnTo>
                  <a:pt x="7258" y="25"/>
                </a:lnTo>
                <a:lnTo>
                  <a:pt x="6844" y="74"/>
                </a:lnTo>
                <a:lnTo>
                  <a:pt x="6455" y="122"/>
                </a:lnTo>
                <a:lnTo>
                  <a:pt x="6065" y="195"/>
                </a:lnTo>
                <a:lnTo>
                  <a:pt x="5675" y="293"/>
                </a:lnTo>
                <a:lnTo>
                  <a:pt x="5310" y="415"/>
                </a:lnTo>
                <a:lnTo>
                  <a:pt x="4945" y="536"/>
                </a:lnTo>
                <a:lnTo>
                  <a:pt x="4579" y="658"/>
                </a:lnTo>
                <a:lnTo>
                  <a:pt x="4238" y="829"/>
                </a:lnTo>
                <a:lnTo>
                  <a:pt x="3897" y="975"/>
                </a:lnTo>
                <a:lnTo>
                  <a:pt x="3557" y="1170"/>
                </a:lnTo>
                <a:lnTo>
                  <a:pt x="3240" y="1364"/>
                </a:lnTo>
                <a:lnTo>
                  <a:pt x="2948" y="1559"/>
                </a:lnTo>
                <a:lnTo>
                  <a:pt x="2655" y="1778"/>
                </a:lnTo>
                <a:lnTo>
                  <a:pt x="2363" y="1998"/>
                </a:lnTo>
                <a:lnTo>
                  <a:pt x="2095" y="2241"/>
                </a:lnTo>
                <a:lnTo>
                  <a:pt x="1852" y="2485"/>
                </a:lnTo>
                <a:lnTo>
                  <a:pt x="1608" y="2753"/>
                </a:lnTo>
                <a:lnTo>
                  <a:pt x="1389" y="3021"/>
                </a:lnTo>
                <a:lnTo>
                  <a:pt x="1170" y="3288"/>
                </a:lnTo>
                <a:lnTo>
                  <a:pt x="975" y="3581"/>
                </a:lnTo>
                <a:lnTo>
                  <a:pt x="804" y="3873"/>
                </a:lnTo>
                <a:lnTo>
                  <a:pt x="634" y="4190"/>
                </a:lnTo>
                <a:lnTo>
                  <a:pt x="488" y="4506"/>
                </a:lnTo>
                <a:lnTo>
                  <a:pt x="366" y="4823"/>
                </a:lnTo>
                <a:lnTo>
                  <a:pt x="244" y="5139"/>
                </a:lnTo>
                <a:lnTo>
                  <a:pt x="171" y="5480"/>
                </a:lnTo>
                <a:lnTo>
                  <a:pt x="98" y="5821"/>
                </a:lnTo>
                <a:lnTo>
                  <a:pt x="49" y="6162"/>
                </a:lnTo>
                <a:lnTo>
                  <a:pt x="1" y="6503"/>
                </a:lnTo>
                <a:lnTo>
                  <a:pt x="1" y="6869"/>
                </a:lnTo>
                <a:lnTo>
                  <a:pt x="1" y="6869"/>
                </a:lnTo>
                <a:lnTo>
                  <a:pt x="1" y="7234"/>
                </a:lnTo>
                <a:lnTo>
                  <a:pt x="49" y="7624"/>
                </a:lnTo>
                <a:lnTo>
                  <a:pt x="98" y="7989"/>
                </a:lnTo>
                <a:lnTo>
                  <a:pt x="196" y="8330"/>
                </a:lnTo>
                <a:lnTo>
                  <a:pt x="293" y="8695"/>
                </a:lnTo>
                <a:lnTo>
                  <a:pt x="415" y="9036"/>
                </a:lnTo>
                <a:lnTo>
                  <a:pt x="561" y="9377"/>
                </a:lnTo>
                <a:lnTo>
                  <a:pt x="731" y="9718"/>
                </a:lnTo>
                <a:lnTo>
                  <a:pt x="902" y="10035"/>
                </a:lnTo>
                <a:lnTo>
                  <a:pt x="1097" y="10327"/>
                </a:lnTo>
                <a:lnTo>
                  <a:pt x="1340" y="10644"/>
                </a:lnTo>
                <a:lnTo>
                  <a:pt x="1559" y="10936"/>
                </a:lnTo>
                <a:lnTo>
                  <a:pt x="1827" y="11204"/>
                </a:lnTo>
                <a:lnTo>
                  <a:pt x="2095" y="11472"/>
                </a:lnTo>
                <a:lnTo>
                  <a:pt x="2387" y="11740"/>
                </a:lnTo>
                <a:lnTo>
                  <a:pt x="2680" y="11983"/>
                </a:lnTo>
                <a:lnTo>
                  <a:pt x="2680" y="11983"/>
                </a:lnTo>
                <a:lnTo>
                  <a:pt x="2485" y="12349"/>
                </a:lnTo>
                <a:lnTo>
                  <a:pt x="2266" y="12714"/>
                </a:lnTo>
                <a:lnTo>
                  <a:pt x="2022" y="13104"/>
                </a:lnTo>
                <a:lnTo>
                  <a:pt x="1706" y="13469"/>
                </a:lnTo>
                <a:lnTo>
                  <a:pt x="1365" y="13834"/>
                </a:lnTo>
                <a:lnTo>
                  <a:pt x="1170" y="14005"/>
                </a:lnTo>
                <a:lnTo>
                  <a:pt x="951" y="14151"/>
                </a:lnTo>
                <a:lnTo>
                  <a:pt x="731" y="14297"/>
                </a:lnTo>
                <a:lnTo>
                  <a:pt x="512" y="14443"/>
                </a:lnTo>
                <a:lnTo>
                  <a:pt x="269" y="14540"/>
                </a:lnTo>
                <a:lnTo>
                  <a:pt x="1" y="14662"/>
                </a:lnTo>
                <a:lnTo>
                  <a:pt x="1" y="14662"/>
                </a:lnTo>
                <a:lnTo>
                  <a:pt x="122" y="14662"/>
                </a:lnTo>
                <a:lnTo>
                  <a:pt x="488" y="14711"/>
                </a:lnTo>
                <a:lnTo>
                  <a:pt x="1024" y="14711"/>
                </a:lnTo>
                <a:lnTo>
                  <a:pt x="1365" y="14711"/>
                </a:lnTo>
                <a:lnTo>
                  <a:pt x="1706" y="14687"/>
                </a:lnTo>
                <a:lnTo>
                  <a:pt x="2095" y="14614"/>
                </a:lnTo>
                <a:lnTo>
                  <a:pt x="2485" y="14540"/>
                </a:lnTo>
                <a:lnTo>
                  <a:pt x="2899" y="14419"/>
                </a:lnTo>
                <a:lnTo>
                  <a:pt x="3313" y="14273"/>
                </a:lnTo>
                <a:lnTo>
                  <a:pt x="3751" y="14078"/>
                </a:lnTo>
                <a:lnTo>
                  <a:pt x="4165" y="13834"/>
                </a:lnTo>
                <a:lnTo>
                  <a:pt x="4579" y="13566"/>
                </a:lnTo>
                <a:lnTo>
                  <a:pt x="4969" y="13201"/>
                </a:lnTo>
                <a:lnTo>
                  <a:pt x="4969" y="13201"/>
                </a:lnTo>
                <a:lnTo>
                  <a:pt x="5334" y="13323"/>
                </a:lnTo>
                <a:lnTo>
                  <a:pt x="5700" y="13444"/>
                </a:lnTo>
                <a:lnTo>
                  <a:pt x="6089" y="13518"/>
                </a:lnTo>
                <a:lnTo>
                  <a:pt x="6479" y="13591"/>
                </a:lnTo>
                <a:lnTo>
                  <a:pt x="6869" y="13664"/>
                </a:lnTo>
                <a:lnTo>
                  <a:pt x="7258" y="13712"/>
                </a:lnTo>
                <a:lnTo>
                  <a:pt x="7672" y="13737"/>
                </a:lnTo>
                <a:lnTo>
                  <a:pt x="8087" y="13737"/>
                </a:lnTo>
                <a:lnTo>
                  <a:pt x="8087" y="13737"/>
                </a:lnTo>
                <a:lnTo>
                  <a:pt x="8501" y="13737"/>
                </a:lnTo>
                <a:lnTo>
                  <a:pt x="8915" y="13712"/>
                </a:lnTo>
                <a:lnTo>
                  <a:pt x="9329" y="13664"/>
                </a:lnTo>
                <a:lnTo>
                  <a:pt x="9718" y="13591"/>
                </a:lnTo>
                <a:lnTo>
                  <a:pt x="10108" y="13518"/>
                </a:lnTo>
                <a:lnTo>
                  <a:pt x="10498" y="13420"/>
                </a:lnTo>
                <a:lnTo>
                  <a:pt x="10863" y="13323"/>
                </a:lnTo>
                <a:lnTo>
                  <a:pt x="11228" y="13201"/>
                </a:lnTo>
                <a:lnTo>
                  <a:pt x="11594" y="13055"/>
                </a:lnTo>
                <a:lnTo>
                  <a:pt x="11935" y="12909"/>
                </a:lnTo>
                <a:lnTo>
                  <a:pt x="12276" y="12738"/>
                </a:lnTo>
                <a:lnTo>
                  <a:pt x="12617" y="12568"/>
                </a:lnTo>
                <a:lnTo>
                  <a:pt x="12933" y="12373"/>
                </a:lnTo>
                <a:lnTo>
                  <a:pt x="13225" y="12178"/>
                </a:lnTo>
                <a:lnTo>
                  <a:pt x="13518" y="11959"/>
                </a:lnTo>
                <a:lnTo>
                  <a:pt x="13810" y="11715"/>
                </a:lnTo>
                <a:lnTo>
                  <a:pt x="14078" y="11496"/>
                </a:lnTo>
                <a:lnTo>
                  <a:pt x="14321" y="11228"/>
                </a:lnTo>
                <a:lnTo>
                  <a:pt x="14565" y="10985"/>
                </a:lnTo>
                <a:lnTo>
                  <a:pt x="14784" y="10717"/>
                </a:lnTo>
                <a:lnTo>
                  <a:pt x="15003" y="10424"/>
                </a:lnTo>
                <a:lnTo>
                  <a:pt x="15198" y="10132"/>
                </a:lnTo>
                <a:lnTo>
                  <a:pt x="15369" y="9840"/>
                </a:lnTo>
                <a:lnTo>
                  <a:pt x="15539" y="9548"/>
                </a:lnTo>
                <a:lnTo>
                  <a:pt x="15685" y="9231"/>
                </a:lnTo>
                <a:lnTo>
                  <a:pt x="15807" y="8914"/>
                </a:lnTo>
                <a:lnTo>
                  <a:pt x="15929" y="8574"/>
                </a:lnTo>
                <a:lnTo>
                  <a:pt x="16002" y="8257"/>
                </a:lnTo>
                <a:lnTo>
                  <a:pt x="16075" y="7916"/>
                </a:lnTo>
                <a:lnTo>
                  <a:pt x="16124" y="7575"/>
                </a:lnTo>
                <a:lnTo>
                  <a:pt x="16172" y="7210"/>
                </a:lnTo>
                <a:lnTo>
                  <a:pt x="16172" y="6869"/>
                </a:lnTo>
                <a:lnTo>
                  <a:pt x="16172" y="6869"/>
                </a:lnTo>
                <a:lnTo>
                  <a:pt x="16172" y="6503"/>
                </a:lnTo>
                <a:lnTo>
                  <a:pt x="16124" y="6162"/>
                </a:lnTo>
                <a:lnTo>
                  <a:pt x="16075" y="5821"/>
                </a:lnTo>
                <a:lnTo>
                  <a:pt x="16002" y="5480"/>
                </a:lnTo>
                <a:lnTo>
                  <a:pt x="15929" y="5139"/>
                </a:lnTo>
                <a:lnTo>
                  <a:pt x="15807" y="4823"/>
                </a:lnTo>
                <a:lnTo>
                  <a:pt x="15685" y="4506"/>
                </a:lnTo>
                <a:lnTo>
                  <a:pt x="15539" y="4190"/>
                </a:lnTo>
                <a:lnTo>
                  <a:pt x="15369" y="3873"/>
                </a:lnTo>
                <a:lnTo>
                  <a:pt x="15198" y="3581"/>
                </a:lnTo>
                <a:lnTo>
                  <a:pt x="15003" y="3288"/>
                </a:lnTo>
                <a:lnTo>
                  <a:pt x="14784" y="3021"/>
                </a:lnTo>
                <a:lnTo>
                  <a:pt x="14565" y="2753"/>
                </a:lnTo>
                <a:lnTo>
                  <a:pt x="14321" y="2485"/>
                </a:lnTo>
                <a:lnTo>
                  <a:pt x="14078" y="2241"/>
                </a:lnTo>
                <a:lnTo>
                  <a:pt x="13810" y="1998"/>
                </a:lnTo>
                <a:lnTo>
                  <a:pt x="13518" y="1778"/>
                </a:lnTo>
                <a:lnTo>
                  <a:pt x="13225" y="1559"/>
                </a:lnTo>
                <a:lnTo>
                  <a:pt x="12933" y="1364"/>
                </a:lnTo>
                <a:lnTo>
                  <a:pt x="12617" y="1170"/>
                </a:lnTo>
                <a:lnTo>
                  <a:pt x="12276" y="975"/>
                </a:lnTo>
                <a:lnTo>
                  <a:pt x="11935" y="829"/>
                </a:lnTo>
                <a:lnTo>
                  <a:pt x="11594" y="658"/>
                </a:lnTo>
                <a:lnTo>
                  <a:pt x="11228" y="536"/>
                </a:lnTo>
                <a:lnTo>
                  <a:pt x="10863" y="415"/>
                </a:lnTo>
                <a:lnTo>
                  <a:pt x="10498" y="293"/>
                </a:lnTo>
                <a:lnTo>
                  <a:pt x="10108" y="195"/>
                </a:lnTo>
                <a:lnTo>
                  <a:pt x="9718" y="122"/>
                </a:lnTo>
                <a:lnTo>
                  <a:pt x="9329" y="74"/>
                </a:lnTo>
                <a:lnTo>
                  <a:pt x="8915" y="25"/>
                </a:lnTo>
                <a:lnTo>
                  <a:pt x="8501" y="1"/>
                </a:lnTo>
                <a:lnTo>
                  <a:pt x="8087" y="1"/>
                </a:lnTo>
                <a:lnTo>
                  <a:pt x="8087" y="1"/>
                </a:lnTo>
                <a:close/>
              </a:path>
            </a:pathLst>
          </a:custGeom>
          <a:noFill/>
          <a:ln w="12175" cap="rnd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7EC19F48-DE41-6A48-89CE-F673BFB9002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 smtClean="0"/>
              <a:t>2</a:t>
            </a:fld>
            <a:endParaRPr lang="de-DE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8" name="Google Shape;188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372150" y="1054450"/>
            <a:ext cx="3034500" cy="3034500"/>
          </a:xfrm>
          <a:prstGeom prst="ellipse">
            <a:avLst/>
          </a:prstGeom>
          <a:noFill/>
          <a:ln>
            <a:noFill/>
          </a:ln>
        </p:spPr>
      </p:pic>
      <p:grpSp>
        <p:nvGrpSpPr>
          <p:cNvPr id="189" name="Google Shape;189;p19"/>
          <p:cNvGrpSpPr/>
          <p:nvPr/>
        </p:nvGrpSpPr>
        <p:grpSpPr>
          <a:xfrm>
            <a:off x="5853100" y="3068600"/>
            <a:ext cx="1539600" cy="1539600"/>
            <a:chOff x="6680825" y="2549350"/>
            <a:chExt cx="1539600" cy="1539600"/>
          </a:xfrm>
        </p:grpSpPr>
        <p:sp>
          <p:nvSpPr>
            <p:cNvPr id="190" name="Google Shape;190;p19"/>
            <p:cNvSpPr/>
            <p:nvPr/>
          </p:nvSpPr>
          <p:spPr>
            <a:xfrm>
              <a:off x="6825669" y="2694194"/>
              <a:ext cx="1249800" cy="1249800"/>
            </a:xfrm>
            <a:prstGeom prst="ellipse">
              <a:avLst/>
            </a:prstGeom>
            <a:solidFill>
              <a:srgbClr val="000000">
                <a:alpha val="1882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" name="Google Shape;191;p19"/>
            <p:cNvSpPr/>
            <p:nvPr/>
          </p:nvSpPr>
          <p:spPr>
            <a:xfrm>
              <a:off x="6894850" y="2763375"/>
              <a:ext cx="1111200" cy="111120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" name="Google Shape;192;p19"/>
            <p:cNvSpPr/>
            <p:nvPr/>
          </p:nvSpPr>
          <p:spPr>
            <a:xfrm>
              <a:off x="6680825" y="2549350"/>
              <a:ext cx="1539600" cy="1539600"/>
            </a:xfrm>
            <a:prstGeom prst="donut">
              <a:avLst>
                <a:gd name="adj" fmla="val 675"/>
              </a:avLst>
            </a:prstGeom>
            <a:solidFill>
              <a:srgbClr val="000000">
                <a:alpha val="653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93" name="Google Shape;193;p19"/>
          <p:cNvSpPr txBox="1">
            <a:spLocks noGrp="1"/>
          </p:cNvSpPr>
          <p:nvPr>
            <p:ph type="title"/>
          </p:nvPr>
        </p:nvSpPr>
        <p:spPr>
          <a:xfrm>
            <a:off x="457200" y="1166125"/>
            <a:ext cx="5220300" cy="683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lang="en-US" spc="-1" dirty="0">
                <a:solidFill>
                  <a:srgbClr val="000000"/>
                </a:solidFill>
              </a:rPr>
              <a:t>Agenda</a:t>
            </a:r>
            <a:endParaRPr lang="en-US" b="0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" name="Google Shape;194;p19"/>
          <p:cNvSpPr txBox="1">
            <a:spLocks noGrp="1"/>
          </p:cNvSpPr>
          <p:nvPr>
            <p:ph type="body" idx="1"/>
          </p:nvPr>
        </p:nvSpPr>
        <p:spPr>
          <a:xfrm>
            <a:off x="1069625" y="1958050"/>
            <a:ext cx="4608000" cy="2618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indent="-329760">
              <a:spcBef>
                <a:spcPts val="601"/>
              </a:spcBef>
            </a:pPr>
            <a:r>
              <a:rPr lang="en-US" spc="-1" dirty="0">
                <a:solidFill>
                  <a:srgbClr val="000000"/>
                </a:solidFill>
              </a:rPr>
              <a:t>Unser </a:t>
            </a:r>
            <a:r>
              <a:rPr lang="en-US" spc="-1" dirty="0" err="1">
                <a:solidFill>
                  <a:srgbClr val="000000"/>
                </a:solidFill>
              </a:rPr>
              <a:t>Auftrag</a:t>
            </a:r>
            <a:endParaRPr lang="en-US" spc="-1" dirty="0">
              <a:solidFill>
                <a:srgbClr val="000000"/>
              </a:solidFill>
              <a:latin typeface="Arial"/>
            </a:endParaRPr>
          </a:p>
          <a:p>
            <a:pPr indent="-329760"/>
            <a:r>
              <a:rPr lang="en-US" spc="-1" dirty="0" err="1">
                <a:solidFill>
                  <a:srgbClr val="000000"/>
                </a:solidFill>
              </a:rPr>
              <a:t>Entscheidungen</a:t>
            </a:r>
            <a:endParaRPr lang="en-US" spc="-1" dirty="0">
              <a:solidFill>
                <a:srgbClr val="000000"/>
              </a:solidFill>
              <a:latin typeface="Arial"/>
            </a:endParaRPr>
          </a:p>
          <a:p>
            <a:pPr indent="-329760"/>
            <a:r>
              <a:rPr lang="en-US" spc="-1" dirty="0">
                <a:solidFill>
                  <a:srgbClr val="000000"/>
                </a:solidFill>
              </a:rPr>
              <a:t>Der </a:t>
            </a:r>
            <a:r>
              <a:rPr lang="en-US" spc="-1" dirty="0" err="1">
                <a:solidFill>
                  <a:srgbClr val="000000"/>
                </a:solidFill>
              </a:rPr>
              <a:t>Weg</a:t>
            </a:r>
            <a:r>
              <a:rPr lang="en-US" spc="-1" dirty="0">
                <a:solidFill>
                  <a:srgbClr val="000000"/>
                </a:solidFill>
              </a:rPr>
              <a:t> bis </a:t>
            </a:r>
            <a:r>
              <a:rPr lang="en-US" spc="-1" dirty="0" err="1">
                <a:solidFill>
                  <a:srgbClr val="000000"/>
                </a:solidFill>
              </a:rPr>
              <a:t>hier</a:t>
            </a:r>
            <a:r>
              <a:rPr lang="en-US" spc="-1" dirty="0">
                <a:solidFill>
                  <a:srgbClr val="000000"/>
                </a:solidFill>
              </a:rPr>
              <a:t> </a:t>
            </a:r>
            <a:r>
              <a:rPr lang="en-US" spc="-1" dirty="0" err="1">
                <a:solidFill>
                  <a:srgbClr val="000000"/>
                </a:solidFill>
              </a:rPr>
              <a:t>hin</a:t>
            </a:r>
            <a:endParaRPr lang="en-US" spc="-1" dirty="0">
              <a:solidFill>
                <a:srgbClr val="000000"/>
              </a:solidFill>
              <a:latin typeface="Arial"/>
            </a:endParaRPr>
          </a:p>
          <a:p>
            <a:pPr indent="-329760"/>
            <a:r>
              <a:rPr lang="en-US" spc="-1" dirty="0" err="1">
                <a:solidFill>
                  <a:srgbClr val="000000"/>
                </a:solidFill>
              </a:rPr>
              <a:t>Prototypvorstellung</a:t>
            </a:r>
            <a:endParaRPr lang="en-US" spc="-1" dirty="0">
              <a:solidFill>
                <a:srgbClr val="000000"/>
              </a:solidFill>
              <a:latin typeface="Arial"/>
            </a:endParaRPr>
          </a:p>
          <a:p>
            <a:pPr indent="-329760"/>
            <a:r>
              <a:rPr lang="en-US" spc="-1" dirty="0" err="1">
                <a:solidFill>
                  <a:srgbClr val="000000"/>
                </a:solidFill>
              </a:rPr>
              <a:t>Aussichten</a:t>
            </a:r>
            <a:endParaRPr lang="en-US" spc="-1" dirty="0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196" name="Google Shape;196;p19"/>
          <p:cNvGrpSpPr/>
          <p:nvPr/>
        </p:nvGrpSpPr>
        <p:grpSpPr>
          <a:xfrm>
            <a:off x="6438110" y="3653462"/>
            <a:ext cx="369505" cy="369505"/>
            <a:chOff x="2594050" y="1631825"/>
            <a:chExt cx="439625" cy="439625"/>
          </a:xfrm>
        </p:grpSpPr>
        <p:sp>
          <p:nvSpPr>
            <p:cNvPr id="197" name="Google Shape;197;p19"/>
            <p:cNvSpPr/>
            <p:nvPr/>
          </p:nvSpPr>
          <p:spPr>
            <a:xfrm>
              <a:off x="2594050" y="1883300"/>
              <a:ext cx="188175" cy="188150"/>
            </a:xfrm>
            <a:custGeom>
              <a:avLst/>
              <a:gdLst/>
              <a:ahLst/>
              <a:cxnLst/>
              <a:rect l="l" t="t" r="r" b="b"/>
              <a:pathLst>
                <a:path w="7527" h="7526" fill="none" extrusionOk="0">
                  <a:moveTo>
                    <a:pt x="5992" y="0"/>
                  </a:moveTo>
                  <a:lnTo>
                    <a:pt x="537" y="6430"/>
                  </a:lnTo>
                  <a:lnTo>
                    <a:pt x="1" y="7526"/>
                  </a:lnTo>
                  <a:lnTo>
                    <a:pt x="1097" y="6990"/>
                  </a:lnTo>
                  <a:lnTo>
                    <a:pt x="7526" y="1534"/>
                  </a:lnTo>
                  <a:lnTo>
                    <a:pt x="5992" y="0"/>
                  </a:lnTo>
                  <a:close/>
                </a:path>
              </a:pathLst>
            </a:custGeom>
            <a:noFill/>
            <a:ln w="12175" cap="rnd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" name="Google Shape;198;p19"/>
            <p:cNvSpPr/>
            <p:nvPr/>
          </p:nvSpPr>
          <p:spPr>
            <a:xfrm>
              <a:off x="2857700" y="1631825"/>
              <a:ext cx="175975" cy="176000"/>
            </a:xfrm>
            <a:custGeom>
              <a:avLst/>
              <a:gdLst/>
              <a:ahLst/>
              <a:cxnLst/>
              <a:rect l="l" t="t" r="r" b="b"/>
              <a:pathLst>
                <a:path w="7039" h="7040" fill="none" extrusionOk="0">
                  <a:moveTo>
                    <a:pt x="268" y="2704"/>
                  </a:moveTo>
                  <a:lnTo>
                    <a:pt x="4336" y="6771"/>
                  </a:lnTo>
                  <a:lnTo>
                    <a:pt x="4336" y="6771"/>
                  </a:lnTo>
                  <a:lnTo>
                    <a:pt x="4336" y="6771"/>
                  </a:lnTo>
                  <a:lnTo>
                    <a:pt x="4652" y="6917"/>
                  </a:lnTo>
                  <a:lnTo>
                    <a:pt x="4993" y="7015"/>
                  </a:lnTo>
                  <a:lnTo>
                    <a:pt x="5310" y="7039"/>
                  </a:lnTo>
                  <a:lnTo>
                    <a:pt x="5651" y="7039"/>
                  </a:lnTo>
                  <a:lnTo>
                    <a:pt x="5992" y="6966"/>
                  </a:lnTo>
                  <a:lnTo>
                    <a:pt x="6308" y="6844"/>
                  </a:lnTo>
                  <a:lnTo>
                    <a:pt x="6454" y="6747"/>
                  </a:lnTo>
                  <a:lnTo>
                    <a:pt x="6601" y="6674"/>
                  </a:lnTo>
                  <a:lnTo>
                    <a:pt x="6747" y="6552"/>
                  </a:lnTo>
                  <a:lnTo>
                    <a:pt x="6893" y="6430"/>
                  </a:lnTo>
                  <a:lnTo>
                    <a:pt x="6893" y="6430"/>
                  </a:lnTo>
                  <a:lnTo>
                    <a:pt x="6942" y="6357"/>
                  </a:lnTo>
                  <a:lnTo>
                    <a:pt x="7015" y="6260"/>
                  </a:lnTo>
                  <a:lnTo>
                    <a:pt x="7039" y="6138"/>
                  </a:lnTo>
                  <a:lnTo>
                    <a:pt x="7039" y="6041"/>
                  </a:lnTo>
                  <a:lnTo>
                    <a:pt x="7039" y="6041"/>
                  </a:lnTo>
                  <a:lnTo>
                    <a:pt x="7039" y="5943"/>
                  </a:lnTo>
                  <a:lnTo>
                    <a:pt x="7015" y="5846"/>
                  </a:lnTo>
                  <a:lnTo>
                    <a:pt x="6942" y="5748"/>
                  </a:lnTo>
                  <a:lnTo>
                    <a:pt x="6893" y="5651"/>
                  </a:lnTo>
                  <a:lnTo>
                    <a:pt x="1389" y="147"/>
                  </a:lnTo>
                  <a:lnTo>
                    <a:pt x="1389" y="147"/>
                  </a:lnTo>
                  <a:lnTo>
                    <a:pt x="1291" y="98"/>
                  </a:lnTo>
                  <a:lnTo>
                    <a:pt x="1194" y="25"/>
                  </a:lnTo>
                  <a:lnTo>
                    <a:pt x="1096" y="0"/>
                  </a:lnTo>
                  <a:lnTo>
                    <a:pt x="999" y="0"/>
                  </a:lnTo>
                  <a:lnTo>
                    <a:pt x="999" y="0"/>
                  </a:lnTo>
                  <a:lnTo>
                    <a:pt x="902" y="0"/>
                  </a:lnTo>
                  <a:lnTo>
                    <a:pt x="780" y="25"/>
                  </a:lnTo>
                  <a:lnTo>
                    <a:pt x="682" y="98"/>
                  </a:lnTo>
                  <a:lnTo>
                    <a:pt x="609" y="147"/>
                  </a:lnTo>
                  <a:lnTo>
                    <a:pt x="609" y="147"/>
                  </a:lnTo>
                  <a:lnTo>
                    <a:pt x="487" y="293"/>
                  </a:lnTo>
                  <a:lnTo>
                    <a:pt x="366" y="439"/>
                  </a:lnTo>
                  <a:lnTo>
                    <a:pt x="293" y="585"/>
                  </a:lnTo>
                  <a:lnTo>
                    <a:pt x="195" y="731"/>
                  </a:lnTo>
                  <a:lnTo>
                    <a:pt x="73" y="1048"/>
                  </a:lnTo>
                  <a:lnTo>
                    <a:pt x="0" y="1389"/>
                  </a:lnTo>
                  <a:lnTo>
                    <a:pt x="0" y="1730"/>
                  </a:lnTo>
                  <a:lnTo>
                    <a:pt x="25" y="2046"/>
                  </a:lnTo>
                  <a:lnTo>
                    <a:pt x="122" y="2387"/>
                  </a:lnTo>
                  <a:lnTo>
                    <a:pt x="268" y="2704"/>
                  </a:lnTo>
                  <a:lnTo>
                    <a:pt x="268" y="2704"/>
                  </a:lnTo>
                  <a:close/>
                </a:path>
              </a:pathLst>
            </a:custGeom>
            <a:noFill/>
            <a:ln w="12175" cap="rnd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" name="Google Shape;199;p19"/>
            <p:cNvSpPr/>
            <p:nvPr/>
          </p:nvSpPr>
          <p:spPr>
            <a:xfrm>
              <a:off x="2662850" y="1699400"/>
              <a:ext cx="303250" cy="303250"/>
            </a:xfrm>
            <a:custGeom>
              <a:avLst/>
              <a:gdLst/>
              <a:ahLst/>
              <a:cxnLst/>
              <a:rect l="l" t="t" r="r" b="b"/>
              <a:pathLst>
                <a:path w="12130" h="12130" fill="none" extrusionOk="0">
                  <a:moveTo>
                    <a:pt x="8038" y="1"/>
                  </a:moveTo>
                  <a:lnTo>
                    <a:pt x="4872" y="3191"/>
                  </a:lnTo>
                  <a:lnTo>
                    <a:pt x="4872" y="3191"/>
                  </a:lnTo>
                  <a:lnTo>
                    <a:pt x="4628" y="3094"/>
                  </a:lnTo>
                  <a:lnTo>
                    <a:pt x="4385" y="2997"/>
                  </a:lnTo>
                  <a:lnTo>
                    <a:pt x="4092" y="2899"/>
                  </a:lnTo>
                  <a:lnTo>
                    <a:pt x="3800" y="2850"/>
                  </a:lnTo>
                  <a:lnTo>
                    <a:pt x="3484" y="2777"/>
                  </a:lnTo>
                  <a:lnTo>
                    <a:pt x="3167" y="2729"/>
                  </a:lnTo>
                  <a:lnTo>
                    <a:pt x="2850" y="2704"/>
                  </a:lnTo>
                  <a:lnTo>
                    <a:pt x="2534" y="2704"/>
                  </a:lnTo>
                  <a:lnTo>
                    <a:pt x="2534" y="2704"/>
                  </a:lnTo>
                  <a:lnTo>
                    <a:pt x="2241" y="2704"/>
                  </a:lnTo>
                  <a:lnTo>
                    <a:pt x="1949" y="2729"/>
                  </a:lnTo>
                  <a:lnTo>
                    <a:pt x="1633" y="2777"/>
                  </a:lnTo>
                  <a:lnTo>
                    <a:pt x="1316" y="2850"/>
                  </a:lnTo>
                  <a:lnTo>
                    <a:pt x="999" y="2972"/>
                  </a:lnTo>
                  <a:lnTo>
                    <a:pt x="707" y="3094"/>
                  </a:lnTo>
                  <a:lnTo>
                    <a:pt x="415" y="3289"/>
                  </a:lnTo>
                  <a:lnTo>
                    <a:pt x="147" y="3508"/>
                  </a:lnTo>
                  <a:lnTo>
                    <a:pt x="147" y="3508"/>
                  </a:lnTo>
                  <a:lnTo>
                    <a:pt x="74" y="3581"/>
                  </a:lnTo>
                  <a:lnTo>
                    <a:pt x="25" y="3678"/>
                  </a:lnTo>
                  <a:lnTo>
                    <a:pt x="1" y="3776"/>
                  </a:lnTo>
                  <a:lnTo>
                    <a:pt x="1" y="3898"/>
                  </a:lnTo>
                  <a:lnTo>
                    <a:pt x="1" y="3898"/>
                  </a:lnTo>
                  <a:lnTo>
                    <a:pt x="1" y="3995"/>
                  </a:lnTo>
                  <a:lnTo>
                    <a:pt x="25" y="4093"/>
                  </a:lnTo>
                  <a:lnTo>
                    <a:pt x="74" y="4190"/>
                  </a:lnTo>
                  <a:lnTo>
                    <a:pt x="147" y="4287"/>
                  </a:lnTo>
                  <a:lnTo>
                    <a:pt x="7843" y="11984"/>
                  </a:lnTo>
                  <a:lnTo>
                    <a:pt x="7843" y="11984"/>
                  </a:lnTo>
                  <a:lnTo>
                    <a:pt x="7941" y="12057"/>
                  </a:lnTo>
                  <a:lnTo>
                    <a:pt x="8038" y="12105"/>
                  </a:lnTo>
                  <a:lnTo>
                    <a:pt x="8135" y="12130"/>
                  </a:lnTo>
                  <a:lnTo>
                    <a:pt x="8233" y="12130"/>
                  </a:lnTo>
                  <a:lnTo>
                    <a:pt x="8233" y="12130"/>
                  </a:lnTo>
                  <a:lnTo>
                    <a:pt x="8355" y="12130"/>
                  </a:lnTo>
                  <a:lnTo>
                    <a:pt x="8452" y="12105"/>
                  </a:lnTo>
                  <a:lnTo>
                    <a:pt x="8549" y="12057"/>
                  </a:lnTo>
                  <a:lnTo>
                    <a:pt x="8622" y="11984"/>
                  </a:lnTo>
                  <a:lnTo>
                    <a:pt x="8622" y="11984"/>
                  </a:lnTo>
                  <a:lnTo>
                    <a:pt x="8842" y="11716"/>
                  </a:lnTo>
                  <a:lnTo>
                    <a:pt x="9036" y="11423"/>
                  </a:lnTo>
                  <a:lnTo>
                    <a:pt x="9158" y="11131"/>
                  </a:lnTo>
                  <a:lnTo>
                    <a:pt x="9280" y="10814"/>
                  </a:lnTo>
                  <a:lnTo>
                    <a:pt x="9353" y="10498"/>
                  </a:lnTo>
                  <a:lnTo>
                    <a:pt x="9402" y="10181"/>
                  </a:lnTo>
                  <a:lnTo>
                    <a:pt x="9426" y="9889"/>
                  </a:lnTo>
                  <a:lnTo>
                    <a:pt x="9426" y="9597"/>
                  </a:lnTo>
                  <a:lnTo>
                    <a:pt x="9426" y="9597"/>
                  </a:lnTo>
                  <a:lnTo>
                    <a:pt x="9426" y="9280"/>
                  </a:lnTo>
                  <a:lnTo>
                    <a:pt x="9402" y="8964"/>
                  </a:lnTo>
                  <a:lnTo>
                    <a:pt x="9353" y="8647"/>
                  </a:lnTo>
                  <a:lnTo>
                    <a:pt x="9280" y="8330"/>
                  </a:lnTo>
                  <a:lnTo>
                    <a:pt x="9231" y="8038"/>
                  </a:lnTo>
                  <a:lnTo>
                    <a:pt x="9134" y="7746"/>
                  </a:lnTo>
                  <a:lnTo>
                    <a:pt x="9036" y="7502"/>
                  </a:lnTo>
                  <a:lnTo>
                    <a:pt x="8939" y="7259"/>
                  </a:lnTo>
                  <a:lnTo>
                    <a:pt x="12130" y="4093"/>
                  </a:lnTo>
                </a:path>
              </a:pathLst>
            </a:custGeom>
            <a:noFill/>
            <a:ln w="12175" cap="rnd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" name="Google Shape;200;p19"/>
            <p:cNvSpPr/>
            <p:nvPr/>
          </p:nvSpPr>
          <p:spPr>
            <a:xfrm>
              <a:off x="2801675" y="1740825"/>
              <a:ext cx="49950" cy="49950"/>
            </a:xfrm>
            <a:custGeom>
              <a:avLst/>
              <a:gdLst/>
              <a:ahLst/>
              <a:cxnLst/>
              <a:rect l="l" t="t" r="r" b="b"/>
              <a:pathLst>
                <a:path w="1998" h="1998" fill="none" extrusionOk="0">
                  <a:moveTo>
                    <a:pt x="1" y="1997"/>
                  </a:moveTo>
                  <a:lnTo>
                    <a:pt x="1998" y="0"/>
                  </a:lnTo>
                </a:path>
              </a:pathLst>
            </a:custGeom>
            <a:noFill/>
            <a:ln w="12175" cap="rnd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F2144418-DD0F-E141-92B7-00BD8428583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 smtClean="0"/>
              <a:t>3</a:t>
            </a:fld>
            <a:endParaRPr lang="de-DE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17"/>
          <p:cNvSpPr txBox="1">
            <a:spLocks noGrp="1"/>
          </p:cNvSpPr>
          <p:nvPr>
            <p:ph type="ctrTitle"/>
          </p:nvPr>
        </p:nvSpPr>
        <p:spPr/>
        <p:txBody>
          <a:bodyPr/>
          <a:lstStyle/>
          <a:p>
            <a:pPr lvl="0"/>
            <a:r>
              <a:rPr lang="en-US" dirty="0"/>
              <a:t>Unser </a:t>
            </a:r>
            <a:r>
              <a:rPr lang="en-US" dirty="0" err="1"/>
              <a:t>Auftrag</a:t>
            </a:r>
            <a:endParaRPr lang="en-US" dirty="0"/>
          </a:p>
        </p:txBody>
      </p:sp>
      <p:sp>
        <p:nvSpPr>
          <p:cNvPr id="176" name="Google Shape;176;p17"/>
          <p:cNvSpPr txBox="1"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 err="1"/>
              <a:t>Analyse</a:t>
            </a:r>
            <a:r>
              <a:rPr lang="en-US" dirty="0"/>
              <a:t> der </a:t>
            </a:r>
            <a:r>
              <a:rPr lang="en-US" dirty="0" err="1"/>
              <a:t>Ausgangslage</a:t>
            </a:r>
            <a:r>
              <a:rPr lang="en-US" dirty="0"/>
              <a:t> und </a:t>
            </a:r>
            <a:r>
              <a:rPr lang="en-US" dirty="0" err="1"/>
              <a:t>Zieldefinition</a:t>
            </a:r>
            <a:endParaRPr lang="en-US" dirty="0"/>
          </a:p>
        </p:txBody>
      </p:sp>
      <p:sp>
        <p:nvSpPr>
          <p:cNvPr id="177" name="Google Shape;177;p17"/>
          <p:cNvSpPr txBox="1"/>
          <p:nvPr/>
        </p:nvSpPr>
        <p:spPr>
          <a:xfrm>
            <a:off x="1030925" y="710500"/>
            <a:ext cx="1392600" cy="13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6000" b="1" dirty="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1</a:t>
            </a:r>
            <a:endParaRPr sz="6000"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18"/>
          <p:cNvSpPr txBox="1">
            <a:spLocks noGrp="1"/>
          </p:cNvSpPr>
          <p:nvPr>
            <p:ph type="body" idx="1"/>
          </p:nvPr>
        </p:nvSpPr>
        <p:spPr>
          <a:xfrm>
            <a:off x="2385525" y="1310550"/>
            <a:ext cx="4777200" cy="326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63500" indent="0">
              <a:spcBef>
                <a:spcPts val="601"/>
              </a:spcBef>
              <a:buNone/>
            </a:pPr>
            <a:r>
              <a:rPr lang="en-US" spc="-1" dirty="0" err="1">
                <a:solidFill>
                  <a:srgbClr val="000000"/>
                </a:solidFill>
              </a:rPr>
              <a:t>Ihr</a:t>
            </a:r>
            <a:r>
              <a:rPr lang="en-US" spc="-1" dirty="0">
                <a:solidFill>
                  <a:srgbClr val="000000"/>
                </a:solidFill>
              </a:rPr>
              <a:t> </a:t>
            </a:r>
            <a:r>
              <a:rPr lang="en-US" spc="-1" dirty="0" err="1">
                <a:solidFill>
                  <a:srgbClr val="000000"/>
                </a:solidFill>
              </a:rPr>
              <a:t>macht</a:t>
            </a:r>
            <a:r>
              <a:rPr lang="en-US" spc="-1" dirty="0">
                <a:solidFill>
                  <a:srgbClr val="000000"/>
                </a:solidFill>
              </a:rPr>
              <a:t> </a:t>
            </a:r>
            <a:r>
              <a:rPr lang="en-US" spc="-1" dirty="0" err="1">
                <a:solidFill>
                  <a:srgbClr val="000000"/>
                </a:solidFill>
              </a:rPr>
              <a:t>einfach</a:t>
            </a:r>
            <a:r>
              <a:rPr lang="en-US" spc="-1" dirty="0">
                <a:solidFill>
                  <a:srgbClr val="000000"/>
                </a:solidFill>
              </a:rPr>
              <a:t> die </a:t>
            </a:r>
            <a:r>
              <a:rPr lang="en-US" spc="-1" dirty="0" err="1">
                <a:solidFill>
                  <a:srgbClr val="000000"/>
                </a:solidFill>
              </a:rPr>
              <a:t>geilste</a:t>
            </a:r>
            <a:r>
              <a:rPr lang="en-US" spc="-1" dirty="0">
                <a:solidFill>
                  <a:srgbClr val="000000"/>
                </a:solidFill>
              </a:rPr>
              <a:t> App der Welt </a:t>
            </a:r>
            <a:r>
              <a:rPr lang="en-US" spc="-1" dirty="0" err="1">
                <a:solidFill>
                  <a:srgbClr val="000000"/>
                </a:solidFill>
              </a:rPr>
              <a:t>für</a:t>
            </a:r>
            <a:r>
              <a:rPr lang="en-US" spc="-1" dirty="0">
                <a:solidFill>
                  <a:srgbClr val="000000"/>
                </a:solidFill>
              </a:rPr>
              <a:t> </a:t>
            </a:r>
            <a:r>
              <a:rPr lang="en-US" spc="-1" dirty="0" err="1">
                <a:solidFill>
                  <a:srgbClr val="000000"/>
                </a:solidFill>
              </a:rPr>
              <a:t>Elektroautos</a:t>
            </a:r>
            <a:endParaRPr lang="en-US" b="0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3634C189-0785-7345-83B8-8B6C2EE2EF2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 smtClean="0"/>
              <a:t>5</a:t>
            </a:fld>
            <a:endParaRPr lang="de-DE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E0DC24-B072-4A64-9325-BD32EAB5BD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21ED6C7-8E16-4390-A5E2-A4C1181FA0C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863EFF-DB0B-4BD3-9CC1-CEC07ECFEF8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6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25324454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17"/>
          <p:cNvSpPr txBox="1">
            <a:spLocks noGrp="1"/>
          </p:cNvSpPr>
          <p:nvPr>
            <p:ph type="ctrTitle"/>
          </p:nvPr>
        </p:nvSpPr>
        <p:spPr>
          <a:xfrm>
            <a:off x="1629680" y="2246931"/>
            <a:ext cx="5872871" cy="956700"/>
          </a:xfrm>
        </p:spPr>
        <p:txBody>
          <a:bodyPr/>
          <a:lstStyle/>
          <a:p>
            <a:pPr lvl="0"/>
            <a:r>
              <a:rPr lang="en-US" dirty="0" err="1"/>
              <a:t>Entscheidungen</a:t>
            </a:r>
            <a:endParaRPr lang="en-US" dirty="0"/>
          </a:p>
        </p:txBody>
      </p:sp>
      <p:sp>
        <p:nvSpPr>
          <p:cNvPr id="176" name="Google Shape;176;p17"/>
          <p:cNvSpPr txBox="1"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spc="-1" dirty="0" err="1"/>
              <a:t>Machbarkeitsanalyse</a:t>
            </a:r>
            <a:r>
              <a:rPr lang="en-US" spc="-1" dirty="0"/>
              <a:t> und </a:t>
            </a:r>
            <a:r>
              <a:rPr lang="en-US" spc="-1" dirty="0" err="1"/>
              <a:t>Konzeption</a:t>
            </a:r>
            <a:endParaRPr lang="en-US" spc="-1" dirty="0">
              <a:latin typeface="Arial"/>
            </a:endParaRPr>
          </a:p>
        </p:txBody>
      </p:sp>
      <p:sp>
        <p:nvSpPr>
          <p:cNvPr id="177" name="Google Shape;177;p17"/>
          <p:cNvSpPr txBox="1"/>
          <p:nvPr/>
        </p:nvSpPr>
        <p:spPr>
          <a:xfrm>
            <a:off x="1030925" y="710500"/>
            <a:ext cx="1392600" cy="13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6000" b="1" dirty="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2</a:t>
            </a:r>
            <a:endParaRPr sz="6000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1168616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0"/>
          <p:cNvSpPr txBox="1">
            <a:spLocks noGrp="1"/>
          </p:cNvSpPr>
          <p:nvPr>
            <p:ph type="ctrTitle" idx="4294967295"/>
          </p:nvPr>
        </p:nvSpPr>
        <p:spPr>
          <a:xfrm>
            <a:off x="2092625" y="2954950"/>
            <a:ext cx="4958700" cy="1159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0"/>
              <a:t>Big concept</a:t>
            </a:r>
            <a:endParaRPr sz="6000"/>
          </a:p>
        </p:txBody>
      </p:sp>
      <p:sp>
        <p:nvSpPr>
          <p:cNvPr id="206" name="Google Shape;206;p20"/>
          <p:cNvSpPr txBox="1">
            <a:spLocks noGrp="1"/>
          </p:cNvSpPr>
          <p:nvPr>
            <p:ph type="subTitle" idx="4294967295"/>
          </p:nvPr>
        </p:nvSpPr>
        <p:spPr>
          <a:xfrm>
            <a:off x="2092625" y="4097352"/>
            <a:ext cx="4958700" cy="7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>
              <a:buNone/>
            </a:pPr>
            <a:r>
              <a:rPr lang="de-DE" sz="1400" dirty="0"/>
              <a:t>In </a:t>
            </a:r>
            <a:r>
              <a:rPr lang="de-DE" sz="1400" dirty="0" err="1"/>
              <a:t>Koorperation</a:t>
            </a:r>
            <a:r>
              <a:rPr lang="de-DE" sz="1400" dirty="0"/>
              <a:t> mit Team 03: "</a:t>
            </a:r>
            <a:r>
              <a:rPr lang="de-DE" sz="1400" dirty="0" err="1"/>
              <a:t>LogistGo</a:t>
            </a:r>
            <a:r>
              <a:rPr lang="de-DE" sz="1400" dirty="0"/>
              <a:t>"</a:t>
            </a:r>
          </a:p>
        </p:txBody>
      </p:sp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C8B70310-85DF-994A-81A4-44B6132C8B9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 smtClean="0"/>
              <a:t>8</a:t>
            </a:fld>
            <a:endParaRPr lang="de-DE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F8CCDB16-DF91-4EBC-B6F8-5331377DC4BB}"/>
              </a:ext>
            </a:extLst>
          </p:cNvPr>
          <p:cNvGrpSpPr/>
          <p:nvPr/>
        </p:nvGrpSpPr>
        <p:grpSpPr>
          <a:xfrm>
            <a:off x="3390536" y="1032504"/>
            <a:ext cx="2362877" cy="1539246"/>
            <a:chOff x="3390536" y="1032504"/>
            <a:chExt cx="2362877" cy="1539246"/>
          </a:xfrm>
        </p:grpSpPr>
        <p:pic>
          <p:nvPicPr>
            <p:cNvPr id="17" name="Grafik 2">
              <a:extLst>
                <a:ext uri="{FF2B5EF4-FFF2-40B4-BE49-F238E27FC236}">
                  <a16:creationId xmlns:a16="http://schemas.microsoft.com/office/drawing/2014/main" id="{FF6C35CA-AD7E-4F5A-B8E1-FC20773C4B6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3390536" y="1032504"/>
              <a:ext cx="2362877" cy="1539246"/>
            </a:xfrm>
            <a:prstGeom prst="rect">
              <a:avLst/>
            </a:prstGeom>
          </p:spPr>
        </p:pic>
        <p:pic>
          <p:nvPicPr>
            <p:cNvPr id="23" name="Picture 22">
              <a:extLst>
                <a:ext uri="{FF2B5EF4-FFF2-40B4-BE49-F238E27FC236}">
                  <a16:creationId xmlns:a16="http://schemas.microsoft.com/office/drawing/2014/main" id="{8924C288-64FB-4C06-82F5-5595BD4B7E4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004397" y="1451512"/>
              <a:ext cx="1135206" cy="996428"/>
            </a:xfrm>
            <a:prstGeom prst="rect">
              <a:avLst/>
            </a:prstGeom>
          </p:spPr>
        </p:pic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D23BED0B-3491-4A26-A8D9-FE2D68E4B72B}"/>
              </a:ext>
            </a:extLst>
          </p:cNvPr>
          <p:cNvGrpSpPr/>
          <p:nvPr/>
        </p:nvGrpSpPr>
        <p:grpSpPr>
          <a:xfrm>
            <a:off x="1579873" y="1009112"/>
            <a:ext cx="864360" cy="1109520"/>
            <a:chOff x="1463040" y="993600"/>
            <a:chExt cx="864360" cy="1109520"/>
          </a:xfrm>
        </p:grpSpPr>
        <p:sp>
          <p:nvSpPr>
            <p:cNvPr id="18" name="CustomShape 4">
              <a:extLst>
                <a:ext uri="{FF2B5EF4-FFF2-40B4-BE49-F238E27FC236}">
                  <a16:creationId xmlns:a16="http://schemas.microsoft.com/office/drawing/2014/main" id="{D519429B-2CCD-4B2A-96CE-530C2535203D}"/>
                </a:ext>
              </a:extLst>
            </p:cNvPr>
            <p:cNvSpPr/>
            <p:nvPr/>
          </p:nvSpPr>
          <p:spPr>
            <a:xfrm>
              <a:off x="1463040" y="993600"/>
              <a:ext cx="864360" cy="1109520"/>
            </a:xfrm>
            <a:custGeom>
              <a:avLst/>
              <a:gdLst/>
              <a:ahLst/>
              <a:cxnLst/>
              <a:rect l="l" t="t" r="r" b="b"/>
              <a:pathLst>
                <a:path w="15978" h="20508">
                  <a:moveTo>
                    <a:pt x="15977" y="1292"/>
                  </a:moveTo>
                  <a:lnTo>
                    <a:pt x="15977" y="19217"/>
                  </a:lnTo>
                  <a:lnTo>
                    <a:pt x="15977" y="19217"/>
                  </a:lnTo>
                  <a:lnTo>
                    <a:pt x="15953" y="19485"/>
                  </a:lnTo>
                  <a:lnTo>
                    <a:pt x="15880" y="19728"/>
                  </a:lnTo>
                  <a:lnTo>
                    <a:pt x="15758" y="19948"/>
                  </a:lnTo>
                  <a:lnTo>
                    <a:pt x="15612" y="20142"/>
                  </a:lnTo>
                  <a:lnTo>
                    <a:pt x="15417" y="20289"/>
                  </a:lnTo>
                  <a:lnTo>
                    <a:pt x="15198" y="20410"/>
                  </a:lnTo>
                  <a:lnTo>
                    <a:pt x="14955" y="20483"/>
                  </a:lnTo>
                  <a:lnTo>
                    <a:pt x="14711" y="20508"/>
                  </a:lnTo>
                  <a:lnTo>
                    <a:pt x="1267" y="20508"/>
                  </a:lnTo>
                  <a:lnTo>
                    <a:pt x="1267" y="20508"/>
                  </a:lnTo>
                  <a:lnTo>
                    <a:pt x="1023" y="20483"/>
                  </a:lnTo>
                  <a:lnTo>
                    <a:pt x="780" y="20410"/>
                  </a:lnTo>
                  <a:lnTo>
                    <a:pt x="561" y="20289"/>
                  </a:lnTo>
                  <a:lnTo>
                    <a:pt x="366" y="20142"/>
                  </a:lnTo>
                  <a:lnTo>
                    <a:pt x="220" y="19948"/>
                  </a:lnTo>
                  <a:lnTo>
                    <a:pt x="98" y="19728"/>
                  </a:lnTo>
                  <a:lnTo>
                    <a:pt x="25" y="19485"/>
                  </a:lnTo>
                  <a:lnTo>
                    <a:pt x="1" y="19217"/>
                  </a:lnTo>
                  <a:lnTo>
                    <a:pt x="1" y="1292"/>
                  </a:lnTo>
                  <a:lnTo>
                    <a:pt x="1" y="1292"/>
                  </a:lnTo>
                  <a:lnTo>
                    <a:pt x="25" y="1024"/>
                  </a:lnTo>
                  <a:lnTo>
                    <a:pt x="98" y="780"/>
                  </a:lnTo>
                  <a:lnTo>
                    <a:pt x="220" y="561"/>
                  </a:lnTo>
                  <a:lnTo>
                    <a:pt x="366" y="366"/>
                  </a:lnTo>
                  <a:lnTo>
                    <a:pt x="561" y="220"/>
                  </a:lnTo>
                  <a:lnTo>
                    <a:pt x="780" y="98"/>
                  </a:lnTo>
                  <a:lnTo>
                    <a:pt x="1023" y="25"/>
                  </a:lnTo>
                  <a:lnTo>
                    <a:pt x="1267" y="1"/>
                  </a:lnTo>
                  <a:lnTo>
                    <a:pt x="14711" y="1"/>
                  </a:lnTo>
                  <a:lnTo>
                    <a:pt x="14711" y="1"/>
                  </a:lnTo>
                  <a:lnTo>
                    <a:pt x="14955" y="25"/>
                  </a:lnTo>
                  <a:lnTo>
                    <a:pt x="15198" y="98"/>
                  </a:lnTo>
                  <a:lnTo>
                    <a:pt x="15417" y="220"/>
                  </a:lnTo>
                  <a:lnTo>
                    <a:pt x="15612" y="366"/>
                  </a:lnTo>
                  <a:lnTo>
                    <a:pt x="15758" y="561"/>
                  </a:lnTo>
                  <a:lnTo>
                    <a:pt x="15880" y="780"/>
                  </a:lnTo>
                  <a:lnTo>
                    <a:pt x="15953" y="1024"/>
                  </a:lnTo>
                  <a:lnTo>
                    <a:pt x="15977" y="1292"/>
                  </a:lnTo>
                  <a:lnTo>
                    <a:pt x="15977" y="1292"/>
                  </a:lnTo>
                  <a:close/>
                  <a:moveTo>
                    <a:pt x="7989" y="19899"/>
                  </a:moveTo>
                  <a:lnTo>
                    <a:pt x="7989" y="19899"/>
                  </a:lnTo>
                  <a:lnTo>
                    <a:pt x="8159" y="19875"/>
                  </a:lnTo>
                  <a:lnTo>
                    <a:pt x="8306" y="19826"/>
                  </a:lnTo>
                  <a:lnTo>
                    <a:pt x="8452" y="19753"/>
                  </a:lnTo>
                  <a:lnTo>
                    <a:pt x="8574" y="19655"/>
                  </a:lnTo>
                  <a:lnTo>
                    <a:pt x="8671" y="19534"/>
                  </a:lnTo>
                  <a:lnTo>
                    <a:pt x="8744" y="19387"/>
                  </a:lnTo>
                  <a:lnTo>
                    <a:pt x="8793" y="19241"/>
                  </a:lnTo>
                  <a:lnTo>
                    <a:pt x="8817" y="19071"/>
                  </a:lnTo>
                  <a:lnTo>
                    <a:pt x="8817" y="19071"/>
                  </a:lnTo>
                  <a:lnTo>
                    <a:pt x="8793" y="18900"/>
                  </a:lnTo>
                  <a:lnTo>
                    <a:pt x="8744" y="18754"/>
                  </a:lnTo>
                  <a:lnTo>
                    <a:pt x="8671" y="18608"/>
                  </a:lnTo>
                  <a:lnTo>
                    <a:pt x="8574" y="18486"/>
                  </a:lnTo>
                  <a:lnTo>
                    <a:pt x="8452" y="18389"/>
                  </a:lnTo>
                  <a:lnTo>
                    <a:pt x="8306" y="18316"/>
                  </a:lnTo>
                  <a:lnTo>
                    <a:pt x="8159" y="18267"/>
                  </a:lnTo>
                  <a:lnTo>
                    <a:pt x="7989" y="18243"/>
                  </a:lnTo>
                  <a:lnTo>
                    <a:pt x="7989" y="18243"/>
                  </a:lnTo>
                  <a:lnTo>
                    <a:pt x="7819" y="18267"/>
                  </a:lnTo>
                  <a:lnTo>
                    <a:pt x="7672" y="18316"/>
                  </a:lnTo>
                  <a:lnTo>
                    <a:pt x="7526" y="18389"/>
                  </a:lnTo>
                  <a:lnTo>
                    <a:pt x="7404" y="18486"/>
                  </a:lnTo>
                  <a:lnTo>
                    <a:pt x="7307" y="18608"/>
                  </a:lnTo>
                  <a:lnTo>
                    <a:pt x="7234" y="18754"/>
                  </a:lnTo>
                  <a:lnTo>
                    <a:pt x="7185" y="18900"/>
                  </a:lnTo>
                  <a:lnTo>
                    <a:pt x="7161" y="19071"/>
                  </a:lnTo>
                  <a:lnTo>
                    <a:pt x="7161" y="19071"/>
                  </a:lnTo>
                  <a:lnTo>
                    <a:pt x="7185" y="19241"/>
                  </a:lnTo>
                  <a:lnTo>
                    <a:pt x="7234" y="19387"/>
                  </a:lnTo>
                  <a:lnTo>
                    <a:pt x="7307" y="19534"/>
                  </a:lnTo>
                  <a:lnTo>
                    <a:pt x="7404" y="19655"/>
                  </a:lnTo>
                  <a:lnTo>
                    <a:pt x="7526" y="19753"/>
                  </a:lnTo>
                  <a:lnTo>
                    <a:pt x="7672" y="19826"/>
                  </a:lnTo>
                  <a:lnTo>
                    <a:pt x="7819" y="19875"/>
                  </a:lnTo>
                  <a:lnTo>
                    <a:pt x="7989" y="19899"/>
                  </a:lnTo>
                  <a:lnTo>
                    <a:pt x="7989" y="19899"/>
                  </a:lnTo>
                  <a:close/>
                  <a:moveTo>
                    <a:pt x="14394" y="1584"/>
                  </a:moveTo>
                  <a:lnTo>
                    <a:pt x="1584" y="1584"/>
                  </a:lnTo>
                  <a:lnTo>
                    <a:pt x="1584" y="17634"/>
                  </a:lnTo>
                  <a:lnTo>
                    <a:pt x="14394" y="17634"/>
                  </a:lnTo>
                  <a:lnTo>
                    <a:pt x="14394" y="1584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EDC991B7-F1F1-4917-9C23-F688909B6FA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616734" y="1271830"/>
              <a:ext cx="555004" cy="487155"/>
            </a:xfrm>
            <a:prstGeom prst="rect">
              <a:avLst/>
            </a:prstGeom>
          </p:spPr>
        </p:pic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3418C144-992A-408B-BFFE-D19181497087}"/>
              </a:ext>
            </a:extLst>
          </p:cNvPr>
          <p:cNvGrpSpPr/>
          <p:nvPr/>
        </p:nvGrpSpPr>
        <p:grpSpPr>
          <a:xfrm>
            <a:off x="845803" y="1758985"/>
            <a:ext cx="457200" cy="792360"/>
            <a:chOff x="914400" y="1676520"/>
            <a:chExt cx="457200" cy="792360"/>
          </a:xfrm>
        </p:grpSpPr>
        <p:sp>
          <p:nvSpPr>
            <p:cNvPr id="19" name="CustomShape 5">
              <a:extLst>
                <a:ext uri="{FF2B5EF4-FFF2-40B4-BE49-F238E27FC236}">
                  <a16:creationId xmlns:a16="http://schemas.microsoft.com/office/drawing/2014/main" id="{4F948CDD-64E3-4B2F-9D8F-18A5FC957C67}"/>
                </a:ext>
              </a:extLst>
            </p:cNvPr>
            <p:cNvSpPr/>
            <p:nvPr/>
          </p:nvSpPr>
          <p:spPr>
            <a:xfrm>
              <a:off x="914400" y="1676520"/>
              <a:ext cx="457200" cy="792360"/>
            </a:xfrm>
            <a:custGeom>
              <a:avLst/>
              <a:gdLst/>
              <a:ahLst/>
              <a:cxnLst/>
              <a:rect l="l" t="t" r="r" b="b"/>
              <a:pathLst>
                <a:path w="11838" h="20508">
                  <a:moveTo>
                    <a:pt x="10547" y="1"/>
                  </a:moveTo>
                  <a:lnTo>
                    <a:pt x="1292" y="1"/>
                  </a:lnTo>
                  <a:lnTo>
                    <a:pt x="1292" y="1"/>
                  </a:lnTo>
                  <a:lnTo>
                    <a:pt x="1024" y="25"/>
                  </a:lnTo>
                  <a:lnTo>
                    <a:pt x="780" y="98"/>
                  </a:lnTo>
                  <a:lnTo>
                    <a:pt x="561" y="220"/>
                  </a:lnTo>
                  <a:lnTo>
                    <a:pt x="366" y="366"/>
                  </a:lnTo>
                  <a:lnTo>
                    <a:pt x="220" y="561"/>
                  </a:lnTo>
                  <a:lnTo>
                    <a:pt x="98" y="780"/>
                  </a:lnTo>
                  <a:lnTo>
                    <a:pt x="25" y="1024"/>
                  </a:lnTo>
                  <a:lnTo>
                    <a:pt x="1" y="1292"/>
                  </a:lnTo>
                  <a:lnTo>
                    <a:pt x="1" y="19217"/>
                  </a:lnTo>
                  <a:lnTo>
                    <a:pt x="1" y="19217"/>
                  </a:lnTo>
                  <a:lnTo>
                    <a:pt x="25" y="19485"/>
                  </a:lnTo>
                  <a:lnTo>
                    <a:pt x="98" y="19728"/>
                  </a:lnTo>
                  <a:lnTo>
                    <a:pt x="220" y="19948"/>
                  </a:lnTo>
                  <a:lnTo>
                    <a:pt x="366" y="20142"/>
                  </a:lnTo>
                  <a:lnTo>
                    <a:pt x="561" y="20289"/>
                  </a:lnTo>
                  <a:lnTo>
                    <a:pt x="780" y="20410"/>
                  </a:lnTo>
                  <a:lnTo>
                    <a:pt x="1024" y="20483"/>
                  </a:lnTo>
                  <a:lnTo>
                    <a:pt x="1292" y="20508"/>
                  </a:lnTo>
                  <a:lnTo>
                    <a:pt x="10547" y="20508"/>
                  </a:lnTo>
                  <a:lnTo>
                    <a:pt x="10547" y="20508"/>
                  </a:lnTo>
                  <a:lnTo>
                    <a:pt x="10814" y="20483"/>
                  </a:lnTo>
                  <a:lnTo>
                    <a:pt x="11058" y="20410"/>
                  </a:lnTo>
                  <a:lnTo>
                    <a:pt x="11277" y="20289"/>
                  </a:lnTo>
                  <a:lnTo>
                    <a:pt x="11472" y="20142"/>
                  </a:lnTo>
                  <a:lnTo>
                    <a:pt x="11618" y="19948"/>
                  </a:lnTo>
                  <a:lnTo>
                    <a:pt x="11740" y="19728"/>
                  </a:lnTo>
                  <a:lnTo>
                    <a:pt x="11813" y="19485"/>
                  </a:lnTo>
                  <a:lnTo>
                    <a:pt x="11837" y="19217"/>
                  </a:lnTo>
                  <a:lnTo>
                    <a:pt x="11837" y="1292"/>
                  </a:lnTo>
                  <a:lnTo>
                    <a:pt x="11837" y="1292"/>
                  </a:lnTo>
                  <a:lnTo>
                    <a:pt x="11813" y="1024"/>
                  </a:lnTo>
                  <a:lnTo>
                    <a:pt x="11740" y="780"/>
                  </a:lnTo>
                  <a:lnTo>
                    <a:pt x="11618" y="561"/>
                  </a:lnTo>
                  <a:lnTo>
                    <a:pt x="11472" y="366"/>
                  </a:lnTo>
                  <a:lnTo>
                    <a:pt x="11277" y="220"/>
                  </a:lnTo>
                  <a:lnTo>
                    <a:pt x="11058" y="98"/>
                  </a:lnTo>
                  <a:lnTo>
                    <a:pt x="10814" y="25"/>
                  </a:lnTo>
                  <a:lnTo>
                    <a:pt x="10547" y="1"/>
                  </a:lnTo>
                  <a:lnTo>
                    <a:pt x="10547" y="1"/>
                  </a:lnTo>
                  <a:close/>
                  <a:moveTo>
                    <a:pt x="5554" y="975"/>
                  </a:moveTo>
                  <a:lnTo>
                    <a:pt x="6284" y="975"/>
                  </a:lnTo>
                  <a:lnTo>
                    <a:pt x="6284" y="975"/>
                  </a:lnTo>
                  <a:lnTo>
                    <a:pt x="6406" y="999"/>
                  </a:lnTo>
                  <a:lnTo>
                    <a:pt x="6479" y="1073"/>
                  </a:lnTo>
                  <a:lnTo>
                    <a:pt x="6552" y="1146"/>
                  </a:lnTo>
                  <a:lnTo>
                    <a:pt x="6577" y="1267"/>
                  </a:lnTo>
                  <a:lnTo>
                    <a:pt x="6577" y="1267"/>
                  </a:lnTo>
                  <a:lnTo>
                    <a:pt x="6552" y="1365"/>
                  </a:lnTo>
                  <a:lnTo>
                    <a:pt x="6479" y="1462"/>
                  </a:lnTo>
                  <a:lnTo>
                    <a:pt x="6406" y="1511"/>
                  </a:lnTo>
                  <a:lnTo>
                    <a:pt x="6284" y="1535"/>
                  </a:lnTo>
                  <a:lnTo>
                    <a:pt x="5554" y="1535"/>
                  </a:lnTo>
                  <a:lnTo>
                    <a:pt x="5554" y="1535"/>
                  </a:lnTo>
                  <a:lnTo>
                    <a:pt x="5432" y="1511"/>
                  </a:lnTo>
                  <a:lnTo>
                    <a:pt x="5359" y="1462"/>
                  </a:lnTo>
                  <a:lnTo>
                    <a:pt x="5286" y="1365"/>
                  </a:lnTo>
                  <a:lnTo>
                    <a:pt x="5262" y="1267"/>
                  </a:lnTo>
                  <a:lnTo>
                    <a:pt x="5262" y="1267"/>
                  </a:lnTo>
                  <a:lnTo>
                    <a:pt x="5286" y="1146"/>
                  </a:lnTo>
                  <a:lnTo>
                    <a:pt x="5359" y="1073"/>
                  </a:lnTo>
                  <a:lnTo>
                    <a:pt x="5432" y="999"/>
                  </a:lnTo>
                  <a:lnTo>
                    <a:pt x="5554" y="975"/>
                  </a:lnTo>
                  <a:lnTo>
                    <a:pt x="5554" y="975"/>
                  </a:lnTo>
                  <a:close/>
                  <a:moveTo>
                    <a:pt x="5919" y="19436"/>
                  </a:moveTo>
                  <a:lnTo>
                    <a:pt x="5919" y="19436"/>
                  </a:lnTo>
                  <a:lnTo>
                    <a:pt x="5749" y="19412"/>
                  </a:lnTo>
                  <a:lnTo>
                    <a:pt x="5578" y="19363"/>
                  </a:lnTo>
                  <a:lnTo>
                    <a:pt x="5432" y="19290"/>
                  </a:lnTo>
                  <a:lnTo>
                    <a:pt x="5310" y="19193"/>
                  </a:lnTo>
                  <a:lnTo>
                    <a:pt x="5213" y="19071"/>
                  </a:lnTo>
                  <a:lnTo>
                    <a:pt x="5140" y="18925"/>
                  </a:lnTo>
                  <a:lnTo>
                    <a:pt x="5091" y="18754"/>
                  </a:lnTo>
                  <a:lnTo>
                    <a:pt x="5067" y="18584"/>
                  </a:lnTo>
                  <a:lnTo>
                    <a:pt x="5067" y="18584"/>
                  </a:lnTo>
                  <a:lnTo>
                    <a:pt x="5091" y="18413"/>
                  </a:lnTo>
                  <a:lnTo>
                    <a:pt x="5140" y="18243"/>
                  </a:lnTo>
                  <a:lnTo>
                    <a:pt x="5213" y="18097"/>
                  </a:lnTo>
                  <a:lnTo>
                    <a:pt x="5310" y="17975"/>
                  </a:lnTo>
                  <a:lnTo>
                    <a:pt x="5432" y="17877"/>
                  </a:lnTo>
                  <a:lnTo>
                    <a:pt x="5578" y="17804"/>
                  </a:lnTo>
                  <a:lnTo>
                    <a:pt x="5749" y="17756"/>
                  </a:lnTo>
                  <a:lnTo>
                    <a:pt x="5919" y="17731"/>
                  </a:lnTo>
                  <a:lnTo>
                    <a:pt x="5919" y="17731"/>
                  </a:lnTo>
                  <a:lnTo>
                    <a:pt x="6090" y="17756"/>
                  </a:lnTo>
                  <a:lnTo>
                    <a:pt x="6260" y="17804"/>
                  </a:lnTo>
                  <a:lnTo>
                    <a:pt x="6406" y="17877"/>
                  </a:lnTo>
                  <a:lnTo>
                    <a:pt x="6528" y="17975"/>
                  </a:lnTo>
                  <a:lnTo>
                    <a:pt x="6625" y="18097"/>
                  </a:lnTo>
                  <a:lnTo>
                    <a:pt x="6699" y="18243"/>
                  </a:lnTo>
                  <a:lnTo>
                    <a:pt x="6747" y="18413"/>
                  </a:lnTo>
                  <a:lnTo>
                    <a:pt x="6772" y="18584"/>
                  </a:lnTo>
                  <a:lnTo>
                    <a:pt x="6772" y="18584"/>
                  </a:lnTo>
                  <a:lnTo>
                    <a:pt x="6747" y="18754"/>
                  </a:lnTo>
                  <a:lnTo>
                    <a:pt x="6699" y="18925"/>
                  </a:lnTo>
                  <a:lnTo>
                    <a:pt x="6625" y="19071"/>
                  </a:lnTo>
                  <a:lnTo>
                    <a:pt x="6528" y="19193"/>
                  </a:lnTo>
                  <a:lnTo>
                    <a:pt x="6406" y="19290"/>
                  </a:lnTo>
                  <a:lnTo>
                    <a:pt x="6260" y="19363"/>
                  </a:lnTo>
                  <a:lnTo>
                    <a:pt x="6090" y="19412"/>
                  </a:lnTo>
                  <a:lnTo>
                    <a:pt x="5919" y="19436"/>
                  </a:lnTo>
                  <a:lnTo>
                    <a:pt x="5919" y="19436"/>
                  </a:lnTo>
                  <a:close/>
                  <a:moveTo>
                    <a:pt x="10547" y="16660"/>
                  </a:moveTo>
                  <a:lnTo>
                    <a:pt x="1292" y="16660"/>
                  </a:lnTo>
                  <a:lnTo>
                    <a:pt x="1292" y="2558"/>
                  </a:lnTo>
                  <a:lnTo>
                    <a:pt x="10547" y="2558"/>
                  </a:lnTo>
                  <a:lnTo>
                    <a:pt x="10547" y="16660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3EA8B292-E00E-4D11-A3E3-1D9A393FB5E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90626" y="1896883"/>
              <a:ext cx="317366" cy="278568"/>
            </a:xfrm>
            <a:prstGeom prst="rect">
              <a:avLst/>
            </a:prstGeom>
          </p:spPr>
        </p:pic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538AABC0-B769-4318-8F12-E6157CDE298C}"/>
              </a:ext>
            </a:extLst>
          </p:cNvPr>
          <p:cNvGrpSpPr/>
          <p:nvPr/>
        </p:nvGrpSpPr>
        <p:grpSpPr>
          <a:xfrm>
            <a:off x="6601131" y="981734"/>
            <a:ext cx="1393560" cy="1319760"/>
            <a:chOff x="6601131" y="981734"/>
            <a:chExt cx="1393560" cy="1319760"/>
          </a:xfrm>
        </p:grpSpPr>
        <p:grpSp>
          <p:nvGrpSpPr>
            <p:cNvPr id="20" name="Group 6">
              <a:extLst>
                <a:ext uri="{FF2B5EF4-FFF2-40B4-BE49-F238E27FC236}">
                  <a16:creationId xmlns:a16="http://schemas.microsoft.com/office/drawing/2014/main" id="{6C3B0BF7-C9D0-4D85-8FEA-9A86ED4ED279}"/>
                </a:ext>
              </a:extLst>
            </p:cNvPr>
            <p:cNvGrpSpPr/>
            <p:nvPr/>
          </p:nvGrpSpPr>
          <p:grpSpPr>
            <a:xfrm>
              <a:off x="6601131" y="981734"/>
              <a:ext cx="1393560" cy="1319760"/>
              <a:chOff x="6126480" y="1188720"/>
              <a:chExt cx="1393560" cy="1319760"/>
            </a:xfrm>
          </p:grpSpPr>
          <p:sp>
            <p:nvSpPr>
              <p:cNvPr id="21" name="CustomShape 7">
                <a:extLst>
                  <a:ext uri="{FF2B5EF4-FFF2-40B4-BE49-F238E27FC236}">
                    <a16:creationId xmlns:a16="http://schemas.microsoft.com/office/drawing/2014/main" id="{D5FD9872-ACCB-493C-A24B-3D7EB1612B37}"/>
                  </a:ext>
                </a:extLst>
              </p:cNvPr>
              <p:cNvSpPr/>
              <p:nvPr/>
            </p:nvSpPr>
            <p:spPr>
              <a:xfrm>
                <a:off x="6483600" y="2222640"/>
                <a:ext cx="679320" cy="285840"/>
              </a:xfrm>
              <a:custGeom>
                <a:avLst/>
                <a:gdLst/>
                <a:ahLst/>
                <a:cxnLst/>
                <a:rect l="l" t="t" r="r" b="b"/>
                <a:pathLst>
                  <a:path w="9012" h="3800">
                    <a:moveTo>
                      <a:pt x="2947" y="0"/>
                    </a:moveTo>
                    <a:lnTo>
                      <a:pt x="2947" y="2947"/>
                    </a:lnTo>
                    <a:lnTo>
                      <a:pt x="853" y="2947"/>
                    </a:lnTo>
                    <a:lnTo>
                      <a:pt x="853" y="2947"/>
                    </a:lnTo>
                    <a:lnTo>
                      <a:pt x="682" y="2947"/>
                    </a:lnTo>
                    <a:lnTo>
                      <a:pt x="512" y="2996"/>
                    </a:lnTo>
                    <a:lnTo>
                      <a:pt x="365" y="3093"/>
                    </a:lnTo>
                    <a:lnTo>
                      <a:pt x="244" y="3191"/>
                    </a:lnTo>
                    <a:lnTo>
                      <a:pt x="146" y="3313"/>
                    </a:lnTo>
                    <a:lnTo>
                      <a:pt x="49" y="3459"/>
                    </a:lnTo>
                    <a:lnTo>
                      <a:pt x="0" y="3629"/>
                    </a:lnTo>
                    <a:lnTo>
                      <a:pt x="0" y="3800"/>
                    </a:lnTo>
                    <a:lnTo>
                      <a:pt x="9011" y="3800"/>
                    </a:lnTo>
                    <a:lnTo>
                      <a:pt x="9011" y="3800"/>
                    </a:lnTo>
                    <a:lnTo>
                      <a:pt x="9011" y="3629"/>
                    </a:lnTo>
                    <a:lnTo>
                      <a:pt x="8963" y="3459"/>
                    </a:lnTo>
                    <a:lnTo>
                      <a:pt x="8865" y="3313"/>
                    </a:lnTo>
                    <a:lnTo>
                      <a:pt x="8768" y="3191"/>
                    </a:lnTo>
                    <a:lnTo>
                      <a:pt x="8646" y="3093"/>
                    </a:lnTo>
                    <a:lnTo>
                      <a:pt x="8500" y="2996"/>
                    </a:lnTo>
                    <a:lnTo>
                      <a:pt x="8330" y="2947"/>
                    </a:lnTo>
                    <a:lnTo>
                      <a:pt x="8159" y="2947"/>
                    </a:lnTo>
                    <a:lnTo>
                      <a:pt x="6065" y="2947"/>
                    </a:lnTo>
                    <a:lnTo>
                      <a:pt x="6065" y="0"/>
                    </a:lnTo>
                  </a:path>
                </a:pathLst>
              </a:custGeom>
              <a:noFill/>
              <a:ln w="12240">
                <a:solidFill>
                  <a:srgbClr val="000000"/>
                </a:solidFill>
                <a:round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</p:sp>
          <p:sp>
            <p:nvSpPr>
              <p:cNvPr id="22" name="CustomShape 8">
                <a:extLst>
                  <a:ext uri="{FF2B5EF4-FFF2-40B4-BE49-F238E27FC236}">
                    <a16:creationId xmlns:a16="http://schemas.microsoft.com/office/drawing/2014/main" id="{D51B9A51-96C9-44FE-930A-9345CC3A81B8}"/>
                  </a:ext>
                </a:extLst>
              </p:cNvPr>
              <p:cNvSpPr/>
              <p:nvPr/>
            </p:nvSpPr>
            <p:spPr>
              <a:xfrm>
                <a:off x="6126480" y="1188720"/>
                <a:ext cx="1393560" cy="1014480"/>
              </a:xfrm>
              <a:custGeom>
                <a:avLst/>
                <a:gdLst/>
                <a:ahLst/>
                <a:cxnLst/>
                <a:rect l="l" t="t" r="r" b="b"/>
                <a:pathLst>
                  <a:path w="18462" h="13445">
                    <a:moveTo>
                      <a:pt x="17974" y="1"/>
                    </a:moveTo>
                    <a:lnTo>
                      <a:pt x="487" y="1"/>
                    </a:lnTo>
                    <a:lnTo>
                      <a:pt x="487" y="1"/>
                    </a:lnTo>
                    <a:lnTo>
                      <a:pt x="390" y="1"/>
                    </a:lnTo>
                    <a:lnTo>
                      <a:pt x="317" y="50"/>
                    </a:lnTo>
                    <a:lnTo>
                      <a:pt x="220" y="74"/>
                    </a:lnTo>
                    <a:lnTo>
                      <a:pt x="146" y="147"/>
                    </a:lnTo>
                    <a:lnTo>
                      <a:pt x="98" y="220"/>
                    </a:lnTo>
                    <a:lnTo>
                      <a:pt x="49" y="293"/>
                    </a:lnTo>
                    <a:lnTo>
                      <a:pt x="25" y="390"/>
                    </a:lnTo>
                    <a:lnTo>
                      <a:pt x="0" y="488"/>
                    </a:lnTo>
                    <a:lnTo>
                      <a:pt x="0" y="12958"/>
                    </a:lnTo>
                    <a:lnTo>
                      <a:pt x="0" y="12958"/>
                    </a:lnTo>
                    <a:lnTo>
                      <a:pt x="25" y="13055"/>
                    </a:lnTo>
                    <a:lnTo>
                      <a:pt x="49" y="13152"/>
                    </a:lnTo>
                    <a:lnTo>
                      <a:pt x="98" y="13226"/>
                    </a:lnTo>
                    <a:lnTo>
                      <a:pt x="146" y="13299"/>
                    </a:lnTo>
                    <a:lnTo>
                      <a:pt x="220" y="13372"/>
                    </a:lnTo>
                    <a:lnTo>
                      <a:pt x="317" y="13396"/>
                    </a:lnTo>
                    <a:lnTo>
                      <a:pt x="390" y="13445"/>
                    </a:lnTo>
                    <a:lnTo>
                      <a:pt x="487" y="13445"/>
                    </a:lnTo>
                    <a:lnTo>
                      <a:pt x="17974" y="13445"/>
                    </a:lnTo>
                    <a:lnTo>
                      <a:pt x="17974" y="13445"/>
                    </a:lnTo>
                    <a:lnTo>
                      <a:pt x="18072" y="13445"/>
                    </a:lnTo>
                    <a:lnTo>
                      <a:pt x="18145" y="13396"/>
                    </a:lnTo>
                    <a:lnTo>
                      <a:pt x="18242" y="13372"/>
                    </a:lnTo>
                    <a:lnTo>
                      <a:pt x="18315" y="13299"/>
                    </a:lnTo>
                    <a:lnTo>
                      <a:pt x="18364" y="13226"/>
                    </a:lnTo>
                    <a:lnTo>
                      <a:pt x="18413" y="13152"/>
                    </a:lnTo>
                    <a:lnTo>
                      <a:pt x="18437" y="13055"/>
                    </a:lnTo>
                    <a:lnTo>
                      <a:pt x="18461" y="12958"/>
                    </a:lnTo>
                    <a:lnTo>
                      <a:pt x="18461" y="488"/>
                    </a:lnTo>
                    <a:lnTo>
                      <a:pt x="18461" y="488"/>
                    </a:lnTo>
                    <a:lnTo>
                      <a:pt x="18437" y="390"/>
                    </a:lnTo>
                    <a:lnTo>
                      <a:pt x="18413" y="293"/>
                    </a:lnTo>
                    <a:lnTo>
                      <a:pt x="18364" y="220"/>
                    </a:lnTo>
                    <a:lnTo>
                      <a:pt x="18315" y="147"/>
                    </a:lnTo>
                    <a:lnTo>
                      <a:pt x="18242" y="74"/>
                    </a:lnTo>
                    <a:lnTo>
                      <a:pt x="18145" y="50"/>
                    </a:lnTo>
                    <a:lnTo>
                      <a:pt x="18072" y="1"/>
                    </a:lnTo>
                    <a:lnTo>
                      <a:pt x="17974" y="1"/>
                    </a:lnTo>
                    <a:lnTo>
                      <a:pt x="17974" y="1"/>
                    </a:lnTo>
                    <a:close/>
                    <a:moveTo>
                      <a:pt x="17000" y="11983"/>
                    </a:moveTo>
                    <a:lnTo>
                      <a:pt x="1462" y="11983"/>
                    </a:lnTo>
                    <a:lnTo>
                      <a:pt x="1462" y="1462"/>
                    </a:lnTo>
                    <a:lnTo>
                      <a:pt x="17000" y="1462"/>
                    </a:lnTo>
                    <a:lnTo>
                      <a:pt x="17000" y="11983"/>
                    </a:lnTo>
                    <a:close/>
                  </a:path>
                </a:pathLst>
              </a:custGeom>
              <a:noFill/>
              <a:ln w="12240">
                <a:solidFill>
                  <a:srgbClr val="000000"/>
                </a:solidFill>
                <a:round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</p:sp>
        </p:grpSp>
        <p:pic>
          <p:nvPicPr>
            <p:cNvPr id="26" name="Picture 25">
              <a:extLst>
                <a:ext uri="{FF2B5EF4-FFF2-40B4-BE49-F238E27FC236}">
                  <a16:creationId xmlns:a16="http://schemas.microsoft.com/office/drawing/2014/main" id="{BA7C6E2F-F22A-4BA6-8E86-D237572DFFC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916084" y="1165761"/>
              <a:ext cx="764876" cy="671371"/>
            </a:xfrm>
            <a:prstGeom prst="rect">
              <a:avLst/>
            </a:prstGeom>
          </p:spPr>
        </p:pic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17"/>
          <p:cNvSpPr txBox="1">
            <a:spLocks noGrp="1"/>
          </p:cNvSpPr>
          <p:nvPr>
            <p:ph type="ctrTitle"/>
          </p:nvPr>
        </p:nvSpPr>
        <p:spPr>
          <a:xfrm>
            <a:off x="1629680" y="2246931"/>
            <a:ext cx="5872871" cy="956700"/>
          </a:xfrm>
        </p:spPr>
        <p:txBody>
          <a:bodyPr/>
          <a:lstStyle/>
          <a:p>
            <a:r>
              <a:rPr lang="en-US" spc="-1" dirty="0"/>
              <a:t>Der </a:t>
            </a:r>
            <a:r>
              <a:rPr lang="en-US" spc="-1" dirty="0" err="1"/>
              <a:t>Weg</a:t>
            </a:r>
            <a:br>
              <a:rPr lang="en-US" spc="-1" dirty="0"/>
            </a:br>
            <a:r>
              <a:rPr lang="en-US" spc="-1" dirty="0"/>
              <a:t>bis </a:t>
            </a:r>
            <a:r>
              <a:rPr lang="en-US" spc="-1" dirty="0" err="1"/>
              <a:t>hier</a:t>
            </a:r>
            <a:r>
              <a:rPr lang="en-US" spc="-1" dirty="0"/>
              <a:t> </a:t>
            </a:r>
            <a:r>
              <a:rPr lang="en-US" spc="-1" dirty="0" err="1"/>
              <a:t>hin</a:t>
            </a:r>
            <a:endParaRPr lang="en-US" dirty="0"/>
          </a:p>
        </p:txBody>
      </p:sp>
      <p:sp>
        <p:nvSpPr>
          <p:cNvPr id="176" name="Google Shape;176;p17"/>
          <p:cNvSpPr txBox="1"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spc="-1" dirty="0" err="1"/>
              <a:t>Planung</a:t>
            </a:r>
            <a:r>
              <a:rPr lang="en-US" spc="-1" dirty="0"/>
              <a:t> und </a:t>
            </a:r>
            <a:r>
              <a:rPr lang="en-US" spc="-1" dirty="0" err="1"/>
              <a:t>Durchführung</a:t>
            </a:r>
            <a:endParaRPr lang="en-US" spc="-1" dirty="0">
              <a:latin typeface="Arial"/>
            </a:endParaRPr>
          </a:p>
        </p:txBody>
      </p:sp>
      <p:sp>
        <p:nvSpPr>
          <p:cNvPr id="177" name="Google Shape;177;p17"/>
          <p:cNvSpPr txBox="1"/>
          <p:nvPr/>
        </p:nvSpPr>
        <p:spPr>
          <a:xfrm>
            <a:off x="1030925" y="710500"/>
            <a:ext cx="1392600" cy="13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6000" b="1" dirty="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3</a:t>
            </a:r>
            <a:endParaRPr sz="6000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2178875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E0DC24-B072-4A64-9325-BD32EAB5BD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21ED6C7-8E16-4390-A5E2-A4C1181FA0C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863EFF-DB0B-4BD3-9CC1-CEC07ECFEF8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10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93832318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17"/>
          <p:cNvSpPr txBox="1">
            <a:spLocks noGrp="1"/>
          </p:cNvSpPr>
          <p:nvPr>
            <p:ph type="ctrTitle"/>
          </p:nvPr>
        </p:nvSpPr>
        <p:spPr>
          <a:xfrm>
            <a:off x="1629680" y="2246931"/>
            <a:ext cx="5872871" cy="956700"/>
          </a:xfrm>
        </p:spPr>
        <p:txBody>
          <a:bodyPr/>
          <a:lstStyle/>
          <a:p>
            <a:r>
              <a:rPr lang="en-US" spc="-1" dirty="0" err="1"/>
              <a:t>Prototypen-vorstellung</a:t>
            </a:r>
            <a:endParaRPr lang="en-US" dirty="0"/>
          </a:p>
        </p:txBody>
      </p:sp>
      <p:sp>
        <p:nvSpPr>
          <p:cNvPr id="176" name="Google Shape;176;p17"/>
          <p:cNvSpPr txBox="1"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spc="-1" dirty="0"/>
              <a:t>Wie </a:t>
            </a:r>
            <a:r>
              <a:rPr lang="en-US" spc="-1" dirty="0" err="1"/>
              <a:t>weit</a:t>
            </a:r>
            <a:r>
              <a:rPr lang="en-US" spc="-1" dirty="0"/>
              <a:t> </a:t>
            </a:r>
            <a:r>
              <a:rPr lang="en-US" spc="-1" dirty="0" err="1"/>
              <a:t>sind</a:t>
            </a:r>
            <a:r>
              <a:rPr lang="en-US" spc="-1" dirty="0"/>
              <a:t> </a:t>
            </a:r>
            <a:r>
              <a:rPr lang="en-US" spc="-1" dirty="0" err="1"/>
              <a:t>wir</a:t>
            </a:r>
            <a:endParaRPr lang="en-US" spc="-1" dirty="0">
              <a:latin typeface="Arial"/>
            </a:endParaRPr>
          </a:p>
        </p:txBody>
      </p:sp>
      <p:sp>
        <p:nvSpPr>
          <p:cNvPr id="177" name="Google Shape;177;p17"/>
          <p:cNvSpPr txBox="1"/>
          <p:nvPr/>
        </p:nvSpPr>
        <p:spPr>
          <a:xfrm>
            <a:off x="1030925" y="710500"/>
            <a:ext cx="1392600" cy="13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6000" b="1" dirty="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4</a:t>
            </a:r>
            <a:endParaRPr sz="6000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0156066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17"/>
          <p:cNvSpPr txBox="1">
            <a:spLocks noGrp="1"/>
          </p:cNvSpPr>
          <p:nvPr>
            <p:ph type="ctrTitle"/>
          </p:nvPr>
        </p:nvSpPr>
        <p:spPr>
          <a:xfrm>
            <a:off x="1629680" y="2246931"/>
            <a:ext cx="5872871" cy="956700"/>
          </a:xfrm>
        </p:spPr>
        <p:txBody>
          <a:bodyPr/>
          <a:lstStyle/>
          <a:p>
            <a:r>
              <a:rPr lang="en-US" spc="-1" dirty="0" err="1"/>
              <a:t>Ausbilck</a:t>
            </a:r>
            <a:endParaRPr lang="en-US" b="0" spc="-1" dirty="0">
              <a:latin typeface="Arial"/>
            </a:endParaRPr>
          </a:p>
        </p:txBody>
      </p:sp>
      <p:sp>
        <p:nvSpPr>
          <p:cNvPr id="176" name="Google Shape;176;p17"/>
          <p:cNvSpPr txBox="1"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spc="-1" dirty="0"/>
              <a:t>Was </a:t>
            </a:r>
            <a:r>
              <a:rPr lang="en-US" spc="-1" dirty="0" err="1"/>
              <a:t>liegt</a:t>
            </a:r>
            <a:r>
              <a:rPr lang="en-US" spc="-1" dirty="0"/>
              <a:t> </a:t>
            </a:r>
            <a:r>
              <a:rPr lang="en-US" spc="-1" dirty="0" err="1"/>
              <a:t>noch</a:t>
            </a:r>
            <a:r>
              <a:rPr lang="en-US" spc="-1" dirty="0"/>
              <a:t> </a:t>
            </a:r>
            <a:r>
              <a:rPr lang="en-US" spc="-1" dirty="0" err="1"/>
              <a:t>vor</a:t>
            </a:r>
            <a:r>
              <a:rPr lang="en-US" spc="-1" dirty="0"/>
              <a:t> </a:t>
            </a:r>
            <a:r>
              <a:rPr lang="en-US" spc="-1" dirty="0" err="1"/>
              <a:t>uns</a:t>
            </a:r>
            <a:endParaRPr lang="en-US" spc="-1" dirty="0">
              <a:latin typeface="Arial"/>
            </a:endParaRPr>
          </a:p>
        </p:txBody>
      </p:sp>
      <p:sp>
        <p:nvSpPr>
          <p:cNvPr id="177" name="Google Shape;177;p17"/>
          <p:cNvSpPr txBox="1"/>
          <p:nvPr/>
        </p:nvSpPr>
        <p:spPr>
          <a:xfrm>
            <a:off x="1030925" y="710500"/>
            <a:ext cx="1392600" cy="13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6000" b="1" dirty="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5</a:t>
            </a:r>
            <a:endParaRPr sz="6000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6943843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AAAC144-5B35-4BAC-8CB1-CB3DC61A417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13</a:t>
            </a:fld>
            <a:endParaRPr lang="en"/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2EFBA0F8-5ECF-40C4-AC51-8E89A7ACF702}"/>
              </a:ext>
            </a:extLst>
          </p:cNvPr>
          <p:cNvGrpSpPr/>
          <p:nvPr/>
        </p:nvGrpSpPr>
        <p:grpSpPr>
          <a:xfrm>
            <a:off x="1216348" y="407601"/>
            <a:ext cx="2497473" cy="4328297"/>
            <a:chOff x="1216348" y="407601"/>
            <a:chExt cx="2497473" cy="4328297"/>
          </a:xfrm>
        </p:grpSpPr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16B5BC36-B1BE-41B0-8093-F5D0F153DADA}"/>
                </a:ext>
              </a:extLst>
            </p:cNvPr>
            <p:cNvGrpSpPr/>
            <p:nvPr/>
          </p:nvGrpSpPr>
          <p:grpSpPr>
            <a:xfrm>
              <a:off x="1517375" y="959561"/>
              <a:ext cx="1896672" cy="2975516"/>
              <a:chOff x="1517375" y="959561"/>
              <a:chExt cx="1896672" cy="2975516"/>
            </a:xfrm>
          </p:grpSpPr>
          <p:pic>
            <p:nvPicPr>
              <p:cNvPr id="3" name="Picture 2">
                <a:extLst>
                  <a:ext uri="{FF2B5EF4-FFF2-40B4-BE49-F238E27FC236}">
                    <a16:creationId xmlns:a16="http://schemas.microsoft.com/office/drawing/2014/main" id="{4BC151C0-2389-483B-9DE6-CE8BF36E1502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2"/>
              <a:srcRect b="40710"/>
              <a:stretch/>
            </p:blipFill>
            <p:spPr>
              <a:xfrm>
                <a:off x="1517375" y="959561"/>
                <a:ext cx="1896672" cy="2009299"/>
              </a:xfrm>
              <a:prstGeom prst="rect">
                <a:avLst/>
              </a:prstGeom>
            </p:spPr>
          </p:pic>
          <p:pic>
            <p:nvPicPr>
              <p:cNvPr id="7" name="Picture 6">
                <a:extLst>
                  <a:ext uri="{FF2B5EF4-FFF2-40B4-BE49-F238E27FC236}">
                    <a16:creationId xmlns:a16="http://schemas.microsoft.com/office/drawing/2014/main" id="{896CAA22-0677-4A02-AE7E-E074619BEC20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2"/>
              <a:srcRect t="83896"/>
              <a:stretch/>
            </p:blipFill>
            <p:spPr>
              <a:xfrm>
                <a:off x="1517375" y="3389331"/>
                <a:ext cx="1896672" cy="545746"/>
              </a:xfrm>
              <a:prstGeom prst="rect">
                <a:avLst/>
              </a:prstGeom>
            </p:spPr>
          </p:pic>
          <p:pic>
            <p:nvPicPr>
              <p:cNvPr id="8" name="Picture 7">
                <a:extLst>
                  <a:ext uri="{FF2B5EF4-FFF2-40B4-BE49-F238E27FC236}">
                    <a16:creationId xmlns:a16="http://schemas.microsoft.com/office/drawing/2014/main" id="{965994EB-4EE6-462B-9C08-AAC07D56C2F7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2"/>
              <a:srcRect t="64677" b="22903"/>
              <a:stretch/>
            </p:blipFill>
            <p:spPr>
              <a:xfrm>
                <a:off x="1517375" y="2968860"/>
                <a:ext cx="1896672" cy="420866"/>
              </a:xfrm>
              <a:prstGeom prst="rect">
                <a:avLst/>
              </a:prstGeom>
            </p:spPr>
          </p:pic>
        </p:grpSp>
        <p:sp>
          <p:nvSpPr>
            <p:cNvPr id="5" name="CustomShape 5">
              <a:extLst>
                <a:ext uri="{FF2B5EF4-FFF2-40B4-BE49-F238E27FC236}">
                  <a16:creationId xmlns:a16="http://schemas.microsoft.com/office/drawing/2014/main" id="{9B8F6E41-1EEA-4172-A514-E9F17451C55A}"/>
                </a:ext>
              </a:extLst>
            </p:cNvPr>
            <p:cNvSpPr/>
            <p:nvPr/>
          </p:nvSpPr>
          <p:spPr>
            <a:xfrm>
              <a:off x="1216348" y="407601"/>
              <a:ext cx="2497473" cy="4328297"/>
            </a:xfrm>
            <a:custGeom>
              <a:avLst/>
              <a:gdLst/>
              <a:ahLst/>
              <a:cxnLst/>
              <a:rect l="l" t="t" r="r" b="b"/>
              <a:pathLst>
                <a:path w="11838" h="20508">
                  <a:moveTo>
                    <a:pt x="10547" y="1"/>
                  </a:moveTo>
                  <a:lnTo>
                    <a:pt x="1292" y="1"/>
                  </a:lnTo>
                  <a:lnTo>
                    <a:pt x="1292" y="1"/>
                  </a:lnTo>
                  <a:lnTo>
                    <a:pt x="1024" y="25"/>
                  </a:lnTo>
                  <a:lnTo>
                    <a:pt x="780" y="98"/>
                  </a:lnTo>
                  <a:lnTo>
                    <a:pt x="561" y="220"/>
                  </a:lnTo>
                  <a:lnTo>
                    <a:pt x="366" y="366"/>
                  </a:lnTo>
                  <a:lnTo>
                    <a:pt x="220" y="561"/>
                  </a:lnTo>
                  <a:lnTo>
                    <a:pt x="98" y="780"/>
                  </a:lnTo>
                  <a:lnTo>
                    <a:pt x="25" y="1024"/>
                  </a:lnTo>
                  <a:lnTo>
                    <a:pt x="1" y="1292"/>
                  </a:lnTo>
                  <a:lnTo>
                    <a:pt x="1" y="19217"/>
                  </a:lnTo>
                  <a:lnTo>
                    <a:pt x="1" y="19217"/>
                  </a:lnTo>
                  <a:lnTo>
                    <a:pt x="25" y="19485"/>
                  </a:lnTo>
                  <a:lnTo>
                    <a:pt x="98" y="19728"/>
                  </a:lnTo>
                  <a:lnTo>
                    <a:pt x="220" y="19948"/>
                  </a:lnTo>
                  <a:lnTo>
                    <a:pt x="366" y="20142"/>
                  </a:lnTo>
                  <a:lnTo>
                    <a:pt x="561" y="20289"/>
                  </a:lnTo>
                  <a:lnTo>
                    <a:pt x="780" y="20410"/>
                  </a:lnTo>
                  <a:lnTo>
                    <a:pt x="1024" y="20483"/>
                  </a:lnTo>
                  <a:lnTo>
                    <a:pt x="1292" y="20508"/>
                  </a:lnTo>
                  <a:lnTo>
                    <a:pt x="10547" y="20508"/>
                  </a:lnTo>
                  <a:lnTo>
                    <a:pt x="10547" y="20508"/>
                  </a:lnTo>
                  <a:lnTo>
                    <a:pt x="10814" y="20483"/>
                  </a:lnTo>
                  <a:lnTo>
                    <a:pt x="11058" y="20410"/>
                  </a:lnTo>
                  <a:lnTo>
                    <a:pt x="11277" y="20289"/>
                  </a:lnTo>
                  <a:lnTo>
                    <a:pt x="11472" y="20142"/>
                  </a:lnTo>
                  <a:lnTo>
                    <a:pt x="11618" y="19948"/>
                  </a:lnTo>
                  <a:lnTo>
                    <a:pt x="11740" y="19728"/>
                  </a:lnTo>
                  <a:lnTo>
                    <a:pt x="11813" y="19485"/>
                  </a:lnTo>
                  <a:lnTo>
                    <a:pt x="11837" y="19217"/>
                  </a:lnTo>
                  <a:lnTo>
                    <a:pt x="11837" y="1292"/>
                  </a:lnTo>
                  <a:lnTo>
                    <a:pt x="11837" y="1292"/>
                  </a:lnTo>
                  <a:lnTo>
                    <a:pt x="11813" y="1024"/>
                  </a:lnTo>
                  <a:lnTo>
                    <a:pt x="11740" y="780"/>
                  </a:lnTo>
                  <a:lnTo>
                    <a:pt x="11618" y="561"/>
                  </a:lnTo>
                  <a:lnTo>
                    <a:pt x="11472" y="366"/>
                  </a:lnTo>
                  <a:lnTo>
                    <a:pt x="11277" y="220"/>
                  </a:lnTo>
                  <a:lnTo>
                    <a:pt x="11058" y="98"/>
                  </a:lnTo>
                  <a:lnTo>
                    <a:pt x="10814" y="25"/>
                  </a:lnTo>
                  <a:lnTo>
                    <a:pt x="10547" y="1"/>
                  </a:lnTo>
                  <a:lnTo>
                    <a:pt x="10547" y="1"/>
                  </a:lnTo>
                  <a:close/>
                  <a:moveTo>
                    <a:pt x="5554" y="975"/>
                  </a:moveTo>
                  <a:lnTo>
                    <a:pt x="6284" y="975"/>
                  </a:lnTo>
                  <a:lnTo>
                    <a:pt x="6284" y="975"/>
                  </a:lnTo>
                  <a:lnTo>
                    <a:pt x="6406" y="999"/>
                  </a:lnTo>
                  <a:lnTo>
                    <a:pt x="6479" y="1073"/>
                  </a:lnTo>
                  <a:lnTo>
                    <a:pt x="6552" y="1146"/>
                  </a:lnTo>
                  <a:lnTo>
                    <a:pt x="6577" y="1267"/>
                  </a:lnTo>
                  <a:lnTo>
                    <a:pt x="6577" y="1267"/>
                  </a:lnTo>
                  <a:lnTo>
                    <a:pt x="6552" y="1365"/>
                  </a:lnTo>
                  <a:lnTo>
                    <a:pt x="6479" y="1462"/>
                  </a:lnTo>
                  <a:lnTo>
                    <a:pt x="6406" y="1511"/>
                  </a:lnTo>
                  <a:lnTo>
                    <a:pt x="6284" y="1535"/>
                  </a:lnTo>
                  <a:lnTo>
                    <a:pt x="5554" y="1535"/>
                  </a:lnTo>
                  <a:lnTo>
                    <a:pt x="5554" y="1535"/>
                  </a:lnTo>
                  <a:lnTo>
                    <a:pt x="5432" y="1511"/>
                  </a:lnTo>
                  <a:lnTo>
                    <a:pt x="5359" y="1462"/>
                  </a:lnTo>
                  <a:lnTo>
                    <a:pt x="5286" y="1365"/>
                  </a:lnTo>
                  <a:lnTo>
                    <a:pt x="5262" y="1267"/>
                  </a:lnTo>
                  <a:lnTo>
                    <a:pt x="5262" y="1267"/>
                  </a:lnTo>
                  <a:lnTo>
                    <a:pt x="5286" y="1146"/>
                  </a:lnTo>
                  <a:lnTo>
                    <a:pt x="5359" y="1073"/>
                  </a:lnTo>
                  <a:lnTo>
                    <a:pt x="5432" y="999"/>
                  </a:lnTo>
                  <a:lnTo>
                    <a:pt x="5554" y="975"/>
                  </a:lnTo>
                  <a:lnTo>
                    <a:pt x="5554" y="975"/>
                  </a:lnTo>
                  <a:close/>
                  <a:moveTo>
                    <a:pt x="5919" y="19436"/>
                  </a:moveTo>
                  <a:lnTo>
                    <a:pt x="5919" y="19436"/>
                  </a:lnTo>
                  <a:lnTo>
                    <a:pt x="5749" y="19412"/>
                  </a:lnTo>
                  <a:lnTo>
                    <a:pt x="5578" y="19363"/>
                  </a:lnTo>
                  <a:lnTo>
                    <a:pt x="5432" y="19290"/>
                  </a:lnTo>
                  <a:lnTo>
                    <a:pt x="5310" y="19193"/>
                  </a:lnTo>
                  <a:lnTo>
                    <a:pt x="5213" y="19071"/>
                  </a:lnTo>
                  <a:lnTo>
                    <a:pt x="5140" y="18925"/>
                  </a:lnTo>
                  <a:lnTo>
                    <a:pt x="5091" y="18754"/>
                  </a:lnTo>
                  <a:lnTo>
                    <a:pt x="5067" y="18584"/>
                  </a:lnTo>
                  <a:lnTo>
                    <a:pt x="5067" y="18584"/>
                  </a:lnTo>
                  <a:lnTo>
                    <a:pt x="5091" y="18413"/>
                  </a:lnTo>
                  <a:lnTo>
                    <a:pt x="5140" y="18243"/>
                  </a:lnTo>
                  <a:lnTo>
                    <a:pt x="5213" y="18097"/>
                  </a:lnTo>
                  <a:lnTo>
                    <a:pt x="5310" y="17975"/>
                  </a:lnTo>
                  <a:lnTo>
                    <a:pt x="5432" y="17877"/>
                  </a:lnTo>
                  <a:lnTo>
                    <a:pt x="5578" y="17804"/>
                  </a:lnTo>
                  <a:lnTo>
                    <a:pt x="5749" y="17756"/>
                  </a:lnTo>
                  <a:lnTo>
                    <a:pt x="5919" y="17731"/>
                  </a:lnTo>
                  <a:lnTo>
                    <a:pt x="5919" y="17731"/>
                  </a:lnTo>
                  <a:lnTo>
                    <a:pt x="6090" y="17756"/>
                  </a:lnTo>
                  <a:lnTo>
                    <a:pt x="6260" y="17804"/>
                  </a:lnTo>
                  <a:lnTo>
                    <a:pt x="6406" y="17877"/>
                  </a:lnTo>
                  <a:lnTo>
                    <a:pt x="6528" y="17975"/>
                  </a:lnTo>
                  <a:lnTo>
                    <a:pt x="6625" y="18097"/>
                  </a:lnTo>
                  <a:lnTo>
                    <a:pt x="6699" y="18243"/>
                  </a:lnTo>
                  <a:lnTo>
                    <a:pt x="6747" y="18413"/>
                  </a:lnTo>
                  <a:lnTo>
                    <a:pt x="6772" y="18584"/>
                  </a:lnTo>
                  <a:lnTo>
                    <a:pt x="6772" y="18584"/>
                  </a:lnTo>
                  <a:lnTo>
                    <a:pt x="6747" y="18754"/>
                  </a:lnTo>
                  <a:lnTo>
                    <a:pt x="6699" y="18925"/>
                  </a:lnTo>
                  <a:lnTo>
                    <a:pt x="6625" y="19071"/>
                  </a:lnTo>
                  <a:lnTo>
                    <a:pt x="6528" y="19193"/>
                  </a:lnTo>
                  <a:lnTo>
                    <a:pt x="6406" y="19290"/>
                  </a:lnTo>
                  <a:lnTo>
                    <a:pt x="6260" y="19363"/>
                  </a:lnTo>
                  <a:lnTo>
                    <a:pt x="6090" y="19412"/>
                  </a:lnTo>
                  <a:lnTo>
                    <a:pt x="5919" y="19436"/>
                  </a:lnTo>
                  <a:lnTo>
                    <a:pt x="5919" y="19436"/>
                  </a:lnTo>
                  <a:close/>
                  <a:moveTo>
                    <a:pt x="10547" y="16660"/>
                  </a:moveTo>
                  <a:lnTo>
                    <a:pt x="1292" y="16660"/>
                  </a:lnTo>
                  <a:lnTo>
                    <a:pt x="1292" y="2558"/>
                  </a:lnTo>
                  <a:lnTo>
                    <a:pt x="10547" y="2558"/>
                  </a:lnTo>
                  <a:lnTo>
                    <a:pt x="10547" y="16660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EC4702B5-B261-45FF-ABA1-07DD9300D47A}"/>
              </a:ext>
            </a:extLst>
          </p:cNvPr>
          <p:cNvGrpSpPr/>
          <p:nvPr/>
        </p:nvGrpSpPr>
        <p:grpSpPr>
          <a:xfrm>
            <a:off x="5430179" y="407995"/>
            <a:ext cx="2497473" cy="4328297"/>
            <a:chOff x="5430179" y="407995"/>
            <a:chExt cx="2497473" cy="4328297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72EDDF90-D07D-4A7C-9515-625BB93AAC52}"/>
                </a:ext>
              </a:extLst>
            </p:cNvPr>
            <p:cNvGrpSpPr/>
            <p:nvPr/>
          </p:nvGrpSpPr>
          <p:grpSpPr>
            <a:xfrm>
              <a:off x="5729952" y="959955"/>
              <a:ext cx="1904443" cy="2947677"/>
              <a:chOff x="5729952" y="959955"/>
              <a:chExt cx="1904443" cy="2947677"/>
            </a:xfrm>
          </p:grpSpPr>
          <p:grpSp>
            <p:nvGrpSpPr>
              <p:cNvPr id="25" name="Group 24">
                <a:extLst>
                  <a:ext uri="{FF2B5EF4-FFF2-40B4-BE49-F238E27FC236}">
                    <a16:creationId xmlns:a16="http://schemas.microsoft.com/office/drawing/2014/main" id="{6A1FC245-2B5C-442A-8493-DFBE6E2CCED9}"/>
                  </a:ext>
                </a:extLst>
              </p:cNvPr>
              <p:cNvGrpSpPr/>
              <p:nvPr/>
            </p:nvGrpSpPr>
            <p:grpSpPr>
              <a:xfrm>
                <a:off x="5729952" y="959955"/>
                <a:ext cx="1903255" cy="2947677"/>
                <a:chOff x="5729952" y="959955"/>
                <a:chExt cx="1903255" cy="2947677"/>
              </a:xfrm>
            </p:grpSpPr>
            <p:pic>
              <p:nvPicPr>
                <p:cNvPr id="24" name="Picture 23">
                  <a:extLst>
                    <a:ext uri="{FF2B5EF4-FFF2-40B4-BE49-F238E27FC236}">
                      <a16:creationId xmlns:a16="http://schemas.microsoft.com/office/drawing/2014/main" id="{04ACFA50-4275-4748-8F93-E4AED21468D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3"/>
                <a:srcRect t="35502" b="61544"/>
                <a:stretch/>
              </p:blipFill>
              <p:spPr>
                <a:xfrm>
                  <a:off x="5729952" y="3389726"/>
                  <a:ext cx="1896673" cy="517906"/>
                </a:xfrm>
                <a:prstGeom prst="rect">
                  <a:avLst/>
                </a:prstGeom>
              </p:spPr>
            </p:pic>
            <p:pic>
              <p:nvPicPr>
                <p:cNvPr id="18" name="Picture 17">
                  <a:extLst>
                    <a:ext uri="{FF2B5EF4-FFF2-40B4-BE49-F238E27FC236}">
                      <a16:creationId xmlns:a16="http://schemas.microsoft.com/office/drawing/2014/main" id="{1EE3AB1A-2EDD-4AC5-8C57-6F9AD18AA85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3"/>
                <a:srcRect b="28246"/>
                <a:stretch/>
              </p:blipFill>
              <p:spPr>
                <a:xfrm>
                  <a:off x="5736534" y="959955"/>
                  <a:ext cx="1896673" cy="2429771"/>
                </a:xfrm>
                <a:prstGeom prst="rect">
                  <a:avLst/>
                </a:prstGeom>
              </p:spPr>
            </p:pic>
          </p:grpSp>
          <p:pic>
            <p:nvPicPr>
              <p:cNvPr id="19" name="Picture 18">
                <a:extLst>
                  <a:ext uri="{FF2B5EF4-FFF2-40B4-BE49-F238E27FC236}">
                    <a16:creationId xmlns:a16="http://schemas.microsoft.com/office/drawing/2014/main" id="{95309C77-524C-4B89-A42F-26A839115CE9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/>
              <a:srcRect t="96008" b="-6811"/>
              <a:stretch/>
            </p:blipFill>
            <p:spPr>
              <a:xfrm>
                <a:off x="5737722" y="3386545"/>
                <a:ext cx="1896673" cy="365836"/>
              </a:xfrm>
              <a:prstGeom prst="rect">
                <a:avLst/>
              </a:prstGeom>
            </p:spPr>
          </p:pic>
        </p:grpSp>
        <p:sp>
          <p:nvSpPr>
            <p:cNvPr id="14" name="CustomShape 5">
              <a:extLst>
                <a:ext uri="{FF2B5EF4-FFF2-40B4-BE49-F238E27FC236}">
                  <a16:creationId xmlns:a16="http://schemas.microsoft.com/office/drawing/2014/main" id="{B71A8171-D6E1-49C3-B693-D42377CEBC52}"/>
                </a:ext>
              </a:extLst>
            </p:cNvPr>
            <p:cNvSpPr/>
            <p:nvPr/>
          </p:nvSpPr>
          <p:spPr>
            <a:xfrm>
              <a:off x="5430179" y="407995"/>
              <a:ext cx="2497473" cy="4328297"/>
            </a:xfrm>
            <a:custGeom>
              <a:avLst/>
              <a:gdLst/>
              <a:ahLst/>
              <a:cxnLst/>
              <a:rect l="l" t="t" r="r" b="b"/>
              <a:pathLst>
                <a:path w="11838" h="20508">
                  <a:moveTo>
                    <a:pt x="10547" y="1"/>
                  </a:moveTo>
                  <a:lnTo>
                    <a:pt x="1292" y="1"/>
                  </a:lnTo>
                  <a:lnTo>
                    <a:pt x="1292" y="1"/>
                  </a:lnTo>
                  <a:lnTo>
                    <a:pt x="1024" y="25"/>
                  </a:lnTo>
                  <a:lnTo>
                    <a:pt x="780" y="98"/>
                  </a:lnTo>
                  <a:lnTo>
                    <a:pt x="561" y="220"/>
                  </a:lnTo>
                  <a:lnTo>
                    <a:pt x="366" y="366"/>
                  </a:lnTo>
                  <a:lnTo>
                    <a:pt x="220" y="561"/>
                  </a:lnTo>
                  <a:lnTo>
                    <a:pt x="98" y="780"/>
                  </a:lnTo>
                  <a:lnTo>
                    <a:pt x="25" y="1024"/>
                  </a:lnTo>
                  <a:lnTo>
                    <a:pt x="1" y="1292"/>
                  </a:lnTo>
                  <a:lnTo>
                    <a:pt x="1" y="19217"/>
                  </a:lnTo>
                  <a:lnTo>
                    <a:pt x="1" y="19217"/>
                  </a:lnTo>
                  <a:lnTo>
                    <a:pt x="25" y="19485"/>
                  </a:lnTo>
                  <a:lnTo>
                    <a:pt x="98" y="19728"/>
                  </a:lnTo>
                  <a:lnTo>
                    <a:pt x="220" y="19948"/>
                  </a:lnTo>
                  <a:lnTo>
                    <a:pt x="366" y="20142"/>
                  </a:lnTo>
                  <a:lnTo>
                    <a:pt x="561" y="20289"/>
                  </a:lnTo>
                  <a:lnTo>
                    <a:pt x="780" y="20410"/>
                  </a:lnTo>
                  <a:lnTo>
                    <a:pt x="1024" y="20483"/>
                  </a:lnTo>
                  <a:lnTo>
                    <a:pt x="1292" y="20508"/>
                  </a:lnTo>
                  <a:lnTo>
                    <a:pt x="10547" y="20508"/>
                  </a:lnTo>
                  <a:lnTo>
                    <a:pt x="10547" y="20508"/>
                  </a:lnTo>
                  <a:lnTo>
                    <a:pt x="10814" y="20483"/>
                  </a:lnTo>
                  <a:lnTo>
                    <a:pt x="11058" y="20410"/>
                  </a:lnTo>
                  <a:lnTo>
                    <a:pt x="11277" y="20289"/>
                  </a:lnTo>
                  <a:lnTo>
                    <a:pt x="11472" y="20142"/>
                  </a:lnTo>
                  <a:lnTo>
                    <a:pt x="11618" y="19948"/>
                  </a:lnTo>
                  <a:lnTo>
                    <a:pt x="11740" y="19728"/>
                  </a:lnTo>
                  <a:lnTo>
                    <a:pt x="11813" y="19485"/>
                  </a:lnTo>
                  <a:lnTo>
                    <a:pt x="11837" y="19217"/>
                  </a:lnTo>
                  <a:lnTo>
                    <a:pt x="11837" y="1292"/>
                  </a:lnTo>
                  <a:lnTo>
                    <a:pt x="11837" y="1292"/>
                  </a:lnTo>
                  <a:lnTo>
                    <a:pt x="11813" y="1024"/>
                  </a:lnTo>
                  <a:lnTo>
                    <a:pt x="11740" y="780"/>
                  </a:lnTo>
                  <a:lnTo>
                    <a:pt x="11618" y="561"/>
                  </a:lnTo>
                  <a:lnTo>
                    <a:pt x="11472" y="366"/>
                  </a:lnTo>
                  <a:lnTo>
                    <a:pt x="11277" y="220"/>
                  </a:lnTo>
                  <a:lnTo>
                    <a:pt x="11058" y="98"/>
                  </a:lnTo>
                  <a:lnTo>
                    <a:pt x="10814" y="25"/>
                  </a:lnTo>
                  <a:lnTo>
                    <a:pt x="10547" y="1"/>
                  </a:lnTo>
                  <a:lnTo>
                    <a:pt x="10547" y="1"/>
                  </a:lnTo>
                  <a:close/>
                  <a:moveTo>
                    <a:pt x="5554" y="975"/>
                  </a:moveTo>
                  <a:lnTo>
                    <a:pt x="6284" y="975"/>
                  </a:lnTo>
                  <a:lnTo>
                    <a:pt x="6284" y="975"/>
                  </a:lnTo>
                  <a:lnTo>
                    <a:pt x="6406" y="999"/>
                  </a:lnTo>
                  <a:lnTo>
                    <a:pt x="6479" y="1073"/>
                  </a:lnTo>
                  <a:lnTo>
                    <a:pt x="6552" y="1146"/>
                  </a:lnTo>
                  <a:lnTo>
                    <a:pt x="6577" y="1267"/>
                  </a:lnTo>
                  <a:lnTo>
                    <a:pt x="6577" y="1267"/>
                  </a:lnTo>
                  <a:lnTo>
                    <a:pt x="6552" y="1365"/>
                  </a:lnTo>
                  <a:lnTo>
                    <a:pt x="6479" y="1462"/>
                  </a:lnTo>
                  <a:lnTo>
                    <a:pt x="6406" y="1511"/>
                  </a:lnTo>
                  <a:lnTo>
                    <a:pt x="6284" y="1535"/>
                  </a:lnTo>
                  <a:lnTo>
                    <a:pt x="5554" y="1535"/>
                  </a:lnTo>
                  <a:lnTo>
                    <a:pt x="5554" y="1535"/>
                  </a:lnTo>
                  <a:lnTo>
                    <a:pt x="5432" y="1511"/>
                  </a:lnTo>
                  <a:lnTo>
                    <a:pt x="5359" y="1462"/>
                  </a:lnTo>
                  <a:lnTo>
                    <a:pt x="5286" y="1365"/>
                  </a:lnTo>
                  <a:lnTo>
                    <a:pt x="5262" y="1267"/>
                  </a:lnTo>
                  <a:lnTo>
                    <a:pt x="5262" y="1267"/>
                  </a:lnTo>
                  <a:lnTo>
                    <a:pt x="5286" y="1146"/>
                  </a:lnTo>
                  <a:lnTo>
                    <a:pt x="5359" y="1073"/>
                  </a:lnTo>
                  <a:lnTo>
                    <a:pt x="5432" y="999"/>
                  </a:lnTo>
                  <a:lnTo>
                    <a:pt x="5554" y="975"/>
                  </a:lnTo>
                  <a:lnTo>
                    <a:pt x="5554" y="975"/>
                  </a:lnTo>
                  <a:close/>
                  <a:moveTo>
                    <a:pt x="5919" y="19436"/>
                  </a:moveTo>
                  <a:lnTo>
                    <a:pt x="5919" y="19436"/>
                  </a:lnTo>
                  <a:lnTo>
                    <a:pt x="5749" y="19412"/>
                  </a:lnTo>
                  <a:lnTo>
                    <a:pt x="5578" y="19363"/>
                  </a:lnTo>
                  <a:lnTo>
                    <a:pt x="5432" y="19290"/>
                  </a:lnTo>
                  <a:lnTo>
                    <a:pt x="5310" y="19193"/>
                  </a:lnTo>
                  <a:lnTo>
                    <a:pt x="5213" y="19071"/>
                  </a:lnTo>
                  <a:lnTo>
                    <a:pt x="5140" y="18925"/>
                  </a:lnTo>
                  <a:lnTo>
                    <a:pt x="5091" y="18754"/>
                  </a:lnTo>
                  <a:lnTo>
                    <a:pt x="5067" y="18584"/>
                  </a:lnTo>
                  <a:lnTo>
                    <a:pt x="5067" y="18584"/>
                  </a:lnTo>
                  <a:lnTo>
                    <a:pt x="5091" y="18413"/>
                  </a:lnTo>
                  <a:lnTo>
                    <a:pt x="5140" y="18243"/>
                  </a:lnTo>
                  <a:lnTo>
                    <a:pt x="5213" y="18097"/>
                  </a:lnTo>
                  <a:lnTo>
                    <a:pt x="5310" y="17975"/>
                  </a:lnTo>
                  <a:lnTo>
                    <a:pt x="5432" y="17877"/>
                  </a:lnTo>
                  <a:lnTo>
                    <a:pt x="5578" y="17804"/>
                  </a:lnTo>
                  <a:lnTo>
                    <a:pt x="5749" y="17756"/>
                  </a:lnTo>
                  <a:lnTo>
                    <a:pt x="5919" y="17731"/>
                  </a:lnTo>
                  <a:lnTo>
                    <a:pt x="5919" y="17731"/>
                  </a:lnTo>
                  <a:lnTo>
                    <a:pt x="6090" y="17756"/>
                  </a:lnTo>
                  <a:lnTo>
                    <a:pt x="6260" y="17804"/>
                  </a:lnTo>
                  <a:lnTo>
                    <a:pt x="6406" y="17877"/>
                  </a:lnTo>
                  <a:lnTo>
                    <a:pt x="6528" y="17975"/>
                  </a:lnTo>
                  <a:lnTo>
                    <a:pt x="6625" y="18097"/>
                  </a:lnTo>
                  <a:lnTo>
                    <a:pt x="6699" y="18243"/>
                  </a:lnTo>
                  <a:lnTo>
                    <a:pt x="6747" y="18413"/>
                  </a:lnTo>
                  <a:lnTo>
                    <a:pt x="6772" y="18584"/>
                  </a:lnTo>
                  <a:lnTo>
                    <a:pt x="6772" y="18584"/>
                  </a:lnTo>
                  <a:lnTo>
                    <a:pt x="6747" y="18754"/>
                  </a:lnTo>
                  <a:lnTo>
                    <a:pt x="6699" y="18925"/>
                  </a:lnTo>
                  <a:lnTo>
                    <a:pt x="6625" y="19071"/>
                  </a:lnTo>
                  <a:lnTo>
                    <a:pt x="6528" y="19193"/>
                  </a:lnTo>
                  <a:lnTo>
                    <a:pt x="6406" y="19290"/>
                  </a:lnTo>
                  <a:lnTo>
                    <a:pt x="6260" y="19363"/>
                  </a:lnTo>
                  <a:lnTo>
                    <a:pt x="6090" y="19412"/>
                  </a:lnTo>
                  <a:lnTo>
                    <a:pt x="5919" y="19436"/>
                  </a:lnTo>
                  <a:lnTo>
                    <a:pt x="5919" y="19436"/>
                  </a:lnTo>
                  <a:close/>
                  <a:moveTo>
                    <a:pt x="10547" y="16660"/>
                  </a:moveTo>
                  <a:lnTo>
                    <a:pt x="1292" y="16660"/>
                  </a:lnTo>
                  <a:lnTo>
                    <a:pt x="1292" y="2558"/>
                  </a:lnTo>
                  <a:lnTo>
                    <a:pt x="10547" y="2558"/>
                  </a:lnTo>
                  <a:lnTo>
                    <a:pt x="10547" y="16660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</p:grpSp>
    </p:spTree>
    <p:extLst>
      <p:ext uri="{BB962C8B-B14F-4D97-AF65-F5344CB8AC3E}">
        <p14:creationId xmlns:p14="http://schemas.microsoft.com/office/powerpoint/2010/main" val="15144511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7" name="Google Shape;907;p40"/>
          <p:cNvSpPr txBox="1"/>
          <p:nvPr/>
        </p:nvSpPr>
        <p:spPr>
          <a:xfrm>
            <a:off x="2773450" y="1150500"/>
            <a:ext cx="5782500" cy="138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5200" b="1" dirty="0" err="1">
                <a:latin typeface="Poppins"/>
                <a:cs typeface="Poppins"/>
                <a:sym typeface="Poppins Light"/>
              </a:rPr>
              <a:t>Vielen</a:t>
            </a:r>
            <a:r>
              <a:rPr lang="en-US" sz="5200" b="1" dirty="0">
                <a:latin typeface="Poppins"/>
                <a:cs typeface="Poppins"/>
                <a:sym typeface="Poppins Light"/>
              </a:rPr>
              <a:t> Dank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2800" b="1" dirty="0" err="1">
                <a:latin typeface="Poppins"/>
                <a:cs typeface="Poppins"/>
                <a:sym typeface="Poppins Light"/>
              </a:rPr>
              <a:t>für</a:t>
            </a:r>
            <a:r>
              <a:rPr lang="en-US" sz="2800" b="1" dirty="0">
                <a:latin typeface="Poppins"/>
                <a:cs typeface="Poppins"/>
                <a:sym typeface="Poppins Light"/>
              </a:rPr>
              <a:t> </a:t>
            </a:r>
            <a:r>
              <a:rPr lang="en-US" sz="2800" b="1" dirty="0" err="1">
                <a:latin typeface="Poppins"/>
                <a:cs typeface="Poppins"/>
                <a:sym typeface="Poppins Light"/>
              </a:rPr>
              <a:t>Ihre</a:t>
            </a:r>
            <a:r>
              <a:rPr lang="en-US" sz="2800" b="1" dirty="0">
                <a:latin typeface="Poppins"/>
                <a:cs typeface="Poppins"/>
                <a:sym typeface="Poppins Light"/>
              </a:rPr>
              <a:t> </a:t>
            </a:r>
            <a:r>
              <a:rPr lang="en-US" sz="2800" b="1" dirty="0" err="1">
                <a:latin typeface="Poppins"/>
                <a:cs typeface="Poppins"/>
                <a:sym typeface="Poppins Light"/>
              </a:rPr>
              <a:t>Aufmerksamkeit</a:t>
            </a:r>
            <a:endParaRPr sz="2800" b="1" dirty="0">
              <a:latin typeface="Poppins"/>
              <a:cs typeface="Poppins"/>
              <a:sym typeface="Poppins Ligh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dirty="0">
              <a:latin typeface="Poppins Light"/>
              <a:ea typeface="Poppins Light"/>
              <a:cs typeface="Poppins Light"/>
              <a:sym typeface="Poppins Ligh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dirty="0">
              <a:latin typeface="Poppins Light"/>
              <a:ea typeface="Poppins Light"/>
              <a:cs typeface="Poppins Light"/>
              <a:sym typeface="Poppins Ligh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 dirty="0">
              <a:latin typeface="Poppins Light"/>
              <a:ea typeface="Poppins Light"/>
              <a:cs typeface="Poppins Light"/>
              <a:sym typeface="Poppins Ligh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dirty="0">
              <a:latin typeface="Poppins Light"/>
              <a:ea typeface="Poppins Light"/>
              <a:cs typeface="Poppins Light"/>
              <a:sym typeface="Poppins Light"/>
            </a:endParaRPr>
          </a:p>
        </p:txBody>
      </p:sp>
      <p:sp>
        <p:nvSpPr>
          <p:cNvPr id="909" name="Google Shape;909;p40"/>
          <p:cNvSpPr txBox="1"/>
          <p:nvPr/>
        </p:nvSpPr>
        <p:spPr>
          <a:xfrm>
            <a:off x="1258575" y="1092646"/>
            <a:ext cx="1440600" cy="129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9600">
                <a:solidFill>
                  <a:srgbClr val="F1C232"/>
                </a:solidFill>
                <a:latin typeface="Poppins Light"/>
                <a:ea typeface="Poppins Light"/>
                <a:cs typeface="Poppins Light"/>
                <a:sym typeface="Poppins Light"/>
              </a:rPr>
              <a:t>😉</a:t>
            </a:r>
            <a:endParaRPr sz="9600">
              <a:solidFill>
                <a:srgbClr val="F1C232"/>
              </a:solidFill>
              <a:latin typeface="Poppins Light"/>
              <a:ea typeface="Poppins Light"/>
              <a:cs typeface="Poppins Light"/>
              <a:sym typeface="Poppins Light"/>
            </a:endParaRPr>
          </a:p>
        </p:txBody>
      </p:sp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EFB328C7-FCBF-A645-A47C-5AC64030C75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 smtClean="0"/>
              <a:t>14</a:t>
            </a:fld>
            <a:endParaRPr lang="de-DE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ymbeline template">
  <a:themeElements>
    <a:clrScheme name="Custom 347">
      <a:dk1>
        <a:srgbClr val="000000"/>
      </a:dk1>
      <a:lt1>
        <a:srgbClr val="FFFFFF"/>
      </a:lt1>
      <a:dk2>
        <a:srgbClr val="666666"/>
      </a:dk2>
      <a:lt2>
        <a:srgbClr val="CCCCCC"/>
      </a:lt2>
      <a:accent1>
        <a:srgbClr val="3A81BA"/>
      </a:accent1>
      <a:accent2>
        <a:srgbClr val="D89F39"/>
      </a:accent2>
      <a:accent3>
        <a:srgbClr val="8BAB42"/>
      </a:accent3>
      <a:accent4>
        <a:srgbClr val="57A7B5"/>
      </a:accent4>
      <a:accent5>
        <a:srgbClr val="8B81D2"/>
      </a:accent5>
      <a:accent6>
        <a:srgbClr val="963334"/>
      </a:accent6>
      <a:hlink>
        <a:srgbClr val="1155CC"/>
      </a:hlink>
      <a:folHlink>
        <a:srgbClr val="6611C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76</TotalTime>
  <Words>101</Words>
  <Application>Microsoft Office PowerPoint</Application>
  <PresentationFormat>On-screen Show (16:9)</PresentationFormat>
  <Paragraphs>41</Paragraphs>
  <Slides>14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Poppins</vt:lpstr>
      <vt:lpstr>Poppins Light</vt:lpstr>
      <vt:lpstr>Arial</vt:lpstr>
      <vt:lpstr>Cymbeline template</vt:lpstr>
      <vt:lpstr>driving-e-car</vt:lpstr>
      <vt:lpstr>Hello!</vt:lpstr>
      <vt:lpstr>Agenda</vt:lpstr>
      <vt:lpstr>Unser Auftrag</vt:lpstr>
      <vt:lpstr>PowerPoint Presentation</vt:lpstr>
      <vt:lpstr>PowerPoint Presentation</vt:lpstr>
      <vt:lpstr>Entscheidungen</vt:lpstr>
      <vt:lpstr>Big concept</vt:lpstr>
      <vt:lpstr>Der Weg bis hier hin</vt:lpstr>
      <vt:lpstr>PowerPoint Presentation</vt:lpstr>
      <vt:lpstr>Prototypen-vorstellung</vt:lpstr>
      <vt:lpstr>Ausbilck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This is your presentation title</dc:title>
  <cp:lastModifiedBy>Florian</cp:lastModifiedBy>
  <cp:revision>23</cp:revision>
  <dcterms:modified xsi:type="dcterms:W3CDTF">2018-12-08T16:21:09Z</dcterms:modified>
</cp:coreProperties>
</file>