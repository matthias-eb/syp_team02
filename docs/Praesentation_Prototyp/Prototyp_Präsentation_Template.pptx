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trictFirstAndLastChars="0" embedTrueType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embeddedFontLst>
    <p:embeddedFont>
      <p:font typeface="Poppins" pitchFamily="2" charset="77"/>
      <p:regular r:id="rId30"/>
      <p:bold r:id="rId31"/>
      <p:italic r:id="rId32"/>
      <p:boldItalic r:id="rId33"/>
    </p:embeddedFont>
    <p:embeddedFont>
      <p:font typeface="Poppins Light" pitchFamily="2" charset="77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FF19F3-2329-4E7B-B39F-E993869724D6}">
  <a:tblStyle styleId="{31FF19F3-2329-4E7B-B39F-E99386972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/>
    <p:restoredTop sz="94641"/>
  </p:normalViewPr>
  <p:slideViewPr>
    <p:cSldViewPr snapToGrid="0" snapToObjects="1">
      <p:cViewPr>
        <p:scale>
          <a:sx n="153" d="100"/>
          <a:sy n="153" d="100"/>
        </p:scale>
        <p:origin x="1032" y="4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694cd56_0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694cd56_0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userDrawn="1">
  <p:cSld name="TITLE"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97195" y="-74244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756043" y="879453"/>
            <a:ext cx="2812887" cy="2812887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BADED5-8571-7140-B42B-AA7FCF4072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TITLE_1">
    <p:bg>
      <p:bgPr>
        <a:solidFill>
          <a:srgbClr val="00000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hasCustomPrompt="1"/>
          </p:nvPr>
        </p:nvSpPr>
        <p:spPr>
          <a:xfrm>
            <a:off x="2569800" y="2236800"/>
            <a:ext cx="4004400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r>
              <a:rPr lang="de-DE" dirty="0"/>
              <a:t>Okay</a:t>
            </a: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569800" y="3188701"/>
            <a:ext cx="400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36" name="Google Shape;36;p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1794525" y="-40785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1599200" y="1326625"/>
            <a:ext cx="7641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latin typeface="Poppins"/>
                <a:ea typeface="Poppins"/>
                <a:cs typeface="Poppins"/>
                <a:sym typeface="Poppins"/>
              </a:rPr>
              <a:t>“</a:t>
            </a:r>
            <a:endParaRPr sz="7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big image">
  <p:cSld name="TITLE_AND_BODY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5142675" y="358375"/>
            <a:ext cx="4426800" cy="44268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5376775" y="592475"/>
            <a:ext cx="3958500" cy="39585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6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61" name="Google Shape;61;p6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6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45048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985679" y="1958050"/>
            <a:ext cx="39765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71" name="Google Shape;71;p7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7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￮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2"/>
          </p:nvPr>
        </p:nvSpPr>
        <p:spPr>
          <a:xfrm>
            <a:off x="3440857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￮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 dirty="0"/>
          </a:p>
        </p:txBody>
      </p:sp>
      <p:sp>
        <p:nvSpPr>
          <p:cNvPr id="80" name="Google Shape;80;p7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8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84" name="Google Shape;84;p8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8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14853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98450" rtl="0">
              <a:spcBef>
                <a:spcPts val="600"/>
              </a:spcBef>
              <a:spcAft>
                <a:spcPts val="0"/>
              </a:spcAft>
              <a:buSzPts val="1100"/>
              <a:buChar char="￮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￮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￮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body" idx="2"/>
          </p:nvPr>
        </p:nvSpPr>
        <p:spPr>
          <a:xfrm>
            <a:off x="2630936" y="1958050"/>
            <a:ext cx="14853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98450" rtl="0">
              <a:spcBef>
                <a:spcPts val="600"/>
              </a:spcBef>
              <a:spcAft>
                <a:spcPts val="0"/>
              </a:spcAft>
              <a:buSzPts val="1100"/>
              <a:buChar char="￮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￮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￮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body" idx="3"/>
          </p:nvPr>
        </p:nvSpPr>
        <p:spPr>
          <a:xfrm>
            <a:off x="4192246" y="1958050"/>
            <a:ext cx="14853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98450" rtl="0">
              <a:spcBef>
                <a:spcPts val="600"/>
              </a:spcBef>
              <a:spcAft>
                <a:spcPts val="0"/>
              </a:spcAft>
              <a:buSzPts val="1100"/>
              <a:buChar char="￮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￮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￮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9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98" name="Google Shape;98;p9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9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0"/>
          <p:cNvGrpSpPr/>
          <p:nvPr/>
        </p:nvGrpSpPr>
        <p:grpSpPr>
          <a:xfrm>
            <a:off x="308378" y="3811995"/>
            <a:ext cx="1844185" cy="1844185"/>
            <a:chOff x="-474900" y="321200"/>
            <a:chExt cx="2324700" cy="2324700"/>
          </a:xfrm>
        </p:grpSpPr>
        <p:sp>
          <p:nvSpPr>
            <p:cNvPr id="107" name="Google Shape;107;p10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" name="Google Shape;111;p10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body" idx="1"/>
          </p:nvPr>
        </p:nvSpPr>
        <p:spPr>
          <a:xfrm>
            <a:off x="1069625" y="4406300"/>
            <a:ext cx="46080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E9FB61B-F38A-3842-8C2F-2ED23A24F8F2}"/>
              </a:ext>
            </a:extLst>
          </p:cNvPr>
          <p:cNvGrpSpPr/>
          <p:nvPr userDrawn="1"/>
        </p:nvGrpSpPr>
        <p:grpSpPr>
          <a:xfrm>
            <a:off x="-6626" y="4955532"/>
            <a:ext cx="9161411" cy="239942"/>
            <a:chOff x="-6626" y="4955532"/>
            <a:chExt cx="9161411" cy="239942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9D6CB75A-5843-FA4C-B169-B429EE434C7E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43C82A85-A7B7-EB40-9835-AED8D583816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F67F1381-4C2B-4941-B247-E127BDB59C76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D43818F-111E-BF46-A8C3-47F2F4EE3F47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C82A7B5A-CB42-504F-A2D9-3404CEB16549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37312052-CA06-AC45-BBCE-C5A90B7B222E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E7E4228-0ED7-CB46-946A-202EE2294ACB}"/>
              </a:ext>
            </a:extLst>
          </p:cNvPr>
          <p:cNvGrpSpPr/>
          <p:nvPr userDrawn="1"/>
        </p:nvGrpSpPr>
        <p:grpSpPr>
          <a:xfrm>
            <a:off x="-6626" y="4955532"/>
            <a:ext cx="9161411" cy="239942"/>
            <a:chOff x="-6626" y="4955532"/>
            <a:chExt cx="9161411" cy="239942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7AF5221C-635A-4045-8054-50C69BDB168F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5EE563E0-5717-9C46-A125-BDBDD8056C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A99EEA52-E1DF-D14B-81A9-12FFD74AA6BE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41FCB252-365D-2D43-B83E-BB2643AB9160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BC809F9E-A73F-3144-AB5B-A47A2978E5DF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B0FA1353-F5B0-944C-A763-C7D6D7142EC0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background">
  <p:cSld name="BLANK_1">
    <p:bg>
      <p:bgPr>
        <a:solidFill>
          <a:srgbClr val="00000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 userDrawn="1"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69431D3E-E287-E14E-B461-E696A5D8DD82}"/>
              </a:ext>
            </a:extLst>
          </p:cNvPr>
          <p:cNvGrpSpPr/>
          <p:nvPr userDrawn="1"/>
        </p:nvGrpSpPr>
        <p:grpSpPr>
          <a:xfrm>
            <a:off x="-6626" y="4955532"/>
            <a:ext cx="9161411" cy="239942"/>
            <a:chOff x="-6626" y="4955532"/>
            <a:chExt cx="9161411" cy="239942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7458B220-B182-8B45-ABFC-E3DB8A5B5579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E1E0E1C4-339D-D24A-9223-874C5A6D7D4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36509C95-036C-8D4A-AD7D-AD56FD31D278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230E0C9-CCE2-C746-8964-93CDA8D3B575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CBD66828-C68D-8A42-9383-057DF87F134C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9A9D210-A1B0-6248-8086-D6C7ED413172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49852" y="4581462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2729CDD-7C4D-E64D-AD79-CC443C428981}"/>
              </a:ext>
            </a:extLst>
          </p:cNvPr>
          <p:cNvGrpSpPr/>
          <p:nvPr userDrawn="1"/>
        </p:nvGrpSpPr>
        <p:grpSpPr>
          <a:xfrm>
            <a:off x="-6626" y="4955532"/>
            <a:ext cx="9161411" cy="239942"/>
            <a:chOff x="-6626" y="4955532"/>
            <a:chExt cx="9161411" cy="239942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F3C97CF1-5ECC-1049-8D2E-38E3C063FB6B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3" name="Grafik 2">
                <a:extLst>
                  <a:ext uri="{FF2B5EF4-FFF2-40B4-BE49-F238E27FC236}">
                    <a16:creationId xmlns:a16="http://schemas.microsoft.com/office/drawing/2014/main" id="{37B02ABE-DBA6-214E-AD2E-868B216E0B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16A3CF85-556E-2746-BB39-777ABFC6B942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497961AB-2777-454A-980F-96671A096370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318436B2-337E-C04A-8DF4-E8C0D2A5929B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8CB34FE-211F-1B46-9743-B6160B4A5B78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www.slidescarnival.com/copyright-and-legal-information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heets/about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unsplash.com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poppin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900" dirty="0"/>
              <a:t>d</a:t>
            </a:r>
            <a:r>
              <a:rPr lang="en" sz="4900" dirty="0"/>
              <a:t>riving-e-car</a:t>
            </a:r>
            <a:endParaRPr sz="4900" dirty="0"/>
          </a:p>
        </p:txBody>
      </p:sp>
      <p:grpSp>
        <p:nvGrpSpPr>
          <p:cNvPr id="142" name="Google Shape;142;p14"/>
          <p:cNvGrpSpPr/>
          <p:nvPr/>
        </p:nvGrpSpPr>
        <p:grpSpPr>
          <a:xfrm>
            <a:off x="1379494" y="0"/>
            <a:ext cx="832106" cy="832102"/>
            <a:chOff x="1923675" y="1633650"/>
            <a:chExt cx="436000" cy="435975"/>
          </a:xfrm>
        </p:grpSpPr>
        <p:sp>
          <p:nvSpPr>
            <p:cNvPr id="143" name="Google Shape;143;p14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Instructions for use</a:t>
            </a:r>
            <a:endParaRPr dirty="0"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3440854" y="1958050"/>
            <a:ext cx="2236800" cy="22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rgbClr val="000000"/>
                </a:solidFill>
              </a:rPr>
              <a:t>EDIT IN POWERPOINT®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</a:rPr>
              <a:t>Click on the button under the presentation preview that says </a:t>
            </a:r>
            <a:r>
              <a:rPr lang="en" sz="1000" b="1" dirty="0">
                <a:solidFill>
                  <a:srgbClr val="000000"/>
                </a:solidFill>
              </a:rPr>
              <a:t>"Download as PowerPoint template"</a:t>
            </a:r>
            <a:r>
              <a:rPr lang="en" sz="1000" dirty="0">
                <a:solidFill>
                  <a:srgbClr val="000000"/>
                </a:solidFill>
              </a:rPr>
              <a:t>. You will get a .pptx file that you can edit in PowerPoint. 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</a:rPr>
              <a:t>Remember to download and install the fonts used in this presentation (you’ll find the links to the font files needed in the </a:t>
            </a:r>
            <a:r>
              <a:rPr lang="en" sz="1000" u="sng" dirty="0">
                <a:solidFill>
                  <a:srgbClr val="000000"/>
                </a:solidFill>
                <a:hlinkClick r:id="rId3" action="ppaction://hlinksldjump"/>
              </a:rPr>
              <a:t>Presentation design slide</a:t>
            </a:r>
            <a:r>
              <a:rPr lang="en" sz="1000" dirty="0">
                <a:solidFill>
                  <a:srgbClr val="000000"/>
                </a:solidFill>
              </a:rPr>
              <a:t>)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solidFill>
                <a:srgbClr val="000000"/>
              </a:solidFill>
            </a:endParaRPr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2236800" cy="22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rgbClr val="000000"/>
                </a:solidFill>
              </a:rPr>
              <a:t>EDIT IN GOOGLE SLIDES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000000"/>
                </a:solidFill>
              </a:rPr>
              <a:t>Click on the button under the presentation preview that says </a:t>
            </a:r>
            <a:r>
              <a:rPr lang="en" sz="1000" b="1" dirty="0">
                <a:solidFill>
                  <a:srgbClr val="000000"/>
                </a:solidFill>
              </a:rPr>
              <a:t>"Use as Google Slides Theme"</a:t>
            </a:r>
            <a:r>
              <a:rPr lang="en" sz="1000" dirty="0">
                <a:solidFill>
                  <a:srgbClr val="000000"/>
                </a:solidFill>
              </a:rPr>
              <a:t>.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000000"/>
                </a:solidFill>
              </a:rPr>
              <a:t>You will get a copy of this document on your Google Drive and will be able to edit, add or delete slides.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rgbClr val="000000"/>
                </a:solidFill>
              </a:rPr>
              <a:t>You have to be signed in to your Google account.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2"/>
          </p:nvPr>
        </p:nvSpPr>
        <p:spPr>
          <a:xfrm>
            <a:off x="1069625" y="4204000"/>
            <a:ext cx="5607900" cy="6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rgbClr val="666666"/>
                </a:solidFill>
              </a:rPr>
              <a:t>More info on how to use this template at </a:t>
            </a:r>
            <a:r>
              <a:rPr lang="en" sz="1000" b="1" u="sng" dirty="0">
                <a:solidFill>
                  <a:srgbClr val="666666"/>
                </a:solidFill>
                <a:hlinkClick r:id="rId4"/>
              </a:rPr>
              <a:t>www.slidescarnival.com/help-use-presentation-template</a:t>
            </a:r>
            <a:endParaRPr sz="1000" b="1"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666666"/>
                </a:solidFill>
              </a:rPr>
              <a:t>This template is free to use under </a:t>
            </a:r>
            <a:r>
              <a:rPr lang="en" sz="1000" u="sng" dirty="0">
                <a:solidFill>
                  <a:srgbClr val="666666"/>
                </a:solidFill>
                <a:hlinkClick r:id="rId5"/>
              </a:rPr>
              <a:t>Creative Commons Attribution license</a:t>
            </a:r>
            <a:r>
              <a:rPr lang="en" sz="1000" dirty="0">
                <a:solidFill>
                  <a:srgbClr val="666666"/>
                </a:solidFill>
              </a:rPr>
              <a:t>. You can keep the Credits slide or mention </a:t>
            </a:r>
            <a:r>
              <a:rPr lang="en" sz="1000" dirty="0" err="1">
                <a:solidFill>
                  <a:srgbClr val="666666"/>
                </a:solidFill>
              </a:rPr>
              <a:t>SlidesCarnival</a:t>
            </a:r>
            <a:r>
              <a:rPr lang="en" sz="1000" dirty="0">
                <a:solidFill>
                  <a:srgbClr val="666666"/>
                </a:solidFill>
              </a:rPr>
              <a:t> and other resources used in a slide footer.</a:t>
            </a:r>
            <a:endParaRPr sz="1000"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666666"/>
              </a:solidFill>
            </a:endParaRPr>
          </a:p>
        </p:txBody>
      </p:sp>
      <p:grpSp>
        <p:nvGrpSpPr>
          <p:cNvPr id="158" name="Google Shape;158;p15"/>
          <p:cNvGrpSpPr/>
          <p:nvPr/>
        </p:nvGrpSpPr>
        <p:grpSpPr>
          <a:xfrm>
            <a:off x="7227977" y="2052723"/>
            <a:ext cx="1212302" cy="1038068"/>
            <a:chOff x="1934025" y="1001650"/>
            <a:chExt cx="415300" cy="355600"/>
          </a:xfrm>
        </p:grpSpPr>
        <p:sp>
          <p:nvSpPr>
            <p:cNvPr id="159" name="Google Shape;159;p15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l" t="t" r="r" b="b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l" t="t" r="r" b="b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l" t="t" r="r" b="b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l" t="t" r="r" b="b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EBF9945-C131-9B43-A75D-69F10601C8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ctrTitle" idx="4294967295"/>
          </p:nvPr>
        </p:nvSpPr>
        <p:spPr>
          <a:xfrm>
            <a:off x="2351788" y="1180487"/>
            <a:ext cx="4608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Hello!</a:t>
            </a:r>
            <a:endParaRPr sz="9600" dirty="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I am Jayden Smith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 am here because I love to give presentations.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You can find me at @username</a:t>
            </a:r>
            <a:endParaRPr b="1" dirty="0"/>
          </a:p>
        </p:txBody>
      </p:sp>
      <p:sp>
        <p:nvSpPr>
          <p:cNvPr id="170" name="Google Shape;170;p16"/>
          <p:cNvSpPr/>
          <p:nvPr/>
        </p:nvSpPr>
        <p:spPr>
          <a:xfrm>
            <a:off x="1804239" y="1506373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19F48-DE41-6A48-89CE-F673BFB90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2569800" y="2236800"/>
            <a:ext cx="4004400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Transition headline</a:t>
            </a:r>
            <a:endParaRPr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>
          <a:xfrm>
            <a:off x="2569800" y="3188701"/>
            <a:ext cx="400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634C189-0785-7345-83B8-8B6C2EE2E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is a slide title</a:t>
            </a:r>
            <a:endParaRPr dirty="0"/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600"/>
              </a:spcBef>
              <a:spcAft>
                <a:spcPts val="0"/>
              </a:spcAft>
              <a:buSzPts val="1600"/>
              <a:buChar char="￮"/>
            </a:pPr>
            <a:r>
              <a:rPr lang="en"/>
              <a:t>Here you have a list of items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￮"/>
            </a:pPr>
            <a:r>
              <a:rPr lang="en"/>
              <a:t>And some text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￮"/>
            </a:pPr>
            <a:r>
              <a:rPr lang="en"/>
              <a:t>But remember not to overload your slides with content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2144418-DD0F-E141-92B7-00BD8428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2092625" y="2954950"/>
            <a:ext cx="4958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2092625" y="4097352"/>
            <a:ext cx="4958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Bring the attention of your audience over a key concept using icons or illustrations</a:t>
            </a:r>
            <a:endParaRPr sz="1400"/>
          </a:p>
        </p:txBody>
      </p:sp>
      <p:grpSp>
        <p:nvGrpSpPr>
          <p:cNvPr id="207" name="Google Shape;207;p20"/>
          <p:cNvGrpSpPr/>
          <p:nvPr/>
        </p:nvGrpSpPr>
        <p:grpSpPr>
          <a:xfrm>
            <a:off x="3952298" y="309004"/>
            <a:ext cx="1738561" cy="1738545"/>
            <a:chOff x="6643075" y="3664250"/>
            <a:chExt cx="407950" cy="407975"/>
          </a:xfrm>
        </p:grpSpPr>
        <p:sp>
          <p:nvSpPr>
            <p:cNvPr id="208" name="Google Shape;208;p20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20"/>
          <p:cNvGrpSpPr/>
          <p:nvPr/>
        </p:nvGrpSpPr>
        <p:grpSpPr>
          <a:xfrm rot="-587313">
            <a:off x="3850121" y="2274317"/>
            <a:ext cx="714809" cy="714768"/>
            <a:chOff x="576250" y="4319400"/>
            <a:chExt cx="442075" cy="442050"/>
          </a:xfrm>
        </p:grpSpPr>
        <p:sp>
          <p:nvSpPr>
            <p:cNvPr id="211" name="Google Shape;211;p20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20"/>
          <p:cNvSpPr/>
          <p:nvPr/>
        </p:nvSpPr>
        <p:spPr>
          <a:xfrm>
            <a:off x="3536507" y="710554"/>
            <a:ext cx="271742" cy="25947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"/>
          <p:cNvSpPr/>
          <p:nvPr/>
        </p:nvSpPr>
        <p:spPr>
          <a:xfrm rot="2697553">
            <a:off x="5327282" y="2038984"/>
            <a:ext cx="412519" cy="393888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653628" y="1814107"/>
            <a:ext cx="165205" cy="15781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 rot="1280074">
            <a:off x="3348230" y="1493219"/>
            <a:ext cx="165200" cy="15779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8B70310-85DF-994A-81A4-44B6132C8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White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2"/>
          </p:nvPr>
        </p:nvSpPr>
        <p:spPr>
          <a:xfrm>
            <a:off x="3440857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Black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coal, ebony, and of outer space. It is the darkest color, the result of the absence of or complete absorption of light.</a:t>
            </a:r>
            <a:endParaRPr/>
          </a:p>
        </p:txBody>
      </p:sp>
      <p:pic>
        <p:nvPicPr>
          <p:cNvPr id="228" name="Google Shape;22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29" name="Google Shape;229;p21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230" name="Google Shape;230;p21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21"/>
          <p:cNvSpPr/>
          <p:nvPr/>
        </p:nvSpPr>
        <p:spPr>
          <a:xfrm>
            <a:off x="6454511" y="3670015"/>
            <a:ext cx="336767" cy="336767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EEE8C7B-00B6-974F-AA38-384D73B6BD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14853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2"/>
          </p:nvPr>
        </p:nvSpPr>
        <p:spPr>
          <a:xfrm>
            <a:off x="2630936" y="1958050"/>
            <a:ext cx="14853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3"/>
          </p:nvPr>
        </p:nvSpPr>
        <p:spPr>
          <a:xfrm>
            <a:off x="4192246" y="1958050"/>
            <a:ext cx="14853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3" name="Google Shape;24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44" name="Google Shape;244;p22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245" name="Google Shape;245;p2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" name="Google Shape;248;p22"/>
          <p:cNvGrpSpPr/>
          <p:nvPr/>
        </p:nvGrpSpPr>
        <p:grpSpPr>
          <a:xfrm>
            <a:off x="6405399" y="3676684"/>
            <a:ext cx="435022" cy="323445"/>
            <a:chOff x="5247525" y="3007275"/>
            <a:chExt cx="517575" cy="384825"/>
          </a:xfrm>
        </p:grpSpPr>
        <p:sp>
          <p:nvSpPr>
            <p:cNvPr id="249" name="Google Shape;249;p22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D56AEE7-539F-DA4A-B184-A48C7DB6AD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10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6775" y="592475"/>
            <a:ext cx="3958500" cy="395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45048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257" name="Google Shape;257;p23"/>
          <p:cNvSpPr txBox="1">
            <a:spLocks noGrp="1"/>
          </p:cNvSpPr>
          <p:nvPr>
            <p:ph type="body" idx="1"/>
          </p:nvPr>
        </p:nvSpPr>
        <p:spPr>
          <a:xfrm>
            <a:off x="985679" y="1958050"/>
            <a:ext cx="39765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AD00941-6E37-2449-9E54-B935FD419E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11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>
            <a:spLocks noGrp="1"/>
          </p:cNvSpPr>
          <p:nvPr>
            <p:ph type="title" idx="4294967295"/>
          </p:nvPr>
        </p:nvSpPr>
        <p:spPr>
          <a:xfrm>
            <a:off x="2194950" y="3763500"/>
            <a:ext cx="4754100" cy="13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FFFFFF"/>
                </a:solidFill>
              </a:rPr>
              <a:t>Want big impact?</a:t>
            </a:r>
            <a:endParaRPr sz="1800" b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Use big image.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280E9CF-899A-7647-AD07-9DB8616DB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3002100" cy="29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grpSp>
        <p:nvGrpSpPr>
          <p:cNvPr id="271" name="Google Shape;271;p25"/>
          <p:cNvGrpSpPr/>
          <p:nvPr/>
        </p:nvGrpSpPr>
        <p:grpSpPr>
          <a:xfrm>
            <a:off x="4361713" y="1054632"/>
            <a:ext cx="3339000" cy="3339000"/>
            <a:chOff x="2902488" y="902232"/>
            <a:chExt cx="3339000" cy="3339000"/>
          </a:xfrm>
        </p:grpSpPr>
        <p:sp>
          <p:nvSpPr>
            <p:cNvPr id="272" name="Google Shape;272;p25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w="19050" cap="flat" cmpd="sng">
              <a:solidFill>
                <a:srgbClr val="E8E8E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3123738" y="1123632"/>
              <a:ext cx="2896500" cy="2896200"/>
            </a:xfrm>
            <a:prstGeom prst="pie">
              <a:avLst>
                <a:gd name="adj1" fmla="val 1811602"/>
                <a:gd name="adj2" fmla="val 16214886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274" name="Google Shape;274;p25"/>
          <p:cNvGrpSpPr/>
          <p:nvPr/>
        </p:nvGrpSpPr>
        <p:grpSpPr>
          <a:xfrm>
            <a:off x="5123263" y="1816182"/>
            <a:ext cx="1815900" cy="1815900"/>
            <a:chOff x="3664038" y="1663782"/>
            <a:chExt cx="1815900" cy="1815900"/>
          </a:xfrm>
        </p:grpSpPr>
        <p:sp>
          <p:nvSpPr>
            <p:cNvPr id="275" name="Google Shape;275;p25"/>
            <p:cNvSpPr/>
            <p:nvPr/>
          </p:nvSpPr>
          <p:spPr>
            <a:xfrm>
              <a:off x="3664038" y="1663782"/>
              <a:ext cx="1815900" cy="1815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6" name="Google Shape;276;p25"/>
            <p:cNvSpPr txBox="1"/>
            <p:nvPr/>
          </p:nvSpPr>
          <p:spPr>
            <a:xfrm>
              <a:off x="3899988" y="2158482"/>
              <a:ext cx="1344000" cy="82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Lorem ipsum congue</a:t>
              </a:r>
              <a:endParaRPr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77" name="Google Shape;277;p25"/>
          <p:cNvGrpSpPr/>
          <p:nvPr/>
        </p:nvGrpSpPr>
        <p:grpSpPr>
          <a:xfrm>
            <a:off x="5501290" y="598229"/>
            <a:ext cx="1068600" cy="1068600"/>
            <a:chOff x="2859873" y="853971"/>
            <a:chExt cx="1068600" cy="1068600"/>
          </a:xfrm>
        </p:grpSpPr>
        <p:sp>
          <p:nvSpPr>
            <p:cNvPr id="278" name="Google Shape;278;p25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79" name="Google Shape;279;p25"/>
            <p:cNvSpPr txBox="1"/>
            <p:nvPr/>
          </p:nvSpPr>
          <p:spPr>
            <a:xfrm>
              <a:off x="3012800" y="1022197"/>
              <a:ext cx="7626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Lorem ipsum </a:t>
              </a:r>
              <a:endParaRPr sz="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280" name="Google Shape;280;p25"/>
          <p:cNvGrpSpPr/>
          <p:nvPr/>
        </p:nvGrpSpPr>
        <p:grpSpPr>
          <a:xfrm>
            <a:off x="4049921" y="3039058"/>
            <a:ext cx="1068600" cy="1068600"/>
            <a:chOff x="2859873" y="853971"/>
            <a:chExt cx="1068600" cy="1068600"/>
          </a:xfrm>
        </p:grpSpPr>
        <p:sp>
          <p:nvSpPr>
            <p:cNvPr id="281" name="Google Shape;281;p25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82" name="Google Shape;282;p25"/>
            <p:cNvSpPr txBox="1"/>
            <p:nvPr/>
          </p:nvSpPr>
          <p:spPr>
            <a:xfrm>
              <a:off x="3012800" y="1022197"/>
              <a:ext cx="762600" cy="732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Lorem ipsum </a:t>
              </a:r>
              <a:endParaRPr sz="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283" name="Google Shape;283;p25"/>
          <p:cNvGrpSpPr/>
          <p:nvPr/>
        </p:nvGrpSpPr>
        <p:grpSpPr>
          <a:xfrm>
            <a:off x="6939268" y="3031413"/>
            <a:ext cx="1068600" cy="1068600"/>
            <a:chOff x="5214448" y="3234278"/>
            <a:chExt cx="1068600" cy="1068600"/>
          </a:xfrm>
        </p:grpSpPr>
        <p:sp>
          <p:nvSpPr>
            <p:cNvPr id="284" name="Google Shape;284;p25"/>
            <p:cNvSpPr/>
            <p:nvPr/>
          </p:nvSpPr>
          <p:spPr>
            <a:xfrm>
              <a:off x="5214448" y="3234278"/>
              <a:ext cx="1068600" cy="1068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85" name="Google Shape;285;p25"/>
            <p:cNvSpPr txBox="1"/>
            <p:nvPr/>
          </p:nvSpPr>
          <p:spPr>
            <a:xfrm>
              <a:off x="5367375" y="3402503"/>
              <a:ext cx="762600" cy="732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Lorem ipsum </a:t>
              </a:r>
              <a:endParaRPr sz="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9716ED6-6D7E-DB4E-BF88-23370F7496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92" name="Google Shape;292;p26"/>
          <p:cNvGraphicFramePr/>
          <p:nvPr/>
        </p:nvGraphicFramePr>
        <p:xfrm>
          <a:off x="1069600" y="1958081"/>
          <a:ext cx="6927900" cy="2618400"/>
        </p:xfrm>
        <a:graphic>
          <a:graphicData uri="http://schemas.openxmlformats.org/drawingml/2006/table">
            <a:tbl>
              <a:tblPr>
                <a:noFill/>
                <a:tableStyleId>{31FF19F3-2329-4E7B-B39F-E993869724D6}</a:tableStyleId>
              </a:tblPr>
              <a:tblGrid>
                <a:gridCol w="173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</a:t>
                      </a:r>
                      <a:endParaRPr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B</a:t>
                      </a:r>
                      <a:endParaRPr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</a:t>
                      </a:r>
                      <a:endParaRPr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6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Yellow</a:t>
                      </a:r>
                      <a:endParaRPr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6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Blue</a:t>
                      </a:r>
                      <a:endParaRPr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30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6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Orange</a:t>
                      </a:r>
                      <a:endParaRPr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24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65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96A7DE6-C4BD-9640-8557-4921899659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671525" y="1114150"/>
            <a:ext cx="7800975" cy="3716213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7"/>
          <p:cNvSpPr txBox="1">
            <a:spLocks noGrp="1"/>
          </p:cNvSpPr>
          <p:nvPr>
            <p:ph type="title" idx="4294967295"/>
          </p:nvPr>
        </p:nvSpPr>
        <p:spPr>
          <a:xfrm>
            <a:off x="1961850" y="305150"/>
            <a:ext cx="52203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Maps</a:t>
            </a:r>
            <a:endParaRPr sz="2400"/>
          </a:p>
        </p:txBody>
      </p:sp>
      <p:sp>
        <p:nvSpPr>
          <p:cNvPr id="299" name="Google Shape;299;p27"/>
          <p:cNvSpPr/>
          <p:nvPr/>
        </p:nvSpPr>
        <p:spPr>
          <a:xfrm>
            <a:off x="2062050" y="1906700"/>
            <a:ext cx="6621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 Light"/>
                <a:ea typeface="Poppins Light"/>
                <a:cs typeface="Poppins Light"/>
                <a:sym typeface="Poppins Light"/>
              </a:rPr>
              <a:t>our office</a:t>
            </a:r>
            <a:endParaRPr sz="8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1259150" y="2312275"/>
            <a:ext cx="152700" cy="152700"/>
          </a:xfrm>
          <a:prstGeom prst="donut">
            <a:avLst>
              <a:gd name="adj" fmla="val 36703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2930175" y="3823050"/>
            <a:ext cx="152700" cy="152700"/>
          </a:xfrm>
          <a:prstGeom prst="donut">
            <a:avLst>
              <a:gd name="adj" fmla="val 36703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3876250" y="2093937"/>
            <a:ext cx="152700" cy="152700"/>
          </a:xfrm>
          <a:prstGeom prst="donut">
            <a:avLst>
              <a:gd name="adj" fmla="val 36703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4578100" y="4166000"/>
            <a:ext cx="152700" cy="152700"/>
          </a:xfrm>
          <a:prstGeom prst="donut">
            <a:avLst>
              <a:gd name="adj" fmla="val 36703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6615425" y="2570825"/>
            <a:ext cx="152700" cy="152700"/>
          </a:xfrm>
          <a:prstGeom prst="donut">
            <a:avLst>
              <a:gd name="adj" fmla="val 36703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7248600" y="4203700"/>
            <a:ext cx="152700" cy="152700"/>
          </a:xfrm>
          <a:prstGeom prst="donut">
            <a:avLst>
              <a:gd name="adj" fmla="val 36703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4DE3F37-9F7F-D640-95D8-BBCFCAF1E4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15</a:t>
            </a:fld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>
            <a:spLocks noGrp="1"/>
          </p:cNvSpPr>
          <p:nvPr>
            <p:ph type="ctrTitle" idx="4294967295"/>
          </p:nvPr>
        </p:nvSpPr>
        <p:spPr>
          <a:xfrm>
            <a:off x="1335475" y="1811950"/>
            <a:ext cx="647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89,526,124</a:t>
            </a:r>
            <a:endParaRPr sz="9600"/>
          </a:p>
        </p:txBody>
      </p:sp>
      <p:sp>
        <p:nvSpPr>
          <p:cNvPr id="312" name="Google Shape;312;p28"/>
          <p:cNvSpPr txBox="1">
            <a:spLocks noGrp="1"/>
          </p:cNvSpPr>
          <p:nvPr>
            <p:ph type="subTitle" idx="4294967295"/>
          </p:nvPr>
        </p:nvSpPr>
        <p:spPr>
          <a:xfrm>
            <a:off x="1335475" y="2916254"/>
            <a:ext cx="647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6854021-8791-CC49-8F91-BFD0260535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16</a:t>
            </a:fld>
            <a:endParaRPr lang="de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>
            <a:spLocks noGrp="1"/>
          </p:cNvSpPr>
          <p:nvPr>
            <p:ph type="ctrTitle" idx="4294967295"/>
          </p:nvPr>
        </p:nvSpPr>
        <p:spPr>
          <a:xfrm>
            <a:off x="2884625" y="720250"/>
            <a:ext cx="43650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89,526,124$</a:t>
            </a:r>
            <a:endParaRPr/>
          </a:p>
        </p:txBody>
      </p:sp>
      <p:sp>
        <p:nvSpPr>
          <p:cNvPr id="319" name="Google Shape;319;p29"/>
          <p:cNvSpPr txBox="1">
            <a:spLocks noGrp="1"/>
          </p:cNvSpPr>
          <p:nvPr>
            <p:ph type="subTitle" idx="4294967295"/>
          </p:nvPr>
        </p:nvSpPr>
        <p:spPr>
          <a:xfrm>
            <a:off x="2884625" y="1331158"/>
            <a:ext cx="43650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That’s a lot of money</a:t>
            </a:r>
            <a:endParaRPr sz="1400"/>
          </a:p>
        </p:txBody>
      </p:sp>
      <p:sp>
        <p:nvSpPr>
          <p:cNvPr id="320" name="Google Shape;320;p29"/>
          <p:cNvSpPr txBox="1">
            <a:spLocks noGrp="1"/>
          </p:cNvSpPr>
          <p:nvPr>
            <p:ph type="ctrTitle" idx="4294967295"/>
          </p:nvPr>
        </p:nvSpPr>
        <p:spPr>
          <a:xfrm>
            <a:off x="2884625" y="3349143"/>
            <a:ext cx="43650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</a:t>
            </a:r>
            <a:endParaRPr/>
          </a:p>
        </p:txBody>
      </p:sp>
      <p:sp>
        <p:nvSpPr>
          <p:cNvPr id="321" name="Google Shape;321;p29"/>
          <p:cNvSpPr txBox="1">
            <a:spLocks noGrp="1"/>
          </p:cNvSpPr>
          <p:nvPr>
            <p:ph type="subTitle" idx="4294967295"/>
          </p:nvPr>
        </p:nvSpPr>
        <p:spPr>
          <a:xfrm>
            <a:off x="2884625" y="3960050"/>
            <a:ext cx="43650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Total success!</a:t>
            </a:r>
            <a:endParaRPr sz="1400"/>
          </a:p>
        </p:txBody>
      </p:sp>
      <p:sp>
        <p:nvSpPr>
          <p:cNvPr id="322" name="Google Shape;322;p29"/>
          <p:cNvSpPr txBox="1">
            <a:spLocks noGrp="1"/>
          </p:cNvSpPr>
          <p:nvPr>
            <p:ph type="ctrTitle" idx="4294967295"/>
          </p:nvPr>
        </p:nvSpPr>
        <p:spPr>
          <a:xfrm>
            <a:off x="2884625" y="2034697"/>
            <a:ext cx="43650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185,244 users</a:t>
            </a:r>
            <a:endParaRPr/>
          </a:p>
        </p:txBody>
      </p:sp>
      <p:sp>
        <p:nvSpPr>
          <p:cNvPr id="323" name="Google Shape;323;p29"/>
          <p:cNvSpPr txBox="1">
            <a:spLocks noGrp="1"/>
          </p:cNvSpPr>
          <p:nvPr>
            <p:ph type="subTitle" idx="4294967295"/>
          </p:nvPr>
        </p:nvSpPr>
        <p:spPr>
          <a:xfrm>
            <a:off x="2884625" y="2645604"/>
            <a:ext cx="43650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And a lot of users</a:t>
            </a:r>
            <a:endParaRPr sz="1400"/>
          </a:p>
        </p:txBody>
      </p:sp>
      <p:grpSp>
        <p:nvGrpSpPr>
          <p:cNvPr id="325" name="Google Shape;325;p29"/>
          <p:cNvGrpSpPr/>
          <p:nvPr/>
        </p:nvGrpSpPr>
        <p:grpSpPr>
          <a:xfrm>
            <a:off x="1799419" y="1526163"/>
            <a:ext cx="369526" cy="268183"/>
            <a:chOff x="3932350" y="3714775"/>
            <a:chExt cx="439650" cy="319075"/>
          </a:xfrm>
        </p:grpSpPr>
        <p:sp>
          <p:nvSpPr>
            <p:cNvPr id="326" name="Google Shape;326;p29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CBE3AC5-9495-4A42-8FCD-0BEC52560F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17</a:t>
            </a:fld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3113100" cy="6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grpSp>
        <p:nvGrpSpPr>
          <p:cNvPr id="337" name="Google Shape;337;p30"/>
          <p:cNvGrpSpPr/>
          <p:nvPr/>
        </p:nvGrpSpPr>
        <p:grpSpPr>
          <a:xfrm>
            <a:off x="2346861" y="1258050"/>
            <a:ext cx="2726286" cy="2547000"/>
            <a:chOff x="1293736" y="1258050"/>
            <a:chExt cx="2726286" cy="2547000"/>
          </a:xfrm>
        </p:grpSpPr>
        <p:sp>
          <p:nvSpPr>
            <p:cNvPr id="338" name="Google Shape;338;p30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Poppins"/>
                  <a:ea typeface="Poppins"/>
                  <a:cs typeface="Poppins"/>
                  <a:sym typeface="Poppins"/>
                </a:rPr>
                <a:t>1</a:t>
              </a:r>
              <a:endParaRPr sz="1200"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0" name="Google Shape;340;p30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Vestibulum congue tempus</a:t>
              </a:r>
              <a:endParaRPr sz="11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1" name="Google Shape;341;p30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Poppins Light"/>
                  <a:ea typeface="Poppins Light"/>
                  <a:cs typeface="Poppins Light"/>
                  <a:sym typeface="Poppins Light"/>
                </a:rPr>
                <a:t>Lorem ipsum dolor sit amet, consectetur adipiscing elit, sed do eiusmod tempor. Donec facilisis lacus eget mauris.</a:t>
              </a:r>
              <a:endParaRPr sz="800"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342" name="Google Shape;342;p30"/>
          <p:cNvGrpSpPr/>
          <p:nvPr/>
        </p:nvGrpSpPr>
        <p:grpSpPr>
          <a:xfrm>
            <a:off x="4257083" y="1258050"/>
            <a:ext cx="2726286" cy="2547000"/>
            <a:chOff x="3203958" y="1258050"/>
            <a:chExt cx="2726286" cy="2547000"/>
          </a:xfrm>
        </p:grpSpPr>
        <p:sp>
          <p:nvSpPr>
            <p:cNvPr id="343" name="Google Shape;343;p30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66666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  <a:endParaRPr sz="1200" b="1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5" name="Google Shape;345;p30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Vestibulum congue tempus</a:t>
              </a:r>
              <a:endParaRPr sz="11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6" name="Google Shape;346;p30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Poppins Light"/>
                  <a:ea typeface="Poppins Light"/>
                  <a:cs typeface="Poppins Light"/>
                  <a:sym typeface="Poppins Light"/>
                </a:rPr>
                <a:t>Lorem ipsum dolor sit amet, consectetur adipiscing elit, sed do eiusmod tempor. Donec facilisis lacus eget mauris.</a:t>
              </a:r>
              <a:endParaRPr sz="800"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6177102" y="1258050"/>
            <a:ext cx="2726286" cy="2547000"/>
            <a:chOff x="5123977" y="1258050"/>
            <a:chExt cx="2726286" cy="2547000"/>
          </a:xfrm>
        </p:grpSpPr>
        <p:sp>
          <p:nvSpPr>
            <p:cNvPr id="348" name="Google Shape;348;p30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B7B7B7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  <a:endParaRPr sz="1200" b="1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0" name="Google Shape;350;p30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Vestibulum congue tempus</a:t>
              </a:r>
              <a:endParaRPr sz="11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1" name="Google Shape;351;p30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Poppins Light"/>
                  <a:ea typeface="Poppins Light"/>
                  <a:cs typeface="Poppins Light"/>
                  <a:sym typeface="Poppins Light"/>
                </a:rPr>
                <a:t>Lorem ipsum dolor sit amet, consectetur adipiscing elit, sed do eiusmod tempor. Donec facilisis lacus eget mauris.</a:t>
              </a:r>
              <a:endParaRPr sz="800"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861E22-33A2-ED44-A588-4EE7D19563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18</a:t>
            </a:fld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57" name="Google Shape;357;p3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14853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</a:t>
            </a:r>
            <a:endParaRPr sz="1200"/>
          </a:p>
        </p:txBody>
      </p:sp>
      <p:sp>
        <p:nvSpPr>
          <p:cNvPr id="358" name="Google Shape;358;p31"/>
          <p:cNvSpPr txBox="1">
            <a:spLocks noGrp="1"/>
          </p:cNvSpPr>
          <p:nvPr>
            <p:ph type="body" idx="2"/>
          </p:nvPr>
        </p:nvSpPr>
        <p:spPr>
          <a:xfrm>
            <a:off x="2630937" y="1958050"/>
            <a:ext cx="14853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</a:t>
            </a:r>
            <a:endParaRPr sz="1200"/>
          </a:p>
        </p:txBody>
      </p:sp>
      <p:sp>
        <p:nvSpPr>
          <p:cNvPr id="359" name="Google Shape;359;p31"/>
          <p:cNvSpPr txBox="1">
            <a:spLocks noGrp="1"/>
          </p:cNvSpPr>
          <p:nvPr>
            <p:ph type="body" idx="3"/>
          </p:nvPr>
        </p:nvSpPr>
        <p:spPr>
          <a:xfrm>
            <a:off x="4192249" y="1958050"/>
            <a:ext cx="14853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62" name="Google Shape;362;p31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363" name="Google Shape;363;p31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Google Shape;366;p31"/>
          <p:cNvSpPr txBox="1">
            <a:spLocks noGrp="1"/>
          </p:cNvSpPr>
          <p:nvPr>
            <p:ph type="body" idx="1"/>
          </p:nvPr>
        </p:nvSpPr>
        <p:spPr>
          <a:xfrm>
            <a:off x="1069625" y="3101050"/>
            <a:ext cx="14853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</a:t>
            </a:r>
            <a:endParaRPr sz="1200"/>
          </a:p>
        </p:txBody>
      </p:sp>
      <p:sp>
        <p:nvSpPr>
          <p:cNvPr id="367" name="Google Shape;367;p31"/>
          <p:cNvSpPr txBox="1">
            <a:spLocks noGrp="1"/>
          </p:cNvSpPr>
          <p:nvPr>
            <p:ph type="body" idx="2"/>
          </p:nvPr>
        </p:nvSpPr>
        <p:spPr>
          <a:xfrm>
            <a:off x="2630937" y="3101050"/>
            <a:ext cx="14853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</a:t>
            </a:r>
            <a:endParaRPr sz="1200"/>
          </a:p>
        </p:txBody>
      </p:sp>
      <p:sp>
        <p:nvSpPr>
          <p:cNvPr id="368" name="Google Shape;368;p31"/>
          <p:cNvSpPr txBox="1">
            <a:spLocks noGrp="1"/>
          </p:cNvSpPr>
          <p:nvPr>
            <p:ph type="body" idx="3"/>
          </p:nvPr>
        </p:nvSpPr>
        <p:spPr>
          <a:xfrm>
            <a:off x="4192249" y="3101050"/>
            <a:ext cx="14853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369" name="Google Shape;369;p31"/>
          <p:cNvGrpSpPr/>
          <p:nvPr/>
        </p:nvGrpSpPr>
        <p:grpSpPr>
          <a:xfrm>
            <a:off x="6451459" y="3663368"/>
            <a:ext cx="342882" cy="350068"/>
            <a:chOff x="3951850" y="2985350"/>
            <a:chExt cx="407950" cy="416500"/>
          </a:xfrm>
        </p:grpSpPr>
        <p:sp>
          <p:nvSpPr>
            <p:cNvPr id="370" name="Google Shape;370;p31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B2AE049-D5D0-F345-A6A6-F659953465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19</a:t>
            </a:fld>
            <a:endParaRPr lang="de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"/>
          <p:cNvSpPr txBox="1">
            <a:spLocks noGrp="1"/>
          </p:cNvSpPr>
          <p:nvPr>
            <p:ph type="body" idx="1"/>
          </p:nvPr>
        </p:nvSpPr>
        <p:spPr>
          <a:xfrm>
            <a:off x="1069625" y="4406300"/>
            <a:ext cx="46080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You can insert graphs from </a:t>
            </a:r>
            <a:r>
              <a:rPr lang="en" u="sng">
                <a:solidFill>
                  <a:srgbClr val="000000"/>
                </a:solidFill>
                <a:hlinkClick r:id="rId3"/>
              </a:rPr>
              <a:t>Google Sheets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80" name="Google Shape;380;p32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625" y="823975"/>
            <a:ext cx="6822281" cy="31218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FD620D6-03F8-A84E-B8DC-34D34B585E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20</a:t>
            </a:fld>
            <a:endParaRPr lang="de-D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 txBox="1">
            <a:spLocks noGrp="1"/>
          </p:cNvSpPr>
          <p:nvPr>
            <p:ph type="body" idx="4294967295"/>
          </p:nvPr>
        </p:nvSpPr>
        <p:spPr>
          <a:xfrm>
            <a:off x="762000" y="444300"/>
            <a:ext cx="21195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>
                <a:latin typeface="Poppins"/>
                <a:ea typeface="Poppins"/>
                <a:cs typeface="Poppins"/>
                <a:sym typeface="Poppins"/>
              </a:rPr>
              <a:t>Mobile project</a:t>
            </a:r>
            <a:endParaRPr sz="3600"/>
          </a:p>
        </p:txBody>
      </p:sp>
      <p:sp>
        <p:nvSpPr>
          <p:cNvPr id="386" name="Google Shape;386;p33"/>
          <p:cNvSpPr/>
          <p:nvPr/>
        </p:nvSpPr>
        <p:spPr>
          <a:xfrm>
            <a:off x="3571350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Place your screenshot here</a:t>
            </a:r>
            <a:endParaRPr sz="1000">
              <a:solidFill>
                <a:srgbClr val="99999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388" name="Google Shape;388;p33"/>
          <p:cNvGrpSpPr/>
          <p:nvPr/>
        </p:nvGrpSpPr>
        <p:grpSpPr>
          <a:xfrm>
            <a:off x="3512225" y="373572"/>
            <a:ext cx="2119546" cy="4396359"/>
            <a:chOff x="2547150" y="238125"/>
            <a:chExt cx="2525675" cy="5238750"/>
          </a:xfrm>
        </p:grpSpPr>
        <p:sp>
          <p:nvSpPr>
            <p:cNvPr id="389" name="Google Shape;389;p33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" name="Google Shape;393;p33"/>
          <p:cNvSpPr txBox="1">
            <a:spLocks noGrp="1"/>
          </p:cNvSpPr>
          <p:nvPr>
            <p:ph type="body" idx="4294967295"/>
          </p:nvPr>
        </p:nvSpPr>
        <p:spPr>
          <a:xfrm>
            <a:off x="6262500" y="444300"/>
            <a:ext cx="21195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Show and explain your web, app or software projects using these gadget templates.</a:t>
            </a:r>
            <a:endParaRPr sz="120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8978EE2-9761-704D-BED4-F2274BC7FE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21</a:t>
            </a:fld>
            <a:endParaRPr lang="de-D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/>
          <p:nvPr/>
        </p:nvSpPr>
        <p:spPr>
          <a:xfrm>
            <a:off x="3268500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Place your screenshot here</a:t>
            </a:r>
            <a:endParaRPr sz="1000">
              <a:solidFill>
                <a:srgbClr val="99999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400" name="Google Shape;400;p34"/>
          <p:cNvGrpSpPr/>
          <p:nvPr/>
        </p:nvGrpSpPr>
        <p:grpSpPr>
          <a:xfrm>
            <a:off x="3203802" y="465959"/>
            <a:ext cx="2736410" cy="4222433"/>
            <a:chOff x="2112475" y="238125"/>
            <a:chExt cx="3395050" cy="5238750"/>
          </a:xfrm>
        </p:grpSpPr>
        <p:sp>
          <p:nvSpPr>
            <p:cNvPr id="401" name="Google Shape;401;p34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5" name="Google Shape;405;p34"/>
          <p:cNvSpPr txBox="1">
            <a:spLocks noGrp="1"/>
          </p:cNvSpPr>
          <p:nvPr>
            <p:ph type="body" idx="4294967295"/>
          </p:nvPr>
        </p:nvSpPr>
        <p:spPr>
          <a:xfrm>
            <a:off x="762000" y="444300"/>
            <a:ext cx="21195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>
                <a:latin typeface="Poppins"/>
                <a:ea typeface="Poppins"/>
                <a:cs typeface="Poppins"/>
                <a:sym typeface="Poppins"/>
              </a:rPr>
              <a:t>Tablet project</a:t>
            </a:r>
            <a:endParaRPr sz="3600"/>
          </a:p>
        </p:txBody>
      </p:sp>
      <p:sp>
        <p:nvSpPr>
          <p:cNvPr id="406" name="Google Shape;406;p34"/>
          <p:cNvSpPr txBox="1">
            <a:spLocks noGrp="1"/>
          </p:cNvSpPr>
          <p:nvPr>
            <p:ph type="body" idx="4294967295"/>
          </p:nvPr>
        </p:nvSpPr>
        <p:spPr>
          <a:xfrm>
            <a:off x="6262500" y="444300"/>
            <a:ext cx="21195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Show and explain your web, app or software projects using these gadget templates.</a:t>
            </a:r>
            <a:endParaRPr sz="120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09DE2C6-D9A9-7D4D-BF9B-695CC9483F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22</a:t>
            </a:fld>
            <a:endParaRPr lang="de-D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"/>
          <p:cNvSpPr/>
          <p:nvPr/>
        </p:nvSpPr>
        <p:spPr>
          <a:xfrm>
            <a:off x="2644425" y="1071107"/>
            <a:ext cx="3855147" cy="3001276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2805750" y="1230488"/>
            <a:ext cx="3532500" cy="22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Place your screenshot here</a:t>
            </a:r>
            <a:endParaRPr sz="1000">
              <a:solidFill>
                <a:srgbClr val="99999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14" name="Google Shape;414;p35"/>
          <p:cNvSpPr txBox="1">
            <a:spLocks noGrp="1"/>
          </p:cNvSpPr>
          <p:nvPr>
            <p:ph type="body" idx="4294967295"/>
          </p:nvPr>
        </p:nvSpPr>
        <p:spPr>
          <a:xfrm>
            <a:off x="403325" y="444300"/>
            <a:ext cx="21195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400" b="1">
                <a:latin typeface="Poppins"/>
                <a:ea typeface="Poppins"/>
                <a:cs typeface="Poppins"/>
                <a:sym typeface="Poppins"/>
              </a:rPr>
              <a:t>Desktop project</a:t>
            </a:r>
            <a:endParaRPr sz="3400"/>
          </a:p>
        </p:txBody>
      </p:sp>
      <p:sp>
        <p:nvSpPr>
          <p:cNvPr id="415" name="Google Shape;415;p35"/>
          <p:cNvSpPr txBox="1">
            <a:spLocks noGrp="1"/>
          </p:cNvSpPr>
          <p:nvPr>
            <p:ph type="body" idx="4294967295"/>
          </p:nvPr>
        </p:nvSpPr>
        <p:spPr>
          <a:xfrm>
            <a:off x="6621175" y="444300"/>
            <a:ext cx="2119500" cy="4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Show and explain your web, app or software projects using these gadget templates.</a:t>
            </a:r>
            <a:endParaRPr sz="120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76ECF63-03DB-4140-B26F-B408DA08C9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23</a:t>
            </a:fld>
            <a:endParaRPr lang="de-D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>
            <a:spLocks noGrp="1"/>
          </p:cNvSpPr>
          <p:nvPr>
            <p:ph type="ctrTitle" idx="4294967295"/>
          </p:nvPr>
        </p:nvSpPr>
        <p:spPr>
          <a:xfrm>
            <a:off x="2351788" y="1180487"/>
            <a:ext cx="4608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Thanks!</a:t>
            </a:r>
            <a:endParaRPr sz="8000"/>
          </a:p>
        </p:txBody>
      </p:sp>
      <p:sp>
        <p:nvSpPr>
          <p:cNvPr id="422" name="Google Shape;422;p3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</a:t>
            </a:r>
            <a:endParaRPr/>
          </a:p>
          <a:p>
            <a:pPr marL="457200" lvl="0" indent="-330200" algn="l" rtl="0">
              <a:spcBef>
                <a:spcPts val="600"/>
              </a:spcBef>
              <a:spcAft>
                <a:spcPts val="0"/>
              </a:spcAft>
              <a:buSzPts val="1600"/>
              <a:buChar char="￮"/>
            </a:pPr>
            <a:r>
              <a:rPr lang="en"/>
              <a:t>@username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￮"/>
            </a:pPr>
            <a:r>
              <a:rPr lang="en"/>
              <a:t>user@mail.me</a:t>
            </a:r>
            <a:endParaRPr/>
          </a:p>
        </p:txBody>
      </p:sp>
      <p:grpSp>
        <p:nvGrpSpPr>
          <p:cNvPr id="423" name="Google Shape;423;p36"/>
          <p:cNvGrpSpPr/>
          <p:nvPr/>
        </p:nvGrpSpPr>
        <p:grpSpPr>
          <a:xfrm>
            <a:off x="1812552" y="1460659"/>
            <a:ext cx="345971" cy="325505"/>
            <a:chOff x="5972700" y="2330200"/>
            <a:chExt cx="411625" cy="387275"/>
          </a:xfrm>
        </p:grpSpPr>
        <p:sp>
          <p:nvSpPr>
            <p:cNvPr id="424" name="Google Shape;424;p36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432C5F6-596F-FE4E-811B-BD3144C99F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24</a:t>
            </a:fld>
            <a:endParaRPr lang="de-D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431" name="Google Shape;431;p37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Special thanks to all the people who made and released these awesome resources for free: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￮"/>
            </a:pPr>
            <a:r>
              <a:rPr lang="en" sz="1800"/>
              <a:t>Presentation template by </a:t>
            </a:r>
            <a:r>
              <a:rPr lang="en" sz="1800" u="sng">
                <a:solidFill>
                  <a:srgbClr val="000000"/>
                </a:solidFill>
                <a:hlinkClick r:id="rId3"/>
              </a:rPr>
              <a:t>SlidesCarnival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￮"/>
            </a:pPr>
            <a:r>
              <a:rPr lang="en" sz="1800"/>
              <a:t>Photographs by </a:t>
            </a:r>
            <a:r>
              <a:rPr lang="en" sz="1800" u="sng">
                <a:solidFill>
                  <a:srgbClr val="000000"/>
                </a:solidFill>
                <a:hlinkClick r:id="rId4"/>
              </a:rPr>
              <a:t>Unsplash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7253423" y="2000860"/>
            <a:ext cx="1272074" cy="1141889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AAE1889-A23F-4841-8E65-0EF4842109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25</a:t>
            </a:fld>
            <a:endParaRPr lang="de-D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439" name="Google Shape;439;p38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This presentation uses the following typographies: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￮"/>
            </a:pPr>
            <a:r>
              <a:rPr lang="en" sz="1400">
                <a:solidFill>
                  <a:srgbClr val="000000"/>
                </a:solidFill>
              </a:rPr>
              <a:t>Titles: Poppins Bold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￮"/>
            </a:pPr>
            <a:r>
              <a:rPr lang="en" sz="1400">
                <a:solidFill>
                  <a:srgbClr val="000000"/>
                </a:solidFill>
              </a:rPr>
              <a:t>Body copy: Poppins Light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You can download the fonts at: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000000"/>
                </a:solidFill>
                <a:hlinkClick r:id="rId3"/>
              </a:rPr>
              <a:t>https://www.fontsquirrel.com/fonts/poppins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440" name="Google Shape;440;p38"/>
          <p:cNvSpPr txBox="1"/>
          <p:nvPr/>
        </p:nvSpPr>
        <p:spPr>
          <a:xfrm>
            <a:off x="1069625" y="4019250"/>
            <a:ext cx="46080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442" name="Google Shape;442;p38"/>
          <p:cNvGrpSpPr/>
          <p:nvPr/>
        </p:nvGrpSpPr>
        <p:grpSpPr>
          <a:xfrm>
            <a:off x="7075309" y="1848466"/>
            <a:ext cx="1628291" cy="1446665"/>
            <a:chOff x="5292575" y="3681900"/>
            <a:chExt cx="420150" cy="373275"/>
          </a:xfrm>
        </p:grpSpPr>
        <p:sp>
          <p:nvSpPr>
            <p:cNvPr id="443" name="Google Shape;443;p38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l" t="t" r="r" b="b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8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l" t="t" r="r" b="b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l" t="t" r="r" b="b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l" t="t" r="r" b="b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l" t="t" r="r" b="b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l" t="t" r="r" b="b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F3C3587-52E8-834F-95A1-B038E17B4C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26</a:t>
            </a:fld>
            <a:endParaRPr lang="de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"/>
          <p:cNvSpPr txBox="1"/>
          <p:nvPr/>
        </p:nvSpPr>
        <p:spPr>
          <a:xfrm>
            <a:off x="6248575" y="3120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SlidesCarnival icons are editable shapes. </a:t>
            </a:r>
            <a:endParaRPr sz="9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means that you can:</a:t>
            </a:r>
            <a:endParaRPr sz="9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 Light"/>
              <a:buChar char="●"/>
            </a:pPr>
            <a:r>
              <a:rPr lang="en"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Resize them without losing quality.</a:t>
            </a:r>
            <a:endParaRPr sz="9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 Light"/>
              <a:buChar char="●"/>
            </a:pPr>
            <a:r>
              <a:rPr lang="en"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Change line color, width and style</a:t>
            </a:r>
            <a:r>
              <a:rPr lang="en" sz="900"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9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 Light"/>
                <a:ea typeface="Poppins Light"/>
                <a:cs typeface="Poppins Light"/>
                <a:sym typeface="Poppins Light"/>
              </a:rPr>
              <a:t>Isn’t that nice? :)</a:t>
            </a:r>
            <a:endParaRPr sz="9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 Light"/>
                <a:ea typeface="Poppins Light"/>
                <a:cs typeface="Poppins Light"/>
                <a:sym typeface="Poppins Light"/>
              </a:rPr>
              <a:t>Examples:</a:t>
            </a:r>
            <a:endParaRPr sz="9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455" name="Google Shape;455;p39"/>
          <p:cNvGrpSpPr/>
          <p:nvPr/>
        </p:nvGrpSpPr>
        <p:grpSpPr>
          <a:xfrm>
            <a:off x="348747" y="333019"/>
            <a:ext cx="342903" cy="447293"/>
            <a:chOff x="590250" y="244200"/>
            <a:chExt cx="407975" cy="532175"/>
          </a:xfrm>
        </p:grpSpPr>
        <p:sp>
          <p:nvSpPr>
            <p:cNvPr id="456" name="Google Shape;456;p39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39"/>
          <p:cNvGrpSpPr/>
          <p:nvPr/>
        </p:nvGrpSpPr>
        <p:grpSpPr>
          <a:xfrm>
            <a:off x="901439" y="399041"/>
            <a:ext cx="372594" cy="310144"/>
            <a:chOff x="1247825" y="322750"/>
            <a:chExt cx="443300" cy="369000"/>
          </a:xfrm>
        </p:grpSpPr>
        <p:sp>
          <p:nvSpPr>
            <p:cNvPr id="471" name="Google Shape;471;p39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9"/>
          <p:cNvGrpSpPr/>
          <p:nvPr/>
        </p:nvGrpSpPr>
        <p:grpSpPr>
          <a:xfrm>
            <a:off x="1474618" y="397507"/>
            <a:ext cx="356204" cy="313212"/>
            <a:chOff x="1929775" y="320925"/>
            <a:chExt cx="423800" cy="372650"/>
          </a:xfrm>
        </p:grpSpPr>
        <p:sp>
          <p:nvSpPr>
            <p:cNvPr id="477" name="Google Shape;477;p39"/>
            <p:cNvSpPr/>
            <p:nvPr/>
          </p:nvSpPr>
          <p:spPr>
            <a:xfrm>
              <a:off x="1929775" y="320925"/>
              <a:ext cx="423800" cy="372650"/>
            </a:xfrm>
            <a:custGeom>
              <a:avLst/>
              <a:gdLst/>
              <a:ahLst/>
              <a:cxnLst/>
              <a:rect l="l" t="t" r="r" b="b"/>
              <a:pathLst>
                <a:path w="16952" h="14906" fill="none" extrusionOk="0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1954125" y="345275"/>
              <a:ext cx="375100" cy="323950"/>
            </a:xfrm>
            <a:custGeom>
              <a:avLst/>
              <a:gdLst/>
              <a:ahLst/>
              <a:cxnLst/>
              <a:rect l="l" t="t" r="r" b="b"/>
              <a:pathLst>
                <a:path w="15004" h="12958" fill="none" extrusionOk="0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2162375" y="534625"/>
              <a:ext cx="146750" cy="113275"/>
            </a:xfrm>
            <a:custGeom>
              <a:avLst/>
              <a:gdLst/>
              <a:ahLst/>
              <a:cxnLst/>
              <a:rect l="l" t="t" r="r" b="b"/>
              <a:pathLst>
                <a:path w="5870" h="4531" fill="none" extrusionOk="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1974225" y="468875"/>
              <a:ext cx="232600" cy="179025"/>
            </a:xfrm>
            <a:custGeom>
              <a:avLst/>
              <a:gdLst/>
              <a:ahLst/>
              <a:cxnLst/>
              <a:rect l="l" t="t" r="r" b="b"/>
              <a:pathLst>
                <a:path w="9304" h="7161" fill="none" extrusionOk="0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2169675" y="396425"/>
              <a:ext cx="97450" cy="97450"/>
            </a:xfrm>
            <a:custGeom>
              <a:avLst/>
              <a:gdLst/>
              <a:ahLst/>
              <a:cxnLst/>
              <a:rect l="l" t="t" r="r" b="b"/>
              <a:pathLst>
                <a:path w="3898" h="3898" fill="none" extrusionOk="0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39"/>
          <p:cNvSpPr/>
          <p:nvPr/>
        </p:nvSpPr>
        <p:spPr>
          <a:xfrm>
            <a:off x="2071920" y="386254"/>
            <a:ext cx="291717" cy="335738"/>
          </a:xfrm>
          <a:custGeom>
            <a:avLst/>
            <a:gdLst/>
            <a:ahLst/>
            <a:cxnLst/>
            <a:rect l="l" t="t" r="r" b="b"/>
            <a:pathLst>
              <a:path w="13883" h="15978" fill="none" extrusionOk="0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9"/>
          <p:cNvSpPr/>
          <p:nvPr/>
        </p:nvSpPr>
        <p:spPr>
          <a:xfrm>
            <a:off x="2656888" y="387284"/>
            <a:ext cx="251793" cy="333678"/>
          </a:xfrm>
          <a:custGeom>
            <a:avLst/>
            <a:gdLst/>
            <a:ahLst/>
            <a:cxnLst/>
            <a:rect l="l" t="t" r="r" b="b"/>
            <a:pathLst>
              <a:path w="11983" h="15880" fill="none" extrusionOk="0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9"/>
          <p:cNvGrpSpPr/>
          <p:nvPr/>
        </p:nvGrpSpPr>
        <p:grpSpPr>
          <a:xfrm>
            <a:off x="3744262" y="362185"/>
            <a:ext cx="336767" cy="383835"/>
            <a:chOff x="4630125" y="278900"/>
            <a:chExt cx="400675" cy="456675"/>
          </a:xfrm>
        </p:grpSpPr>
        <p:sp>
          <p:nvSpPr>
            <p:cNvPr id="485" name="Google Shape;485;p39"/>
            <p:cNvSpPr/>
            <p:nvPr/>
          </p:nvSpPr>
          <p:spPr>
            <a:xfrm>
              <a:off x="4659350" y="3288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4630125" y="4524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4808525" y="278900"/>
              <a:ext cx="43875" cy="49950"/>
            </a:xfrm>
            <a:custGeom>
              <a:avLst/>
              <a:gdLst/>
              <a:ahLst/>
              <a:cxnLst/>
              <a:rect l="l" t="t" r="r" b="b"/>
              <a:pathLst>
                <a:path w="1755" h="1998" fill="none" extrusionOk="0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4808525" y="549250"/>
              <a:ext cx="43875" cy="186325"/>
            </a:xfrm>
            <a:custGeom>
              <a:avLst/>
              <a:gdLst/>
              <a:ahLst/>
              <a:cxnLst/>
              <a:rect l="l" t="t" r="r" b="b"/>
              <a:pathLst>
                <a:path w="1755" h="7453" fill="none" extrusionOk="0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9"/>
          <p:cNvSpPr/>
          <p:nvPr/>
        </p:nvSpPr>
        <p:spPr>
          <a:xfrm>
            <a:off x="4284851" y="385750"/>
            <a:ext cx="385895" cy="336746"/>
          </a:xfrm>
          <a:custGeom>
            <a:avLst/>
            <a:gdLst/>
            <a:ahLst/>
            <a:cxnLst/>
            <a:rect l="l" t="t" r="r" b="b"/>
            <a:pathLst>
              <a:path w="18365" h="16026" fill="none" extrusionOk="0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0" name="Google Shape;490;p39"/>
          <p:cNvGrpSpPr/>
          <p:nvPr/>
        </p:nvGrpSpPr>
        <p:grpSpPr>
          <a:xfrm>
            <a:off x="353874" y="908741"/>
            <a:ext cx="342882" cy="418128"/>
            <a:chOff x="596350" y="929175"/>
            <a:chExt cx="407950" cy="497475"/>
          </a:xfrm>
        </p:grpSpPr>
        <p:sp>
          <p:nvSpPr>
            <p:cNvPr id="491" name="Google Shape;491;p3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39"/>
          <p:cNvGrpSpPr/>
          <p:nvPr/>
        </p:nvGrpSpPr>
        <p:grpSpPr>
          <a:xfrm>
            <a:off x="1478190" y="969656"/>
            <a:ext cx="349060" cy="298882"/>
            <a:chOff x="1934025" y="1001650"/>
            <a:chExt cx="415300" cy="355600"/>
          </a:xfrm>
        </p:grpSpPr>
        <p:sp>
          <p:nvSpPr>
            <p:cNvPr id="499" name="Google Shape;499;p39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l" t="t" r="r" b="b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l" t="t" r="r" b="b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l" t="t" r="r" b="b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l" t="t" r="r" b="b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" name="Google Shape;503;p39"/>
          <p:cNvSpPr/>
          <p:nvPr/>
        </p:nvSpPr>
        <p:spPr>
          <a:xfrm>
            <a:off x="2042249" y="944598"/>
            <a:ext cx="351077" cy="349039"/>
          </a:xfrm>
          <a:custGeom>
            <a:avLst/>
            <a:gdLst/>
            <a:ahLst/>
            <a:cxnLst/>
            <a:rect l="l" t="t" r="r" b="b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9"/>
          <p:cNvSpPr/>
          <p:nvPr/>
        </p:nvSpPr>
        <p:spPr>
          <a:xfrm>
            <a:off x="2607759" y="961997"/>
            <a:ext cx="350068" cy="314242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9"/>
          <p:cNvSpPr/>
          <p:nvPr/>
        </p:nvSpPr>
        <p:spPr>
          <a:xfrm>
            <a:off x="3177871" y="964561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9"/>
          <p:cNvSpPr/>
          <p:nvPr/>
        </p:nvSpPr>
        <p:spPr>
          <a:xfrm>
            <a:off x="3754139" y="967629"/>
            <a:ext cx="317310" cy="30297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39"/>
          <p:cNvGrpSpPr/>
          <p:nvPr/>
        </p:nvGrpSpPr>
        <p:grpSpPr>
          <a:xfrm>
            <a:off x="4302585" y="947131"/>
            <a:ext cx="350068" cy="350573"/>
            <a:chOff x="5294400" y="974850"/>
            <a:chExt cx="416500" cy="417100"/>
          </a:xfrm>
        </p:grpSpPr>
        <p:sp>
          <p:nvSpPr>
            <p:cNvPr id="508" name="Google Shape;508;p39"/>
            <p:cNvSpPr/>
            <p:nvPr/>
          </p:nvSpPr>
          <p:spPr>
            <a:xfrm>
              <a:off x="5325450" y="997975"/>
              <a:ext cx="151650" cy="154700"/>
            </a:xfrm>
            <a:custGeom>
              <a:avLst/>
              <a:gdLst/>
              <a:ahLst/>
              <a:cxnLst/>
              <a:rect l="l" t="t" r="r" b="b"/>
              <a:pathLst>
                <a:path w="6066" h="6188" fill="none" extrusionOk="0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5294400" y="974850"/>
              <a:ext cx="416500" cy="417100"/>
            </a:xfrm>
            <a:custGeom>
              <a:avLst/>
              <a:gdLst/>
              <a:ahLst/>
              <a:cxnLst/>
              <a:rect l="l" t="t" r="r" b="b"/>
              <a:pathLst>
                <a:path w="16660" h="16684" fill="none" extrusionOk="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" name="Google Shape;510;p39"/>
          <p:cNvGrpSpPr/>
          <p:nvPr/>
        </p:nvGrpSpPr>
        <p:grpSpPr>
          <a:xfrm>
            <a:off x="4825607" y="907732"/>
            <a:ext cx="433992" cy="422729"/>
            <a:chOff x="5916675" y="927975"/>
            <a:chExt cx="516350" cy="502950"/>
          </a:xfrm>
        </p:grpSpPr>
        <p:sp>
          <p:nvSpPr>
            <p:cNvPr id="511" name="Google Shape;511;p39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39"/>
          <p:cNvGrpSpPr/>
          <p:nvPr/>
        </p:nvGrpSpPr>
        <p:grpSpPr>
          <a:xfrm>
            <a:off x="327251" y="1557145"/>
            <a:ext cx="391001" cy="264085"/>
            <a:chOff x="564675" y="1700625"/>
            <a:chExt cx="465200" cy="314200"/>
          </a:xfrm>
        </p:grpSpPr>
        <p:sp>
          <p:nvSpPr>
            <p:cNvPr id="514" name="Google Shape;514;p39"/>
            <p:cNvSpPr/>
            <p:nvPr/>
          </p:nvSpPr>
          <p:spPr>
            <a:xfrm>
              <a:off x="564675" y="1700625"/>
              <a:ext cx="465200" cy="29250"/>
            </a:xfrm>
            <a:custGeom>
              <a:avLst/>
              <a:gdLst/>
              <a:ahLst/>
              <a:cxnLst/>
              <a:rect l="l" t="t" r="r" b="b"/>
              <a:pathLst>
                <a:path w="18608" h="1170" fill="none" extrusionOk="0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564675" y="1732300"/>
              <a:ext cx="465200" cy="272175"/>
            </a:xfrm>
            <a:custGeom>
              <a:avLst/>
              <a:gdLst/>
              <a:ahLst/>
              <a:cxnLst/>
              <a:rect l="l" t="t" r="r" b="b"/>
              <a:pathLst>
                <a:path w="18608" h="10887" fill="none" extrusionOk="0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572600" y="201420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9"/>
          <p:cNvGrpSpPr/>
          <p:nvPr/>
        </p:nvGrpSpPr>
        <p:grpSpPr>
          <a:xfrm>
            <a:off x="892235" y="1492657"/>
            <a:ext cx="391001" cy="382827"/>
            <a:chOff x="1236875" y="1623900"/>
            <a:chExt cx="465200" cy="455475"/>
          </a:xfrm>
        </p:grpSpPr>
        <p:sp>
          <p:nvSpPr>
            <p:cNvPr id="518" name="Google Shape;518;p39"/>
            <p:cNvSpPr/>
            <p:nvPr/>
          </p:nvSpPr>
          <p:spPr>
            <a:xfrm>
              <a:off x="1236875" y="1623900"/>
              <a:ext cx="465200" cy="445125"/>
            </a:xfrm>
            <a:custGeom>
              <a:avLst/>
              <a:gdLst/>
              <a:ahLst/>
              <a:cxnLst/>
              <a:rect l="l" t="t" r="r" b="b"/>
              <a:pathLst>
                <a:path w="18608" h="17805" fill="none" extrusionOk="0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1244800" y="207875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1236875" y="1791950"/>
              <a:ext cx="465200" cy="171725"/>
            </a:xfrm>
            <a:custGeom>
              <a:avLst/>
              <a:gdLst/>
              <a:ahLst/>
              <a:cxnLst/>
              <a:rect l="l" t="t" r="r" b="b"/>
              <a:pathLst>
                <a:path w="18608" h="6869" fill="none" extrusionOk="0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9"/>
            <p:cNvSpPr/>
            <p:nvPr/>
          </p:nvSpPr>
          <p:spPr>
            <a:xfrm>
              <a:off x="1330025" y="1750550"/>
              <a:ext cx="278900" cy="110850"/>
            </a:xfrm>
            <a:custGeom>
              <a:avLst/>
              <a:gdLst/>
              <a:ahLst/>
              <a:cxnLst/>
              <a:rect l="l" t="t" r="r" b="b"/>
              <a:pathLst>
                <a:path w="11156" h="4434" fill="none" extrusionOk="0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1402500" y="18102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1402500" y="18443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1402500" y="1878425"/>
              <a:ext cx="85250" cy="25"/>
            </a:xfrm>
            <a:custGeom>
              <a:avLst/>
              <a:gdLst/>
              <a:ahLst/>
              <a:cxnLst/>
              <a:rect l="l" t="t" r="r" b="b"/>
              <a:pathLst>
                <a:path w="3410" h="1" fill="none" extrusionOk="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39"/>
          <p:cNvGrpSpPr/>
          <p:nvPr/>
        </p:nvGrpSpPr>
        <p:grpSpPr>
          <a:xfrm>
            <a:off x="1469490" y="1500852"/>
            <a:ext cx="366458" cy="366437"/>
            <a:chOff x="1923675" y="1633650"/>
            <a:chExt cx="436000" cy="435975"/>
          </a:xfrm>
        </p:grpSpPr>
        <p:sp>
          <p:nvSpPr>
            <p:cNvPr id="526" name="Google Shape;526;p39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9"/>
          <p:cNvGrpSpPr/>
          <p:nvPr/>
        </p:nvGrpSpPr>
        <p:grpSpPr>
          <a:xfrm>
            <a:off x="2032941" y="1499318"/>
            <a:ext cx="369505" cy="369505"/>
            <a:chOff x="2594050" y="1631825"/>
            <a:chExt cx="439625" cy="439625"/>
          </a:xfrm>
        </p:grpSpPr>
        <p:sp>
          <p:nvSpPr>
            <p:cNvPr id="533" name="Google Shape;533;p3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7" name="Google Shape;537;p39"/>
          <p:cNvSpPr/>
          <p:nvPr/>
        </p:nvSpPr>
        <p:spPr>
          <a:xfrm>
            <a:off x="2614399" y="1515740"/>
            <a:ext cx="336767" cy="336767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9"/>
          <p:cNvGrpSpPr/>
          <p:nvPr/>
        </p:nvGrpSpPr>
        <p:grpSpPr>
          <a:xfrm>
            <a:off x="3197706" y="1471687"/>
            <a:ext cx="299911" cy="424768"/>
            <a:chOff x="3979850" y="1598950"/>
            <a:chExt cx="356825" cy="505375"/>
          </a:xfrm>
        </p:grpSpPr>
        <p:sp>
          <p:nvSpPr>
            <p:cNvPr id="539" name="Google Shape;539;p39"/>
            <p:cNvSpPr/>
            <p:nvPr/>
          </p:nvSpPr>
          <p:spPr>
            <a:xfrm>
              <a:off x="3979850" y="1602600"/>
              <a:ext cx="44475" cy="501725"/>
            </a:xfrm>
            <a:custGeom>
              <a:avLst/>
              <a:gdLst/>
              <a:ahLst/>
              <a:cxnLst/>
              <a:rect l="l" t="t" r="r" b="b"/>
              <a:pathLst>
                <a:path w="1779" h="20069" fill="none" extrusionOk="0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4037075" y="1598950"/>
              <a:ext cx="299600" cy="228950"/>
            </a:xfrm>
            <a:custGeom>
              <a:avLst/>
              <a:gdLst/>
              <a:ahLst/>
              <a:cxnLst/>
              <a:rect l="l" t="t" r="r" b="b"/>
              <a:pathLst>
                <a:path w="11984" h="9158" fill="none" extrusionOk="0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715096" y="1562776"/>
            <a:ext cx="395098" cy="242589"/>
            <a:chOff x="4595425" y="1707325"/>
            <a:chExt cx="470075" cy="288625"/>
          </a:xfrm>
        </p:grpSpPr>
        <p:sp>
          <p:nvSpPr>
            <p:cNvPr id="542" name="Google Shape;542;p39"/>
            <p:cNvSpPr/>
            <p:nvPr/>
          </p:nvSpPr>
          <p:spPr>
            <a:xfrm>
              <a:off x="4809750" y="17073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502407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4628900" y="1760300"/>
              <a:ext cx="403100" cy="177825"/>
            </a:xfrm>
            <a:custGeom>
              <a:avLst/>
              <a:gdLst/>
              <a:ahLst/>
              <a:cxnLst/>
              <a:rect l="l" t="t" r="r" b="b"/>
              <a:pathLst>
                <a:path w="16124" h="7113" fill="none" extrusionOk="0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459542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4667275" y="1951475"/>
              <a:ext cx="326375" cy="44475"/>
            </a:xfrm>
            <a:custGeom>
              <a:avLst/>
              <a:gdLst/>
              <a:ahLst/>
              <a:cxnLst/>
              <a:rect l="l" t="t" r="r" b="b"/>
              <a:pathLst>
                <a:path w="13055" h="1779" fill="none" extrusionOk="0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39"/>
          <p:cNvGrpSpPr/>
          <p:nvPr/>
        </p:nvGrpSpPr>
        <p:grpSpPr>
          <a:xfrm>
            <a:off x="4299013" y="1503416"/>
            <a:ext cx="357234" cy="361310"/>
            <a:chOff x="5290150" y="1636700"/>
            <a:chExt cx="425025" cy="429875"/>
          </a:xfrm>
        </p:grpSpPr>
        <p:sp>
          <p:nvSpPr>
            <p:cNvPr id="548" name="Google Shape;548;p39"/>
            <p:cNvSpPr/>
            <p:nvPr/>
          </p:nvSpPr>
          <p:spPr>
            <a:xfrm>
              <a:off x="5396700" y="1939925"/>
              <a:ext cx="211900" cy="126650"/>
            </a:xfrm>
            <a:custGeom>
              <a:avLst/>
              <a:gdLst/>
              <a:ahLst/>
              <a:cxnLst/>
              <a:rect l="l" t="t" r="r" b="b"/>
              <a:pathLst>
                <a:path w="8476" h="5066" fill="none" extrusionOk="0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5290150" y="1636700"/>
              <a:ext cx="425025" cy="294100"/>
            </a:xfrm>
            <a:custGeom>
              <a:avLst/>
              <a:gdLst/>
              <a:ahLst/>
              <a:cxnLst/>
              <a:rect l="l" t="t" r="r" b="b"/>
              <a:pathLst>
                <a:path w="17001" h="11764" fill="none" extrusionOk="0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39"/>
          <p:cNvGrpSpPr/>
          <p:nvPr/>
        </p:nvGrpSpPr>
        <p:grpSpPr>
          <a:xfrm>
            <a:off x="4862967" y="1492657"/>
            <a:ext cx="359272" cy="376691"/>
            <a:chOff x="5961125" y="1623900"/>
            <a:chExt cx="427450" cy="448175"/>
          </a:xfrm>
        </p:grpSpPr>
        <p:sp>
          <p:nvSpPr>
            <p:cNvPr id="551" name="Google Shape;551;p39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39"/>
          <p:cNvGrpSpPr/>
          <p:nvPr/>
        </p:nvGrpSpPr>
        <p:grpSpPr>
          <a:xfrm>
            <a:off x="5415659" y="1502386"/>
            <a:ext cx="383835" cy="363369"/>
            <a:chOff x="6618700" y="1635475"/>
            <a:chExt cx="456675" cy="432325"/>
          </a:xfrm>
        </p:grpSpPr>
        <p:sp>
          <p:nvSpPr>
            <p:cNvPr id="559" name="Google Shape;559;p39"/>
            <p:cNvSpPr/>
            <p:nvPr/>
          </p:nvSpPr>
          <p:spPr>
            <a:xfrm>
              <a:off x="6663775" y="1904000"/>
              <a:ext cx="117525" cy="163800"/>
            </a:xfrm>
            <a:custGeom>
              <a:avLst/>
              <a:gdLst/>
              <a:ahLst/>
              <a:cxnLst/>
              <a:rect l="l" t="t" r="r" b="b"/>
              <a:pathLst>
                <a:path w="4701" h="6552" fill="none" extrusionOk="0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7046125" y="1775525"/>
              <a:ext cx="29250" cy="99275"/>
            </a:xfrm>
            <a:custGeom>
              <a:avLst/>
              <a:gdLst/>
              <a:ahLst/>
              <a:cxnLst/>
              <a:rect l="l" t="t" r="r" b="b"/>
              <a:pathLst>
                <a:path w="1170" h="3971" fill="none" extrusionOk="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6618700" y="1751775"/>
              <a:ext cx="96850" cy="146750"/>
            </a:xfrm>
            <a:custGeom>
              <a:avLst/>
              <a:gdLst/>
              <a:ahLst/>
              <a:cxnLst/>
              <a:rect l="l" t="t" r="r" b="b"/>
              <a:pathLst>
                <a:path w="3874" h="5870" fill="none" extrusionOk="0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9"/>
            <p:cNvSpPr/>
            <p:nvPr/>
          </p:nvSpPr>
          <p:spPr>
            <a:xfrm>
              <a:off x="6721600" y="1660450"/>
              <a:ext cx="278900" cy="329425"/>
            </a:xfrm>
            <a:custGeom>
              <a:avLst/>
              <a:gdLst/>
              <a:ahLst/>
              <a:cxnLst/>
              <a:rect l="l" t="t" r="r" b="b"/>
              <a:pathLst>
                <a:path w="11156" h="13177" fill="none" extrusionOk="0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9"/>
            <p:cNvSpPr/>
            <p:nvPr/>
          </p:nvSpPr>
          <p:spPr>
            <a:xfrm>
              <a:off x="7006550" y="1635475"/>
              <a:ext cx="34750" cy="378750"/>
            </a:xfrm>
            <a:custGeom>
              <a:avLst/>
              <a:gdLst/>
              <a:ahLst/>
              <a:cxnLst/>
              <a:rect l="l" t="t" r="r" b="b"/>
              <a:pathLst>
                <a:path w="1390" h="15150" fill="none" extrusionOk="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39"/>
          <p:cNvGrpSpPr/>
          <p:nvPr/>
        </p:nvGrpSpPr>
        <p:grpSpPr>
          <a:xfrm>
            <a:off x="370747" y="2085798"/>
            <a:ext cx="304009" cy="326513"/>
            <a:chOff x="616425" y="2329600"/>
            <a:chExt cx="361700" cy="388475"/>
          </a:xfrm>
        </p:grpSpPr>
        <p:sp>
          <p:nvSpPr>
            <p:cNvPr id="565" name="Google Shape;565;p39"/>
            <p:cNvSpPr/>
            <p:nvPr/>
          </p:nvSpPr>
          <p:spPr>
            <a:xfrm>
              <a:off x="616425" y="2329600"/>
              <a:ext cx="361700" cy="388475"/>
            </a:xfrm>
            <a:custGeom>
              <a:avLst/>
              <a:gdLst/>
              <a:ahLst/>
              <a:cxnLst/>
              <a:rect l="l" t="t" r="r" b="b"/>
              <a:pathLst>
                <a:path w="14468" h="15539" fill="none" extrusionOk="0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9"/>
            <p:cNvSpPr/>
            <p:nvPr/>
          </p:nvSpPr>
          <p:spPr>
            <a:xfrm>
              <a:off x="704725" y="2545750"/>
              <a:ext cx="185125" cy="25"/>
            </a:xfrm>
            <a:custGeom>
              <a:avLst/>
              <a:gdLst/>
              <a:ahLst/>
              <a:cxnLst/>
              <a:rect l="l" t="t" r="r" b="b"/>
              <a:pathLst>
                <a:path w="7405" h="1" fill="none" extrusionOk="0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811875" y="2626125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751000" y="2568275"/>
              <a:ext cx="54200" cy="53600"/>
            </a:xfrm>
            <a:custGeom>
              <a:avLst/>
              <a:gdLst/>
              <a:ahLst/>
              <a:cxnLst/>
              <a:rect l="l" t="t" r="r" b="b"/>
              <a:pathLst>
                <a:path w="2168" h="2144" fill="none" extrusionOk="0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9"/>
            <p:cNvSpPr/>
            <p:nvPr/>
          </p:nvSpPr>
          <p:spPr>
            <a:xfrm>
              <a:off x="769875" y="2662650"/>
              <a:ext cx="23775" cy="23775"/>
            </a:xfrm>
            <a:custGeom>
              <a:avLst/>
              <a:gdLst/>
              <a:ahLst/>
              <a:cxnLst/>
              <a:rect l="l" t="t" r="r" b="b"/>
              <a:pathLst>
                <a:path w="951" h="951" fill="none" extrusionOk="0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9"/>
            <p:cNvSpPr/>
            <p:nvPr/>
          </p:nvSpPr>
          <p:spPr>
            <a:xfrm>
              <a:off x="799700" y="2503125"/>
              <a:ext cx="24375" cy="23775"/>
            </a:xfrm>
            <a:custGeom>
              <a:avLst/>
              <a:gdLst/>
              <a:ahLst/>
              <a:cxnLst/>
              <a:rect l="l" t="t" r="r" b="b"/>
              <a:pathLst>
                <a:path w="975" h="951" fill="none" extrusionOk="0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766825" y="2388050"/>
              <a:ext cx="60925" cy="25"/>
            </a:xfrm>
            <a:custGeom>
              <a:avLst/>
              <a:gdLst/>
              <a:ahLst/>
              <a:cxnLst/>
              <a:rect l="l" t="t" r="r" b="b"/>
              <a:pathLst>
                <a:path w="2437" h="1" fill="none" extrusionOk="0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9"/>
            <p:cNvSpPr/>
            <p:nvPr/>
          </p:nvSpPr>
          <p:spPr>
            <a:xfrm>
              <a:off x="769875" y="2456250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39"/>
          <p:cNvGrpSpPr/>
          <p:nvPr/>
        </p:nvGrpSpPr>
        <p:grpSpPr>
          <a:xfrm>
            <a:off x="927557" y="2088866"/>
            <a:ext cx="320378" cy="320378"/>
            <a:chOff x="1278900" y="2333250"/>
            <a:chExt cx="381175" cy="381175"/>
          </a:xfrm>
        </p:grpSpPr>
        <p:sp>
          <p:nvSpPr>
            <p:cNvPr id="574" name="Google Shape;574;p39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9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9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39"/>
          <p:cNvGrpSpPr/>
          <p:nvPr/>
        </p:nvGrpSpPr>
        <p:grpSpPr>
          <a:xfrm>
            <a:off x="1492520" y="2088866"/>
            <a:ext cx="320399" cy="320378"/>
            <a:chOff x="1951075" y="2333250"/>
            <a:chExt cx="381200" cy="381175"/>
          </a:xfrm>
        </p:grpSpPr>
        <p:sp>
          <p:nvSpPr>
            <p:cNvPr id="579" name="Google Shape;579;p39"/>
            <p:cNvSpPr/>
            <p:nvPr/>
          </p:nvSpPr>
          <p:spPr>
            <a:xfrm>
              <a:off x="1951075" y="2333250"/>
              <a:ext cx="381200" cy="381175"/>
            </a:xfrm>
            <a:custGeom>
              <a:avLst/>
              <a:gdLst/>
              <a:ahLst/>
              <a:cxnLst/>
              <a:rect l="l" t="t" r="r" b="b"/>
              <a:pathLst>
                <a:path w="15248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9"/>
            <p:cNvSpPr/>
            <p:nvPr/>
          </p:nvSpPr>
          <p:spPr>
            <a:xfrm>
              <a:off x="21976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9"/>
            <p:cNvSpPr/>
            <p:nvPr/>
          </p:nvSpPr>
          <p:spPr>
            <a:xfrm>
              <a:off x="20418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2041800" y="2584100"/>
              <a:ext cx="199750" cy="41425"/>
            </a:xfrm>
            <a:custGeom>
              <a:avLst/>
              <a:gdLst/>
              <a:ahLst/>
              <a:cxnLst/>
              <a:rect l="l" t="t" r="r" b="b"/>
              <a:pathLst>
                <a:path w="7990" h="1657" fill="none" extrusionOk="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9"/>
          <p:cNvGrpSpPr/>
          <p:nvPr/>
        </p:nvGrpSpPr>
        <p:grpSpPr>
          <a:xfrm>
            <a:off x="2057504" y="2088866"/>
            <a:ext cx="320378" cy="320378"/>
            <a:chOff x="2623275" y="2333250"/>
            <a:chExt cx="381175" cy="381175"/>
          </a:xfrm>
        </p:grpSpPr>
        <p:sp>
          <p:nvSpPr>
            <p:cNvPr id="584" name="Google Shape;584;p39"/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l" t="t" r="r" b="b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8" name="Google Shape;588;p39"/>
          <p:cNvGrpSpPr/>
          <p:nvPr/>
        </p:nvGrpSpPr>
        <p:grpSpPr>
          <a:xfrm>
            <a:off x="2697209" y="2033603"/>
            <a:ext cx="170937" cy="426827"/>
            <a:chOff x="3384375" y="2267500"/>
            <a:chExt cx="203375" cy="507825"/>
          </a:xfrm>
        </p:grpSpPr>
        <p:sp>
          <p:nvSpPr>
            <p:cNvPr id="589" name="Google Shape;589;p39"/>
            <p:cNvSpPr/>
            <p:nvPr/>
          </p:nvSpPr>
          <p:spPr>
            <a:xfrm>
              <a:off x="3384375" y="2373425"/>
              <a:ext cx="203375" cy="401900"/>
            </a:xfrm>
            <a:custGeom>
              <a:avLst/>
              <a:gdLst/>
              <a:ahLst/>
              <a:cxnLst/>
              <a:rect l="l" t="t" r="r" b="b"/>
              <a:pathLst>
                <a:path w="8135" h="16076" fill="none" extrusionOk="0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3443425" y="2267500"/>
              <a:ext cx="85275" cy="93775"/>
            </a:xfrm>
            <a:custGeom>
              <a:avLst/>
              <a:gdLst/>
              <a:ahLst/>
              <a:cxnLst/>
              <a:rect l="l" t="t" r="r" b="b"/>
              <a:pathLst>
                <a:path w="3411" h="3751" fill="none" extrusionOk="0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39"/>
          <p:cNvGrpSpPr/>
          <p:nvPr/>
        </p:nvGrpSpPr>
        <p:grpSpPr>
          <a:xfrm>
            <a:off x="3842516" y="2087836"/>
            <a:ext cx="140237" cy="318339"/>
            <a:chOff x="4747025" y="2332025"/>
            <a:chExt cx="166850" cy="378750"/>
          </a:xfrm>
        </p:grpSpPr>
        <p:sp>
          <p:nvSpPr>
            <p:cNvPr id="592" name="Google Shape;592;p39"/>
            <p:cNvSpPr/>
            <p:nvPr/>
          </p:nvSpPr>
          <p:spPr>
            <a:xfrm>
              <a:off x="4747025" y="2427025"/>
              <a:ext cx="166850" cy="283750"/>
            </a:xfrm>
            <a:custGeom>
              <a:avLst/>
              <a:gdLst/>
              <a:ahLst/>
              <a:cxnLst/>
              <a:rect l="l" t="t" r="r" b="b"/>
              <a:pathLst>
                <a:path w="6674" h="11350" fill="none" extrusionOk="0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9"/>
            <p:cNvSpPr/>
            <p:nvPr/>
          </p:nvSpPr>
          <p:spPr>
            <a:xfrm>
              <a:off x="4792100" y="2332025"/>
              <a:ext cx="76725" cy="84050"/>
            </a:xfrm>
            <a:custGeom>
              <a:avLst/>
              <a:gdLst/>
              <a:ahLst/>
              <a:cxnLst/>
              <a:rect l="l" t="t" r="r" b="b"/>
              <a:pathLst>
                <a:path w="3069" h="3362" fill="none" extrusionOk="0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4" name="Google Shape;594;p39"/>
          <p:cNvGrpSpPr/>
          <p:nvPr/>
        </p:nvGrpSpPr>
        <p:grpSpPr>
          <a:xfrm>
            <a:off x="3274990" y="2035641"/>
            <a:ext cx="145343" cy="422729"/>
            <a:chOff x="4071800" y="2269925"/>
            <a:chExt cx="172925" cy="502950"/>
          </a:xfrm>
        </p:grpSpPr>
        <p:sp>
          <p:nvSpPr>
            <p:cNvPr id="595" name="Google Shape;595;p39"/>
            <p:cNvSpPr/>
            <p:nvPr/>
          </p:nvSpPr>
          <p:spPr>
            <a:xfrm>
              <a:off x="4118075" y="2269925"/>
              <a:ext cx="80375" cy="91350"/>
            </a:xfrm>
            <a:custGeom>
              <a:avLst/>
              <a:gdLst/>
              <a:ahLst/>
              <a:cxnLst/>
              <a:rect l="l" t="t" r="r" b="b"/>
              <a:pathLst>
                <a:path w="3215" h="3654" fill="none" extrusionOk="0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9"/>
            <p:cNvSpPr/>
            <p:nvPr/>
          </p:nvSpPr>
          <p:spPr>
            <a:xfrm>
              <a:off x="4071800" y="2372825"/>
              <a:ext cx="172925" cy="400050"/>
            </a:xfrm>
            <a:custGeom>
              <a:avLst/>
              <a:gdLst/>
              <a:ahLst/>
              <a:cxnLst/>
              <a:rect l="l" t="t" r="r" b="b"/>
              <a:pathLst>
                <a:path w="6917" h="16002" fill="none" extrusionOk="0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7" name="Google Shape;597;p39"/>
          <p:cNvSpPr/>
          <p:nvPr/>
        </p:nvSpPr>
        <p:spPr>
          <a:xfrm>
            <a:off x="4317611" y="2080241"/>
            <a:ext cx="320378" cy="337776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8" name="Google Shape;598;p39"/>
          <p:cNvGrpSpPr/>
          <p:nvPr/>
        </p:nvGrpSpPr>
        <p:grpSpPr>
          <a:xfrm>
            <a:off x="4872696" y="2086302"/>
            <a:ext cx="345971" cy="325505"/>
            <a:chOff x="5972700" y="2330200"/>
            <a:chExt cx="411625" cy="387275"/>
          </a:xfrm>
        </p:grpSpPr>
        <p:sp>
          <p:nvSpPr>
            <p:cNvPr id="599" name="Google Shape;599;p39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39"/>
          <p:cNvGrpSpPr/>
          <p:nvPr/>
        </p:nvGrpSpPr>
        <p:grpSpPr>
          <a:xfrm>
            <a:off x="467993" y="2614431"/>
            <a:ext cx="109538" cy="399195"/>
            <a:chOff x="732125" y="2958550"/>
            <a:chExt cx="130325" cy="474950"/>
          </a:xfrm>
        </p:grpSpPr>
        <p:sp>
          <p:nvSpPr>
            <p:cNvPr id="602" name="Google Shape;602;p39"/>
            <p:cNvSpPr/>
            <p:nvPr/>
          </p:nvSpPr>
          <p:spPr>
            <a:xfrm>
              <a:off x="732125" y="2958550"/>
              <a:ext cx="130325" cy="474950"/>
            </a:xfrm>
            <a:custGeom>
              <a:avLst/>
              <a:gdLst/>
              <a:ahLst/>
              <a:cxnLst/>
              <a:rect l="l" t="t" r="r" b="b"/>
              <a:pathLst>
                <a:path w="5213" h="18998" fill="none" extrusionOk="0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756475" y="3090675"/>
              <a:ext cx="81625" cy="318475"/>
            </a:xfrm>
            <a:custGeom>
              <a:avLst/>
              <a:gdLst/>
              <a:ahLst/>
              <a:cxnLst/>
              <a:rect l="l" t="t" r="r" b="b"/>
              <a:pathLst>
                <a:path w="3265" h="12739" fill="none" extrusionOk="0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802750" y="312905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802750" y="31625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802750" y="31960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802750" y="32295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802750" y="32630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802750" y="329647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0" name="Google Shape;610;p39"/>
          <p:cNvSpPr/>
          <p:nvPr/>
        </p:nvSpPr>
        <p:spPr>
          <a:xfrm>
            <a:off x="1484913" y="2598660"/>
            <a:ext cx="335738" cy="430924"/>
          </a:xfrm>
          <a:custGeom>
            <a:avLst/>
            <a:gdLst/>
            <a:ahLst/>
            <a:cxnLst/>
            <a:rect l="l" t="t" r="r" b="b"/>
            <a:pathLst>
              <a:path w="15978" h="20508" fill="none" extrusionOk="0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9"/>
          <p:cNvSpPr/>
          <p:nvPr/>
        </p:nvSpPr>
        <p:spPr>
          <a:xfrm>
            <a:off x="963405" y="2598660"/>
            <a:ext cx="248746" cy="430924"/>
          </a:xfrm>
          <a:custGeom>
            <a:avLst/>
            <a:gdLst/>
            <a:ahLst/>
            <a:cxnLst/>
            <a:rect l="l" t="t" r="r" b="b"/>
            <a:pathLst>
              <a:path w="11838" h="20508" fill="none" extrusionOk="0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" name="Google Shape;612;p39"/>
          <p:cNvGrpSpPr/>
          <p:nvPr/>
        </p:nvGrpSpPr>
        <p:grpSpPr>
          <a:xfrm>
            <a:off x="2023737" y="2627227"/>
            <a:ext cx="387933" cy="367467"/>
            <a:chOff x="2583100" y="2973775"/>
            <a:chExt cx="461550" cy="437200"/>
          </a:xfrm>
        </p:grpSpPr>
        <p:sp>
          <p:nvSpPr>
            <p:cNvPr id="613" name="Google Shape;613;p39"/>
            <p:cNvSpPr/>
            <p:nvPr/>
          </p:nvSpPr>
          <p:spPr>
            <a:xfrm>
              <a:off x="2701225" y="3315975"/>
              <a:ext cx="225300" cy="95000"/>
            </a:xfrm>
            <a:custGeom>
              <a:avLst/>
              <a:gdLst/>
              <a:ahLst/>
              <a:cxnLst/>
              <a:rect l="l" t="t" r="r" b="b"/>
              <a:pathLst>
                <a:path w="9012" h="3800" fill="none" extrusionOk="0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2583100" y="2973775"/>
              <a:ext cx="461550" cy="336125"/>
            </a:xfrm>
            <a:custGeom>
              <a:avLst/>
              <a:gdLst/>
              <a:ahLst/>
              <a:cxnLst/>
              <a:rect l="l" t="t" r="r" b="b"/>
              <a:pathLst>
                <a:path w="18462" h="13445" fill="none" extrusionOk="0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5" name="Google Shape;615;p39"/>
          <p:cNvSpPr/>
          <p:nvPr/>
        </p:nvSpPr>
        <p:spPr>
          <a:xfrm>
            <a:off x="3734681" y="2636022"/>
            <a:ext cx="356204" cy="356204"/>
          </a:xfrm>
          <a:custGeom>
            <a:avLst/>
            <a:gdLst/>
            <a:ahLst/>
            <a:cxnLst/>
            <a:rect l="l" t="t" r="r" b="b"/>
            <a:pathLst>
              <a:path w="16952" h="16952" fill="none" extrusionOk="0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39"/>
          <p:cNvGrpSpPr/>
          <p:nvPr/>
        </p:nvGrpSpPr>
        <p:grpSpPr>
          <a:xfrm>
            <a:off x="4263186" y="2655384"/>
            <a:ext cx="435022" cy="323445"/>
            <a:chOff x="5247525" y="3007275"/>
            <a:chExt cx="517575" cy="384825"/>
          </a:xfrm>
        </p:grpSpPr>
        <p:sp>
          <p:nvSpPr>
            <p:cNvPr id="617" name="Google Shape;617;p39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" name="Google Shape;619;p39"/>
          <p:cNvGrpSpPr/>
          <p:nvPr/>
        </p:nvGrpSpPr>
        <p:grpSpPr>
          <a:xfrm>
            <a:off x="3174172" y="2636956"/>
            <a:ext cx="342882" cy="350068"/>
            <a:chOff x="3951850" y="2985350"/>
            <a:chExt cx="407950" cy="416500"/>
          </a:xfrm>
        </p:grpSpPr>
        <p:sp>
          <p:nvSpPr>
            <p:cNvPr id="620" name="Google Shape;620;p39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39"/>
          <p:cNvGrpSpPr/>
          <p:nvPr/>
        </p:nvGrpSpPr>
        <p:grpSpPr>
          <a:xfrm>
            <a:off x="330844" y="3226504"/>
            <a:ext cx="397136" cy="305017"/>
            <a:chOff x="568950" y="3686775"/>
            <a:chExt cx="472500" cy="362900"/>
          </a:xfrm>
        </p:grpSpPr>
        <p:sp>
          <p:nvSpPr>
            <p:cNvPr id="625" name="Google Shape;625;p39"/>
            <p:cNvSpPr/>
            <p:nvPr/>
          </p:nvSpPr>
          <p:spPr>
            <a:xfrm>
              <a:off x="568950" y="3686775"/>
              <a:ext cx="472500" cy="362900"/>
            </a:xfrm>
            <a:custGeom>
              <a:avLst/>
              <a:gdLst/>
              <a:ahLst/>
              <a:cxnLst/>
              <a:rect l="l" t="t" r="r" b="b"/>
              <a:pathLst>
                <a:path w="18900" h="14516" fill="none" extrusionOk="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645650" y="3820725"/>
              <a:ext cx="34125" cy="34125"/>
            </a:xfrm>
            <a:custGeom>
              <a:avLst/>
              <a:gdLst/>
              <a:ahLst/>
              <a:cxnLst/>
              <a:rect l="l" t="t" r="r" b="b"/>
              <a:pathLst>
                <a:path w="1365" h="1365" fill="none" extrusionOk="0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747950" y="3753750"/>
              <a:ext cx="85275" cy="12200"/>
            </a:xfrm>
            <a:custGeom>
              <a:avLst/>
              <a:gdLst/>
              <a:ahLst/>
              <a:cxnLst/>
              <a:rect l="l" t="t" r="r" b="b"/>
              <a:pathLst>
                <a:path w="3411" h="488" fill="none" extrusionOk="0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39"/>
          <p:cNvSpPr/>
          <p:nvPr/>
        </p:nvSpPr>
        <p:spPr>
          <a:xfrm>
            <a:off x="4907686" y="2619652"/>
            <a:ext cx="270221" cy="388962"/>
          </a:xfrm>
          <a:custGeom>
            <a:avLst/>
            <a:gdLst/>
            <a:ahLst/>
            <a:cxnLst/>
            <a:rect l="l" t="t" r="r" b="b"/>
            <a:pathLst>
              <a:path w="12860" h="18511" fill="none" extrusionOk="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" name="Google Shape;629;p39"/>
          <p:cNvGrpSpPr/>
          <p:nvPr/>
        </p:nvGrpSpPr>
        <p:grpSpPr>
          <a:xfrm>
            <a:off x="898896" y="3252097"/>
            <a:ext cx="377700" cy="253852"/>
            <a:chOff x="1244800" y="3717225"/>
            <a:chExt cx="449375" cy="302025"/>
          </a:xfrm>
        </p:grpSpPr>
        <p:sp>
          <p:nvSpPr>
            <p:cNvPr id="630" name="Google Shape;630;p39"/>
            <p:cNvSpPr/>
            <p:nvPr/>
          </p:nvSpPr>
          <p:spPr>
            <a:xfrm>
              <a:off x="1244800" y="3717225"/>
              <a:ext cx="449375" cy="302025"/>
            </a:xfrm>
            <a:custGeom>
              <a:avLst/>
              <a:gdLst/>
              <a:ahLst/>
              <a:cxnLst/>
              <a:rect l="l" t="t" r="r" b="b"/>
              <a:pathLst>
                <a:path w="17975" h="12081" fill="none" extrusionOk="0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1244800" y="379515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9"/>
            <p:cNvSpPr/>
            <p:nvPr/>
          </p:nvSpPr>
          <p:spPr>
            <a:xfrm>
              <a:off x="1244800" y="385300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1302625" y="3893800"/>
              <a:ext cx="161375" cy="25"/>
            </a:xfrm>
            <a:custGeom>
              <a:avLst/>
              <a:gdLst/>
              <a:ahLst/>
              <a:cxnLst/>
              <a:rect l="l" t="t" r="r" b="b"/>
              <a:pathLst>
                <a:path w="6455" h="1" fill="none" extrusionOk="0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1302625" y="3933975"/>
              <a:ext cx="110250" cy="25"/>
            </a:xfrm>
            <a:custGeom>
              <a:avLst/>
              <a:gdLst/>
              <a:ahLst/>
              <a:cxnLst/>
              <a:rect l="l" t="t" r="r" b="b"/>
              <a:pathLst>
                <a:path w="4410" h="1" fill="none" extrusionOk="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1572975" y="3899875"/>
              <a:ext cx="62125" cy="40225"/>
            </a:xfrm>
            <a:custGeom>
              <a:avLst/>
              <a:gdLst/>
              <a:ahLst/>
              <a:cxnLst/>
              <a:rect l="l" t="t" r="r" b="b"/>
              <a:pathLst>
                <a:path w="2485" h="1609" fill="none" extrusionOk="0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" name="Google Shape;636;p39"/>
          <p:cNvGrpSpPr/>
          <p:nvPr/>
        </p:nvGrpSpPr>
        <p:grpSpPr>
          <a:xfrm>
            <a:off x="1468986" y="3232639"/>
            <a:ext cx="367467" cy="287115"/>
            <a:chOff x="1923075" y="3694075"/>
            <a:chExt cx="437200" cy="341600"/>
          </a:xfrm>
        </p:grpSpPr>
        <p:sp>
          <p:nvSpPr>
            <p:cNvPr id="637" name="Google Shape;637;p39"/>
            <p:cNvSpPr/>
            <p:nvPr/>
          </p:nvSpPr>
          <p:spPr>
            <a:xfrm>
              <a:off x="22476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20351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923075" y="3694075"/>
              <a:ext cx="437200" cy="280100"/>
            </a:xfrm>
            <a:custGeom>
              <a:avLst/>
              <a:gdLst/>
              <a:ahLst/>
              <a:cxnLst/>
              <a:rect l="l" t="t" r="r" b="b"/>
              <a:pathLst>
                <a:path w="17488" h="11204" fill="none" extrusionOk="0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2261000" y="3781750"/>
              <a:ext cx="48725" cy="108400"/>
            </a:xfrm>
            <a:custGeom>
              <a:avLst/>
              <a:gdLst/>
              <a:ahLst/>
              <a:cxnLst/>
              <a:rect l="l" t="t" r="r" b="b"/>
              <a:pathLst>
                <a:path w="1949" h="4336" fill="none" extrusionOk="0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2225675" y="3780550"/>
              <a:ext cx="32300" cy="113875"/>
            </a:xfrm>
            <a:custGeom>
              <a:avLst/>
              <a:gdLst/>
              <a:ahLst/>
              <a:cxnLst/>
              <a:rect l="l" t="t" r="r" b="b"/>
              <a:pathLst>
                <a:path w="1292" h="4555" fill="none" extrusionOk="0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9"/>
            <p:cNvSpPr/>
            <p:nvPr/>
          </p:nvSpPr>
          <p:spPr>
            <a:xfrm>
              <a:off x="2190375" y="3779325"/>
              <a:ext cx="15850" cy="119350"/>
            </a:xfrm>
            <a:custGeom>
              <a:avLst/>
              <a:gdLst/>
              <a:ahLst/>
              <a:cxnLst/>
              <a:rect l="l" t="t" r="r" b="b"/>
              <a:pathLst>
                <a:path w="634" h="4774" fill="none" extrusionOk="0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2154450" y="3777500"/>
              <a:ext cx="1250" cy="126050"/>
            </a:xfrm>
            <a:custGeom>
              <a:avLst/>
              <a:gdLst/>
              <a:ahLst/>
              <a:cxnLst/>
              <a:rect l="l" t="t" r="r" b="b"/>
              <a:pathLst>
                <a:path w="50" h="5042" fill="none" extrusionOk="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2103300" y="3776275"/>
              <a:ext cx="17075" cy="131550"/>
            </a:xfrm>
            <a:custGeom>
              <a:avLst/>
              <a:gdLst/>
              <a:ahLst/>
              <a:cxnLst/>
              <a:rect l="l" t="t" r="r" b="b"/>
              <a:pathLst>
                <a:path w="683" h="5262" fill="none" extrusionOk="0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2051550" y="3775050"/>
              <a:ext cx="34125" cy="137025"/>
            </a:xfrm>
            <a:custGeom>
              <a:avLst/>
              <a:gdLst/>
              <a:ahLst/>
              <a:cxnLst/>
              <a:rect l="l" t="t" r="r" b="b"/>
              <a:pathLst>
                <a:path w="1365" h="5481" fill="none" extrusionOk="0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" name="Google Shape;646;p39"/>
          <p:cNvGrpSpPr/>
          <p:nvPr/>
        </p:nvGrpSpPr>
        <p:grpSpPr>
          <a:xfrm>
            <a:off x="2037542" y="3228038"/>
            <a:ext cx="360301" cy="295814"/>
            <a:chOff x="2599525" y="3688600"/>
            <a:chExt cx="428675" cy="351950"/>
          </a:xfrm>
        </p:grpSpPr>
        <p:sp>
          <p:nvSpPr>
            <p:cNvPr id="647" name="Google Shape;647;p39"/>
            <p:cNvSpPr/>
            <p:nvPr/>
          </p:nvSpPr>
          <p:spPr>
            <a:xfrm>
              <a:off x="2599525" y="3688600"/>
              <a:ext cx="428675" cy="168675"/>
            </a:xfrm>
            <a:custGeom>
              <a:avLst/>
              <a:gdLst/>
              <a:ahLst/>
              <a:cxnLst/>
              <a:rect l="l" t="t" r="r" b="b"/>
              <a:pathLst>
                <a:path w="17147" h="6747" fill="none" extrusionOk="0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2792550" y="3862125"/>
              <a:ext cx="42650" cy="23775"/>
            </a:xfrm>
            <a:custGeom>
              <a:avLst/>
              <a:gdLst/>
              <a:ahLst/>
              <a:cxnLst/>
              <a:rect l="l" t="t" r="r" b="b"/>
              <a:pathLst>
                <a:path w="1706" h="951" fill="none" extrusionOk="0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2599525" y="3852375"/>
              <a:ext cx="428675" cy="188175"/>
            </a:xfrm>
            <a:custGeom>
              <a:avLst/>
              <a:gdLst/>
              <a:ahLst/>
              <a:cxnLst/>
              <a:rect l="l" t="t" r="r" b="b"/>
              <a:pathLst>
                <a:path w="17147" h="7527" fill="none" extrusionOk="0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39"/>
          <p:cNvGrpSpPr/>
          <p:nvPr/>
        </p:nvGrpSpPr>
        <p:grpSpPr>
          <a:xfrm>
            <a:off x="2619925" y="3207571"/>
            <a:ext cx="333700" cy="329077"/>
            <a:chOff x="3292425" y="3664250"/>
            <a:chExt cx="397025" cy="391525"/>
          </a:xfrm>
        </p:grpSpPr>
        <p:sp>
          <p:nvSpPr>
            <p:cNvPr id="651" name="Google Shape;651;p39"/>
            <p:cNvSpPr/>
            <p:nvPr/>
          </p:nvSpPr>
          <p:spPr>
            <a:xfrm>
              <a:off x="3292425" y="3680675"/>
              <a:ext cx="375100" cy="375100"/>
            </a:xfrm>
            <a:custGeom>
              <a:avLst/>
              <a:gdLst/>
              <a:ahLst/>
              <a:cxnLst/>
              <a:rect l="l" t="t" r="r" b="b"/>
              <a:pathLst>
                <a:path w="15004" h="15004" fill="none" extrusionOk="0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3504325" y="3664250"/>
              <a:ext cx="131525" cy="153450"/>
            </a:xfrm>
            <a:custGeom>
              <a:avLst/>
              <a:gdLst/>
              <a:ahLst/>
              <a:cxnLst/>
              <a:rect l="l" t="t" r="r" b="b"/>
              <a:pathLst>
                <a:path w="5261" h="613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3501875" y="3749500"/>
              <a:ext cx="187575" cy="96825"/>
            </a:xfrm>
            <a:custGeom>
              <a:avLst/>
              <a:gdLst/>
              <a:ahLst/>
              <a:cxnLst/>
              <a:rect l="l" t="t" r="r" b="b"/>
              <a:pathLst>
                <a:path w="7503" h="3873" fill="none" extrusionOk="0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4" name="Google Shape;654;p39"/>
          <p:cNvGrpSpPr/>
          <p:nvPr/>
        </p:nvGrpSpPr>
        <p:grpSpPr>
          <a:xfrm>
            <a:off x="3157782" y="3250038"/>
            <a:ext cx="369526" cy="268183"/>
            <a:chOff x="3932350" y="3714775"/>
            <a:chExt cx="439650" cy="319075"/>
          </a:xfrm>
        </p:grpSpPr>
        <p:sp>
          <p:nvSpPr>
            <p:cNvPr id="655" name="Google Shape;655;p39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39"/>
          <p:cNvGrpSpPr/>
          <p:nvPr/>
        </p:nvGrpSpPr>
        <p:grpSpPr>
          <a:xfrm>
            <a:off x="3722766" y="3250038"/>
            <a:ext cx="369505" cy="268183"/>
            <a:chOff x="4604550" y="3714775"/>
            <a:chExt cx="439625" cy="319075"/>
          </a:xfrm>
        </p:grpSpPr>
        <p:sp>
          <p:nvSpPr>
            <p:cNvPr id="661" name="Google Shape;661;p39"/>
            <p:cNvSpPr/>
            <p:nvPr/>
          </p:nvSpPr>
          <p:spPr>
            <a:xfrm>
              <a:off x="4604550" y="3714775"/>
              <a:ext cx="439625" cy="319075"/>
            </a:xfrm>
            <a:custGeom>
              <a:avLst/>
              <a:gdLst/>
              <a:ahLst/>
              <a:cxnLst/>
              <a:rect l="l" t="t" r="r" b="b"/>
              <a:pathLst>
                <a:path w="17585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4647175" y="3761675"/>
              <a:ext cx="354400" cy="213725"/>
            </a:xfrm>
            <a:custGeom>
              <a:avLst/>
              <a:gdLst/>
              <a:ahLst/>
              <a:cxnLst/>
              <a:rect l="l" t="t" r="r" b="b"/>
              <a:pathLst>
                <a:path w="14176" h="8549" fill="none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3" name="Google Shape;663;p39"/>
          <p:cNvGrpSpPr/>
          <p:nvPr/>
        </p:nvGrpSpPr>
        <p:grpSpPr>
          <a:xfrm>
            <a:off x="4301051" y="3222406"/>
            <a:ext cx="353136" cy="313738"/>
            <a:chOff x="5292575" y="3681900"/>
            <a:chExt cx="420150" cy="373275"/>
          </a:xfrm>
        </p:grpSpPr>
        <p:sp>
          <p:nvSpPr>
            <p:cNvPr id="664" name="Google Shape;664;p39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l" t="t" r="r" b="b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l" t="t" r="r" b="b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l" t="t" r="r" b="b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l" t="t" r="r" b="b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l" t="t" r="r" b="b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l" t="t" r="r" b="b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39"/>
          <p:cNvGrpSpPr/>
          <p:nvPr/>
        </p:nvGrpSpPr>
        <p:grpSpPr>
          <a:xfrm>
            <a:off x="4846073" y="3182482"/>
            <a:ext cx="393060" cy="393060"/>
            <a:chOff x="5941025" y="3634400"/>
            <a:chExt cx="467650" cy="467650"/>
          </a:xfrm>
        </p:grpSpPr>
        <p:sp>
          <p:nvSpPr>
            <p:cNvPr id="672" name="Google Shape;672;p39"/>
            <p:cNvSpPr/>
            <p:nvPr/>
          </p:nvSpPr>
          <p:spPr>
            <a:xfrm>
              <a:off x="5941025" y="3634400"/>
              <a:ext cx="467650" cy="467650"/>
            </a:xfrm>
            <a:custGeom>
              <a:avLst/>
              <a:gdLst/>
              <a:ahLst/>
              <a:cxnLst/>
              <a:rect l="l" t="t" r="r" b="b"/>
              <a:pathLst>
                <a:path w="18706" h="18706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6211975" y="3753150"/>
              <a:ext cx="19525" cy="18900"/>
            </a:xfrm>
            <a:custGeom>
              <a:avLst/>
              <a:gdLst/>
              <a:ahLst/>
              <a:cxnLst/>
              <a:rect l="l" t="t" r="r" b="b"/>
              <a:pathLst>
                <a:path w="781" h="756" fill="none" extrusionOk="0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5943475" y="3695900"/>
              <a:ext cx="177800" cy="351350"/>
            </a:xfrm>
            <a:custGeom>
              <a:avLst/>
              <a:gdLst/>
              <a:ahLst/>
              <a:cxnLst/>
              <a:rect l="l" t="t" r="r" b="b"/>
              <a:pathLst>
                <a:path w="7112" h="14054" fill="none" extrusionOk="0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6128575" y="3695900"/>
              <a:ext cx="86475" cy="47525"/>
            </a:xfrm>
            <a:custGeom>
              <a:avLst/>
              <a:gdLst/>
              <a:ahLst/>
              <a:cxnLst/>
              <a:rect l="l" t="t" r="r" b="b"/>
              <a:pathLst>
                <a:path w="3459" h="1901" fill="none" extrusionOk="0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6357500" y="3940075"/>
              <a:ext cx="18900" cy="34725"/>
            </a:xfrm>
            <a:custGeom>
              <a:avLst/>
              <a:gdLst/>
              <a:ahLst/>
              <a:cxnLst/>
              <a:rect l="l" t="t" r="r" b="b"/>
              <a:pathLst>
                <a:path w="756" h="1389" fill="none" extrusionOk="0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6202850" y="3720875"/>
              <a:ext cx="204000" cy="278875"/>
            </a:xfrm>
            <a:custGeom>
              <a:avLst/>
              <a:gdLst/>
              <a:ahLst/>
              <a:cxnLst/>
              <a:rect l="l" t="t" r="r" b="b"/>
              <a:pathLst>
                <a:path w="8160" h="11155" fill="none" extrusionOk="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39"/>
          <p:cNvGrpSpPr/>
          <p:nvPr/>
        </p:nvGrpSpPr>
        <p:grpSpPr>
          <a:xfrm>
            <a:off x="5436146" y="3207571"/>
            <a:ext cx="342882" cy="342903"/>
            <a:chOff x="6643075" y="3664250"/>
            <a:chExt cx="407950" cy="407975"/>
          </a:xfrm>
        </p:grpSpPr>
        <p:sp>
          <p:nvSpPr>
            <p:cNvPr id="679" name="Google Shape;679;p39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39"/>
          <p:cNvGrpSpPr/>
          <p:nvPr/>
        </p:nvGrpSpPr>
        <p:grpSpPr>
          <a:xfrm>
            <a:off x="336980" y="3758225"/>
            <a:ext cx="371564" cy="371543"/>
            <a:chOff x="576250" y="4319400"/>
            <a:chExt cx="442075" cy="442050"/>
          </a:xfrm>
        </p:grpSpPr>
        <p:sp>
          <p:nvSpPr>
            <p:cNvPr id="682" name="Google Shape;682;p39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6" name="Google Shape;686;p39"/>
          <p:cNvSpPr/>
          <p:nvPr/>
        </p:nvSpPr>
        <p:spPr>
          <a:xfrm>
            <a:off x="886643" y="3830523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9"/>
          <p:cNvSpPr/>
          <p:nvPr/>
        </p:nvSpPr>
        <p:spPr>
          <a:xfrm>
            <a:off x="3177366" y="3773703"/>
            <a:ext cx="340844" cy="340865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9"/>
          <p:cNvSpPr/>
          <p:nvPr/>
        </p:nvSpPr>
        <p:spPr>
          <a:xfrm>
            <a:off x="2612361" y="3795199"/>
            <a:ext cx="340844" cy="297873"/>
          </a:xfrm>
          <a:custGeom>
            <a:avLst/>
            <a:gdLst/>
            <a:ahLst/>
            <a:cxnLst/>
            <a:rect l="l" t="t" r="r" b="b"/>
            <a:pathLst>
              <a:path w="16221" h="14176" fill="none" extrusionOk="0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9"/>
          <p:cNvSpPr/>
          <p:nvPr/>
        </p:nvSpPr>
        <p:spPr>
          <a:xfrm>
            <a:off x="3740838" y="3772169"/>
            <a:ext cx="343912" cy="343933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39"/>
          <p:cNvGrpSpPr/>
          <p:nvPr/>
        </p:nvGrpSpPr>
        <p:grpSpPr>
          <a:xfrm>
            <a:off x="4280585" y="3777157"/>
            <a:ext cx="394068" cy="325505"/>
            <a:chOff x="5268225" y="4341925"/>
            <a:chExt cx="468850" cy="387275"/>
          </a:xfrm>
        </p:grpSpPr>
        <p:sp>
          <p:nvSpPr>
            <p:cNvPr id="691" name="Google Shape;691;p39"/>
            <p:cNvSpPr/>
            <p:nvPr/>
          </p:nvSpPr>
          <p:spPr>
            <a:xfrm>
              <a:off x="5652425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5287100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5268225" y="4341925"/>
              <a:ext cx="468850" cy="333075"/>
            </a:xfrm>
            <a:custGeom>
              <a:avLst/>
              <a:gdLst/>
              <a:ahLst/>
              <a:cxnLst/>
              <a:rect l="l" t="t" r="r" b="b"/>
              <a:pathLst>
                <a:path w="18754" h="13323" fill="none" extrusionOk="0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5351025" y="4375400"/>
              <a:ext cx="303250" cy="149825"/>
            </a:xfrm>
            <a:custGeom>
              <a:avLst/>
              <a:gdLst/>
              <a:ahLst/>
              <a:cxnLst/>
              <a:rect l="l" t="t" r="r" b="b"/>
              <a:pathLst>
                <a:path w="12130" h="5993" fill="none" extrusionOk="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532667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5447225" y="4615925"/>
              <a:ext cx="110850" cy="25"/>
            </a:xfrm>
            <a:custGeom>
              <a:avLst/>
              <a:gdLst/>
              <a:ahLst/>
              <a:cxnLst/>
              <a:rect l="l" t="t" r="r" b="b"/>
              <a:pathLst>
                <a:path w="4434" h="1" fill="none" extrusionOk="0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5439925" y="4589125"/>
              <a:ext cx="125450" cy="25"/>
            </a:xfrm>
            <a:custGeom>
              <a:avLst/>
              <a:gdLst/>
              <a:ahLst/>
              <a:cxnLst/>
              <a:rect l="l" t="t" r="r" b="b"/>
              <a:pathLst>
                <a:path w="5018" h="1" fill="none" extrusionOk="0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559762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39"/>
          <p:cNvGrpSpPr/>
          <p:nvPr/>
        </p:nvGrpSpPr>
        <p:grpSpPr>
          <a:xfrm>
            <a:off x="4865531" y="3766924"/>
            <a:ext cx="354145" cy="354145"/>
            <a:chOff x="5964175" y="4329750"/>
            <a:chExt cx="421350" cy="421350"/>
          </a:xfrm>
        </p:grpSpPr>
        <p:sp>
          <p:nvSpPr>
            <p:cNvPr id="700" name="Google Shape;700;p39"/>
            <p:cNvSpPr/>
            <p:nvPr/>
          </p:nvSpPr>
          <p:spPr>
            <a:xfrm>
              <a:off x="5964175" y="4329750"/>
              <a:ext cx="421350" cy="421350"/>
            </a:xfrm>
            <a:custGeom>
              <a:avLst/>
              <a:gdLst/>
              <a:ahLst/>
              <a:cxnLst/>
              <a:rect l="l" t="t" r="r" b="b"/>
              <a:pathLst>
                <a:path w="16854" h="16854" fill="none" extrusionOk="0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6322800" y="4360800"/>
              <a:ext cx="31675" cy="30475"/>
            </a:xfrm>
            <a:custGeom>
              <a:avLst/>
              <a:gdLst/>
              <a:ahLst/>
              <a:cxnLst/>
              <a:rect l="l" t="t" r="r" b="b"/>
              <a:pathLst>
                <a:path w="1267" h="1219" fill="none" extrusionOk="0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39"/>
          <p:cNvGrpSpPr/>
          <p:nvPr/>
        </p:nvGrpSpPr>
        <p:grpSpPr>
          <a:xfrm>
            <a:off x="901439" y="4331908"/>
            <a:ext cx="372594" cy="360301"/>
            <a:chOff x="1247825" y="5001950"/>
            <a:chExt cx="443300" cy="428675"/>
          </a:xfrm>
        </p:grpSpPr>
        <p:sp>
          <p:nvSpPr>
            <p:cNvPr id="703" name="Google Shape;703;p39"/>
            <p:cNvSpPr/>
            <p:nvPr/>
          </p:nvSpPr>
          <p:spPr>
            <a:xfrm>
              <a:off x="1247825" y="5168175"/>
              <a:ext cx="373875" cy="221650"/>
            </a:xfrm>
            <a:custGeom>
              <a:avLst/>
              <a:gdLst/>
              <a:ahLst/>
              <a:cxnLst/>
              <a:rect l="l" t="t" r="r" b="b"/>
              <a:pathLst>
                <a:path w="14955" h="8866" fill="none" extrusionOk="0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1275850" y="5209575"/>
              <a:ext cx="60900" cy="87075"/>
            </a:xfrm>
            <a:custGeom>
              <a:avLst/>
              <a:gdLst/>
              <a:ahLst/>
              <a:cxnLst/>
              <a:rect l="l" t="t" r="r" b="b"/>
              <a:pathLst>
                <a:path w="2436" h="3483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1247825" y="5391625"/>
              <a:ext cx="443300" cy="39000"/>
            </a:xfrm>
            <a:custGeom>
              <a:avLst/>
              <a:gdLst/>
              <a:ahLst/>
              <a:cxnLst/>
              <a:rect l="l" t="t" r="r" b="b"/>
              <a:pathLst>
                <a:path w="17732" h="1560" fill="none" extrusionOk="0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14548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1411025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1498700" y="5001950"/>
              <a:ext cx="16450" cy="114475"/>
            </a:xfrm>
            <a:custGeom>
              <a:avLst/>
              <a:gdLst/>
              <a:ahLst/>
              <a:cxnLst/>
              <a:rect l="l" t="t" r="r" b="b"/>
              <a:pathLst>
                <a:path w="658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9" name="Google Shape;709;p39"/>
          <p:cNvGrpSpPr/>
          <p:nvPr/>
        </p:nvGrpSpPr>
        <p:grpSpPr>
          <a:xfrm>
            <a:off x="1499685" y="4313985"/>
            <a:ext cx="306068" cy="389992"/>
            <a:chOff x="1959600" y="4980625"/>
            <a:chExt cx="364150" cy="464000"/>
          </a:xfrm>
        </p:grpSpPr>
        <p:sp>
          <p:nvSpPr>
            <p:cNvPr id="710" name="Google Shape;710;p39"/>
            <p:cNvSpPr/>
            <p:nvPr/>
          </p:nvSpPr>
          <p:spPr>
            <a:xfrm>
              <a:off x="1959600" y="4980625"/>
              <a:ext cx="364150" cy="239325"/>
            </a:xfrm>
            <a:custGeom>
              <a:avLst/>
              <a:gdLst/>
              <a:ahLst/>
              <a:cxnLst/>
              <a:rect l="l" t="t" r="r" b="b"/>
              <a:pathLst>
                <a:path w="14566" h="9573" fill="none" extrusionOk="0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9"/>
            <p:cNvSpPr/>
            <p:nvPr/>
          </p:nvSpPr>
          <p:spPr>
            <a:xfrm>
              <a:off x="2053375" y="5121275"/>
              <a:ext cx="176600" cy="25"/>
            </a:xfrm>
            <a:custGeom>
              <a:avLst/>
              <a:gdLst/>
              <a:ahLst/>
              <a:cxnLst/>
              <a:rect l="l" t="t" r="r" b="b"/>
              <a:pathLst>
                <a:path w="7064" h="1" fill="none" extrusionOk="0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9"/>
            <p:cNvSpPr/>
            <p:nvPr/>
          </p:nvSpPr>
          <p:spPr>
            <a:xfrm>
              <a:off x="2104525" y="5121275"/>
              <a:ext cx="74300" cy="323350"/>
            </a:xfrm>
            <a:custGeom>
              <a:avLst/>
              <a:gdLst/>
              <a:ahLst/>
              <a:cxnLst/>
              <a:rect l="l" t="t" r="r" b="b"/>
              <a:pathLst>
                <a:path w="2972" h="12934" fill="none" extrusionOk="0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2166625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9"/>
            <p:cNvSpPr/>
            <p:nvPr/>
          </p:nvSpPr>
          <p:spPr>
            <a:xfrm>
              <a:off x="2031450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9"/>
            <p:cNvSpPr/>
            <p:nvPr/>
          </p:nvSpPr>
          <p:spPr>
            <a:xfrm>
              <a:off x="19791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9"/>
            <p:cNvSpPr/>
            <p:nvPr/>
          </p:nvSpPr>
          <p:spPr>
            <a:xfrm>
              <a:off x="21788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" name="Google Shape;717;p39"/>
          <p:cNvGrpSpPr/>
          <p:nvPr/>
        </p:nvGrpSpPr>
        <p:grpSpPr>
          <a:xfrm>
            <a:off x="2042165" y="4328840"/>
            <a:ext cx="351077" cy="360806"/>
            <a:chOff x="2605025" y="4998300"/>
            <a:chExt cx="417700" cy="429275"/>
          </a:xfrm>
        </p:grpSpPr>
        <p:sp>
          <p:nvSpPr>
            <p:cNvPr id="718" name="Google Shape;718;p39"/>
            <p:cNvSpPr/>
            <p:nvPr/>
          </p:nvSpPr>
          <p:spPr>
            <a:xfrm>
              <a:off x="2819350" y="5216875"/>
              <a:ext cx="202150" cy="210700"/>
            </a:xfrm>
            <a:custGeom>
              <a:avLst/>
              <a:gdLst/>
              <a:ahLst/>
              <a:cxnLst/>
              <a:rect l="l" t="t" r="r" b="b"/>
              <a:pathLst>
                <a:path w="8086" h="8428" fill="none" extrusionOk="0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9"/>
            <p:cNvSpPr/>
            <p:nvPr/>
          </p:nvSpPr>
          <p:spPr>
            <a:xfrm>
              <a:off x="2606225" y="4998300"/>
              <a:ext cx="203400" cy="207650"/>
            </a:xfrm>
            <a:custGeom>
              <a:avLst/>
              <a:gdLst/>
              <a:ahLst/>
              <a:cxnLst/>
              <a:rect l="l" t="t" r="r" b="b"/>
              <a:pathLst>
                <a:path w="8136" h="8306" fill="none" extrusionOk="0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9"/>
            <p:cNvSpPr/>
            <p:nvPr/>
          </p:nvSpPr>
          <p:spPr>
            <a:xfrm>
              <a:off x="2605025" y="5003775"/>
              <a:ext cx="417700" cy="417700"/>
            </a:xfrm>
            <a:custGeom>
              <a:avLst/>
              <a:gdLst/>
              <a:ahLst/>
              <a:cxnLst/>
              <a:rect l="l" t="t" r="r" b="b"/>
              <a:pathLst>
                <a:path w="16708" h="16708" fill="none" extrusionOk="0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39"/>
          <p:cNvGrpSpPr/>
          <p:nvPr/>
        </p:nvGrpSpPr>
        <p:grpSpPr>
          <a:xfrm>
            <a:off x="2572857" y="4331908"/>
            <a:ext cx="419662" cy="349543"/>
            <a:chOff x="3236425" y="5001950"/>
            <a:chExt cx="499300" cy="415875"/>
          </a:xfrm>
        </p:grpSpPr>
        <p:sp>
          <p:nvSpPr>
            <p:cNvPr id="722" name="Google Shape;722;p39"/>
            <p:cNvSpPr/>
            <p:nvPr/>
          </p:nvSpPr>
          <p:spPr>
            <a:xfrm>
              <a:off x="3236425" y="5309425"/>
              <a:ext cx="499300" cy="108400"/>
            </a:xfrm>
            <a:custGeom>
              <a:avLst/>
              <a:gdLst/>
              <a:ahLst/>
              <a:cxnLst/>
              <a:rect l="l" t="t" r="r" b="b"/>
              <a:pathLst>
                <a:path w="19972" h="4336" fill="none" extrusionOk="0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3294875" y="5330725"/>
              <a:ext cx="382400" cy="25"/>
            </a:xfrm>
            <a:custGeom>
              <a:avLst/>
              <a:gdLst/>
              <a:ahLst/>
              <a:cxnLst/>
              <a:rect l="l" t="t" r="r" b="b"/>
              <a:pathLst>
                <a:path w="15296" h="1" fill="none" extrusionOk="0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3280250" y="5162675"/>
              <a:ext cx="411625" cy="140075"/>
            </a:xfrm>
            <a:custGeom>
              <a:avLst/>
              <a:gdLst/>
              <a:ahLst/>
              <a:cxnLst/>
              <a:rect l="l" t="t" r="r" b="b"/>
              <a:pathLst>
                <a:path w="16465" h="5603" fill="none" extrusionOk="0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34714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342760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3515275" y="5001950"/>
              <a:ext cx="16475" cy="114475"/>
            </a:xfrm>
            <a:custGeom>
              <a:avLst/>
              <a:gdLst/>
              <a:ahLst/>
              <a:cxnLst/>
              <a:rect l="l" t="t" r="r" b="b"/>
              <a:pathLst>
                <a:path w="659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" name="Google Shape;728;p39"/>
          <p:cNvGrpSpPr/>
          <p:nvPr/>
        </p:nvGrpSpPr>
        <p:grpSpPr>
          <a:xfrm>
            <a:off x="3187977" y="4313985"/>
            <a:ext cx="319369" cy="380263"/>
            <a:chOff x="3968275" y="4980625"/>
            <a:chExt cx="379975" cy="452425"/>
          </a:xfrm>
        </p:grpSpPr>
        <p:sp>
          <p:nvSpPr>
            <p:cNvPr id="729" name="Google Shape;729;p39"/>
            <p:cNvSpPr/>
            <p:nvPr/>
          </p:nvSpPr>
          <p:spPr>
            <a:xfrm>
              <a:off x="4168000" y="4980625"/>
              <a:ext cx="85875" cy="102325"/>
            </a:xfrm>
            <a:custGeom>
              <a:avLst/>
              <a:gdLst/>
              <a:ahLst/>
              <a:cxnLst/>
              <a:rect l="l" t="t" r="r" b="b"/>
              <a:pathLst>
                <a:path w="3435" h="4093" fill="none" extrusionOk="0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3968275" y="5043350"/>
              <a:ext cx="379975" cy="389700"/>
            </a:xfrm>
            <a:custGeom>
              <a:avLst/>
              <a:gdLst/>
              <a:ahLst/>
              <a:cxnLst/>
              <a:rect l="l" t="t" r="r" b="b"/>
              <a:pathLst>
                <a:path w="15199" h="15588" fill="none" extrusionOk="0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4031000" y="5150500"/>
              <a:ext cx="54200" cy="61525"/>
            </a:xfrm>
            <a:custGeom>
              <a:avLst/>
              <a:gdLst/>
              <a:ahLst/>
              <a:cxnLst/>
              <a:rect l="l" t="t" r="r" b="b"/>
              <a:pathLst>
                <a:path w="2168" h="2461" fill="none" extrusionOk="0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" name="Google Shape;732;p39"/>
          <p:cNvGrpSpPr/>
          <p:nvPr/>
        </p:nvGrpSpPr>
        <p:grpSpPr>
          <a:xfrm>
            <a:off x="4843510" y="4398938"/>
            <a:ext cx="404323" cy="220085"/>
            <a:chOff x="5937975" y="5081700"/>
            <a:chExt cx="481050" cy="261850"/>
          </a:xfrm>
        </p:grpSpPr>
        <p:sp>
          <p:nvSpPr>
            <p:cNvPr id="733" name="Google Shape;733;p39"/>
            <p:cNvSpPr/>
            <p:nvPr/>
          </p:nvSpPr>
          <p:spPr>
            <a:xfrm>
              <a:off x="6104200" y="5081700"/>
              <a:ext cx="314825" cy="215575"/>
            </a:xfrm>
            <a:custGeom>
              <a:avLst/>
              <a:gdLst/>
              <a:ahLst/>
              <a:cxnLst/>
              <a:rect l="l" t="t" r="r" b="b"/>
              <a:pathLst>
                <a:path w="12593" h="8623" fill="none" extrusionOk="0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9"/>
            <p:cNvSpPr/>
            <p:nvPr/>
          </p:nvSpPr>
          <p:spPr>
            <a:xfrm>
              <a:off x="5937975" y="5210175"/>
              <a:ext cx="333700" cy="133375"/>
            </a:xfrm>
            <a:custGeom>
              <a:avLst/>
              <a:gdLst/>
              <a:ahLst/>
              <a:cxnLst/>
              <a:rect l="l" t="t" r="r" b="b"/>
              <a:pathLst>
                <a:path w="13348" h="5335" fill="none" extrusionOk="0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9"/>
            <p:cNvSpPr/>
            <p:nvPr/>
          </p:nvSpPr>
          <p:spPr>
            <a:xfrm>
              <a:off x="6352025" y="5109100"/>
              <a:ext cx="19500" cy="18900"/>
            </a:xfrm>
            <a:custGeom>
              <a:avLst/>
              <a:gdLst/>
              <a:ahLst/>
              <a:cxnLst/>
              <a:rect l="l" t="t" r="r" b="b"/>
              <a:pathLst>
                <a:path w="780" h="756" extrusionOk="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39"/>
          <p:cNvGrpSpPr/>
          <p:nvPr/>
        </p:nvGrpSpPr>
        <p:grpSpPr>
          <a:xfrm>
            <a:off x="5461718" y="4356472"/>
            <a:ext cx="290183" cy="333678"/>
            <a:chOff x="6673500" y="5031175"/>
            <a:chExt cx="345250" cy="397000"/>
          </a:xfrm>
        </p:grpSpPr>
        <p:sp>
          <p:nvSpPr>
            <p:cNvPr id="737" name="Google Shape;737;p39"/>
            <p:cNvSpPr/>
            <p:nvPr/>
          </p:nvSpPr>
          <p:spPr>
            <a:xfrm>
              <a:off x="6731950" y="5031175"/>
              <a:ext cx="105375" cy="147375"/>
            </a:xfrm>
            <a:custGeom>
              <a:avLst/>
              <a:gdLst/>
              <a:ahLst/>
              <a:cxnLst/>
              <a:rect l="l" t="t" r="r" b="b"/>
              <a:pathLst>
                <a:path w="4215" h="5895" fill="none" extrusionOk="0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9"/>
            <p:cNvSpPr/>
            <p:nvPr/>
          </p:nvSpPr>
          <p:spPr>
            <a:xfrm>
              <a:off x="6673500" y="5146850"/>
              <a:ext cx="84050" cy="116925"/>
            </a:xfrm>
            <a:custGeom>
              <a:avLst/>
              <a:gdLst/>
              <a:ahLst/>
              <a:cxnLst/>
              <a:rect l="l" t="t" r="r" b="b"/>
              <a:pathLst>
                <a:path w="3362" h="4677" fill="none" extrusionOk="0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9"/>
            <p:cNvSpPr/>
            <p:nvPr/>
          </p:nvSpPr>
          <p:spPr>
            <a:xfrm>
              <a:off x="6859225" y="5033600"/>
              <a:ext cx="105350" cy="144950"/>
            </a:xfrm>
            <a:custGeom>
              <a:avLst/>
              <a:gdLst/>
              <a:ahLst/>
              <a:cxnLst/>
              <a:rect l="l" t="t" r="r" b="b"/>
              <a:pathLst>
                <a:path w="4214" h="5798" fill="none" extrusionOk="0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6931675" y="5150500"/>
              <a:ext cx="87075" cy="115725"/>
            </a:xfrm>
            <a:custGeom>
              <a:avLst/>
              <a:gdLst/>
              <a:ahLst/>
              <a:cxnLst/>
              <a:rect l="l" t="t" r="r" b="b"/>
              <a:pathLst>
                <a:path w="3483" h="4629" fill="none" extrusionOk="0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6715525" y="5180350"/>
              <a:ext cx="263050" cy="247825"/>
            </a:xfrm>
            <a:custGeom>
              <a:avLst/>
              <a:gdLst/>
              <a:ahLst/>
              <a:cxnLst/>
              <a:rect l="l" t="t" r="r" b="b"/>
              <a:pathLst>
                <a:path w="10522" h="9913" fill="none" extrusionOk="0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39"/>
          <p:cNvGrpSpPr/>
          <p:nvPr/>
        </p:nvGrpSpPr>
        <p:grpSpPr>
          <a:xfrm>
            <a:off x="3153705" y="381117"/>
            <a:ext cx="387933" cy="345971"/>
            <a:chOff x="3927500" y="301425"/>
            <a:chExt cx="461550" cy="411625"/>
          </a:xfrm>
        </p:grpSpPr>
        <p:sp>
          <p:nvSpPr>
            <p:cNvPr id="743" name="Google Shape;743;p39"/>
            <p:cNvSpPr/>
            <p:nvPr/>
          </p:nvSpPr>
          <p:spPr>
            <a:xfrm>
              <a:off x="4080925" y="302050"/>
              <a:ext cx="154075" cy="411000"/>
            </a:xfrm>
            <a:custGeom>
              <a:avLst/>
              <a:gdLst/>
              <a:ahLst/>
              <a:cxnLst/>
              <a:rect l="l" t="t" r="r" b="b"/>
              <a:pathLst>
                <a:path w="6163" h="16440" fill="none" extrusionOk="0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3927500" y="301425"/>
              <a:ext cx="153450" cy="406150"/>
            </a:xfrm>
            <a:custGeom>
              <a:avLst/>
              <a:gdLst/>
              <a:ahLst/>
              <a:cxnLst/>
              <a:rect l="l" t="t" r="r" b="b"/>
              <a:pathLst>
                <a:path w="6138" h="16246" fill="none" extrusionOk="0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4234975" y="306925"/>
              <a:ext cx="154075" cy="405525"/>
            </a:xfrm>
            <a:custGeom>
              <a:avLst/>
              <a:gdLst/>
              <a:ahLst/>
              <a:cxnLst/>
              <a:rect l="l" t="t" r="r" b="b"/>
              <a:pathLst>
                <a:path w="6163" h="16221" fill="none" extrusionOk="0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4295850" y="442075"/>
              <a:ext cx="46300" cy="26225"/>
            </a:xfrm>
            <a:custGeom>
              <a:avLst/>
              <a:gdLst/>
              <a:ahLst/>
              <a:cxnLst/>
              <a:rect l="l" t="t" r="r" b="b"/>
              <a:pathLst>
                <a:path w="1852" h="1049" fill="none" extrusionOk="0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9"/>
            <p:cNvSpPr/>
            <p:nvPr/>
          </p:nvSpPr>
          <p:spPr>
            <a:xfrm>
              <a:off x="4296475" y="415900"/>
              <a:ext cx="45075" cy="78575"/>
            </a:xfrm>
            <a:custGeom>
              <a:avLst/>
              <a:gdLst/>
              <a:ahLst/>
              <a:cxnLst/>
              <a:rect l="l" t="t" r="r" b="b"/>
              <a:pathLst>
                <a:path w="1803" h="3143" fill="none" extrusionOk="0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9"/>
            <p:cNvSpPr/>
            <p:nvPr/>
          </p:nvSpPr>
          <p:spPr>
            <a:xfrm>
              <a:off x="3968275" y="590050"/>
              <a:ext cx="25" cy="6100"/>
            </a:xfrm>
            <a:custGeom>
              <a:avLst/>
              <a:gdLst/>
              <a:ahLst/>
              <a:cxnLst/>
              <a:rect l="l" t="t" r="r" b="b"/>
              <a:pathLst>
                <a:path w="1" h="244" fill="none" extrusionOk="0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9"/>
            <p:cNvSpPr/>
            <p:nvPr/>
          </p:nvSpPr>
          <p:spPr>
            <a:xfrm>
              <a:off x="3970725" y="558375"/>
              <a:ext cx="1850" cy="12200"/>
            </a:xfrm>
            <a:custGeom>
              <a:avLst/>
              <a:gdLst/>
              <a:ahLst/>
              <a:cxnLst/>
              <a:rect l="l" t="t" r="r" b="b"/>
              <a:pathLst>
                <a:path w="74" h="488" fill="none" extrusionOk="0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9"/>
            <p:cNvSpPr/>
            <p:nvPr/>
          </p:nvSpPr>
          <p:spPr>
            <a:xfrm>
              <a:off x="3976200" y="527325"/>
              <a:ext cx="3675" cy="12200"/>
            </a:xfrm>
            <a:custGeom>
              <a:avLst/>
              <a:gdLst/>
              <a:ahLst/>
              <a:cxnLst/>
              <a:rect l="l" t="t" r="r" b="b"/>
              <a:pathLst>
                <a:path w="147" h="488" fill="none" extrusionOk="0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9"/>
            <p:cNvSpPr/>
            <p:nvPr/>
          </p:nvSpPr>
          <p:spPr>
            <a:xfrm>
              <a:off x="3985950" y="498100"/>
              <a:ext cx="4875" cy="10975"/>
            </a:xfrm>
            <a:custGeom>
              <a:avLst/>
              <a:gdLst/>
              <a:ahLst/>
              <a:cxnLst/>
              <a:rect l="l" t="t" r="r" b="b"/>
              <a:pathLst>
                <a:path w="195" h="439" fill="none" extrusionOk="0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9"/>
            <p:cNvSpPr/>
            <p:nvPr/>
          </p:nvSpPr>
          <p:spPr>
            <a:xfrm>
              <a:off x="4000550" y="471300"/>
              <a:ext cx="7325" cy="9775"/>
            </a:xfrm>
            <a:custGeom>
              <a:avLst/>
              <a:gdLst/>
              <a:ahLst/>
              <a:cxnLst/>
              <a:rect l="l" t="t" r="r" b="b"/>
              <a:pathLst>
                <a:path w="293" h="391" fill="none" extrusionOk="0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9"/>
            <p:cNvSpPr/>
            <p:nvPr/>
          </p:nvSpPr>
          <p:spPr>
            <a:xfrm>
              <a:off x="4021250" y="450600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4049250" y="440250"/>
              <a:ext cx="11600" cy="2475"/>
            </a:xfrm>
            <a:custGeom>
              <a:avLst/>
              <a:gdLst/>
              <a:ahLst/>
              <a:cxnLst/>
              <a:rect l="l" t="t" r="r" b="b"/>
              <a:pathLst>
                <a:path w="464" h="99" fill="none" extrusionOk="0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4080325" y="439650"/>
              <a:ext cx="12200" cy="1850"/>
            </a:xfrm>
            <a:custGeom>
              <a:avLst/>
              <a:gdLst/>
              <a:ahLst/>
              <a:cxnLst/>
              <a:rect l="l" t="t" r="r" b="b"/>
              <a:pathLst>
                <a:path w="488" h="74" fill="none" extrusionOk="0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4110150" y="450000"/>
              <a:ext cx="9150" cy="7950"/>
            </a:xfrm>
            <a:custGeom>
              <a:avLst/>
              <a:gdLst/>
              <a:ahLst/>
              <a:cxnLst/>
              <a:rect l="l" t="t" r="r" b="b"/>
              <a:pathLst>
                <a:path w="366" h="318" fill="none" extrusionOk="0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4130250" y="473750"/>
              <a:ext cx="4900" cy="10975"/>
            </a:xfrm>
            <a:custGeom>
              <a:avLst/>
              <a:gdLst/>
              <a:ahLst/>
              <a:cxnLst/>
              <a:rect l="l" t="t" r="r" b="b"/>
              <a:pathLst>
                <a:path w="196" h="439" fill="none" extrusionOk="0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4141800" y="502975"/>
              <a:ext cx="3700" cy="11600"/>
            </a:xfrm>
            <a:custGeom>
              <a:avLst/>
              <a:gdLst/>
              <a:ahLst/>
              <a:cxnLst/>
              <a:rect l="l" t="t" r="r" b="b"/>
              <a:pathLst>
                <a:path w="148" h="464" fill="none" extrusionOk="0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4150950" y="533425"/>
              <a:ext cx="3675" cy="11575"/>
            </a:xfrm>
            <a:custGeom>
              <a:avLst/>
              <a:gdLst/>
              <a:ahLst/>
              <a:cxnLst/>
              <a:rect l="l" t="t" r="r" b="b"/>
              <a:pathLst>
                <a:path w="147" h="463" fill="none" extrusionOk="0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4160675" y="563850"/>
              <a:ext cx="4900" cy="11000"/>
            </a:xfrm>
            <a:custGeom>
              <a:avLst/>
              <a:gdLst/>
              <a:ahLst/>
              <a:cxnLst/>
              <a:rect l="l" t="t" r="r" b="b"/>
              <a:pathLst>
                <a:path w="196" h="440" fill="none" extrusionOk="0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4175300" y="591875"/>
              <a:ext cx="7325" cy="9150"/>
            </a:xfrm>
            <a:custGeom>
              <a:avLst/>
              <a:gdLst/>
              <a:ahLst/>
              <a:cxnLst/>
              <a:rect l="l" t="t" r="r" b="b"/>
              <a:pathLst>
                <a:path w="293" h="366" fill="none" extrusionOk="0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4198425" y="613175"/>
              <a:ext cx="11000" cy="4900"/>
            </a:xfrm>
            <a:custGeom>
              <a:avLst/>
              <a:gdLst/>
              <a:ahLst/>
              <a:cxnLst/>
              <a:rect l="l" t="t" r="r" b="b"/>
              <a:pathLst>
                <a:path w="440" h="196" fill="none" extrusionOk="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4228275" y="621100"/>
              <a:ext cx="12200" cy="625"/>
            </a:xfrm>
            <a:custGeom>
              <a:avLst/>
              <a:gdLst/>
              <a:ahLst/>
              <a:cxnLst/>
              <a:rect l="l" t="t" r="r" b="b"/>
              <a:pathLst>
                <a:path w="488" h="25" fill="none" extrusionOk="0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4259925" y="616225"/>
              <a:ext cx="11600" cy="3075"/>
            </a:xfrm>
            <a:custGeom>
              <a:avLst/>
              <a:gdLst/>
              <a:ahLst/>
              <a:cxnLst/>
              <a:rect l="l" t="t" r="r" b="b"/>
              <a:pathLst>
                <a:path w="464" h="123" fill="none" extrusionOk="0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4289775" y="602225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4313525" y="577875"/>
              <a:ext cx="6100" cy="10375"/>
            </a:xfrm>
            <a:custGeom>
              <a:avLst/>
              <a:gdLst/>
              <a:ahLst/>
              <a:cxnLst/>
              <a:rect l="l" t="t" r="r" b="b"/>
              <a:pathLst>
                <a:path w="244" h="415" fill="none" extrusionOk="0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4326300" y="547425"/>
              <a:ext cx="2450" cy="12200"/>
            </a:xfrm>
            <a:custGeom>
              <a:avLst/>
              <a:gdLst/>
              <a:ahLst/>
              <a:cxnLst/>
              <a:rect l="l" t="t" r="r" b="b"/>
              <a:pathLst>
                <a:path w="98" h="488" fill="none" extrusionOk="0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4329350" y="515750"/>
              <a:ext cx="625" cy="12200"/>
            </a:xfrm>
            <a:custGeom>
              <a:avLst/>
              <a:gdLst/>
              <a:ahLst/>
              <a:cxnLst/>
              <a:rect l="l" t="t" r="r" b="b"/>
              <a:pathLst>
                <a:path w="25" h="488" fill="none" extrusionOk="0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4325075" y="488975"/>
              <a:ext cx="1250" cy="6100"/>
            </a:xfrm>
            <a:custGeom>
              <a:avLst/>
              <a:gdLst/>
              <a:ahLst/>
              <a:cxnLst/>
              <a:rect l="l" t="t" r="r" b="b"/>
              <a:pathLst>
                <a:path w="50" h="244" fill="none" extrusionOk="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0" name="Google Shape;770;p39"/>
          <p:cNvGrpSpPr/>
          <p:nvPr/>
        </p:nvGrpSpPr>
        <p:grpSpPr>
          <a:xfrm>
            <a:off x="5441252" y="387778"/>
            <a:ext cx="332670" cy="332670"/>
            <a:chOff x="6649150" y="309350"/>
            <a:chExt cx="395800" cy="395800"/>
          </a:xfrm>
        </p:grpSpPr>
        <p:sp>
          <p:nvSpPr>
            <p:cNvPr id="771" name="Google Shape;771;p39"/>
            <p:cNvSpPr/>
            <p:nvPr/>
          </p:nvSpPr>
          <p:spPr>
            <a:xfrm>
              <a:off x="6649150" y="309350"/>
              <a:ext cx="395800" cy="395800"/>
            </a:xfrm>
            <a:custGeom>
              <a:avLst/>
              <a:gdLst/>
              <a:ahLst/>
              <a:cxnLst/>
              <a:rect l="l" t="t" r="r" b="b"/>
              <a:pathLst>
                <a:path w="15832" h="15832" fill="none" extrusionOk="0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6673500" y="333700"/>
              <a:ext cx="347100" cy="347100"/>
            </a:xfrm>
            <a:custGeom>
              <a:avLst/>
              <a:gdLst/>
              <a:ahLst/>
              <a:cxnLst/>
              <a:rect l="l" t="t" r="r" b="b"/>
              <a:pathLst>
                <a:path w="13884" h="13884" fill="none" extrusionOk="0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6848850" y="397625"/>
              <a:ext cx="54825" cy="169300"/>
            </a:xfrm>
            <a:custGeom>
              <a:avLst/>
              <a:gdLst/>
              <a:ahLst/>
              <a:cxnLst/>
              <a:rect l="l" t="t" r="r" b="b"/>
              <a:pathLst>
                <a:path w="2193" h="6772" fill="none" extrusionOk="0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6847025" y="33370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6760575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6760575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6696650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6696650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667350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6696650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6696650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6760575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6760575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6847025" y="65155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6919500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6933500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9"/>
            <p:cNvSpPr/>
            <p:nvPr/>
          </p:nvSpPr>
          <p:spPr>
            <a:xfrm>
              <a:off x="6972475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9"/>
            <p:cNvSpPr/>
            <p:nvPr/>
          </p:nvSpPr>
          <p:spPr>
            <a:xfrm>
              <a:off x="6997425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699135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6972475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6997425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6919500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6933500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39"/>
          <p:cNvGrpSpPr/>
          <p:nvPr/>
        </p:nvGrpSpPr>
        <p:grpSpPr>
          <a:xfrm>
            <a:off x="4873705" y="395448"/>
            <a:ext cx="337797" cy="319873"/>
            <a:chOff x="5973900" y="318475"/>
            <a:chExt cx="401900" cy="380575"/>
          </a:xfrm>
        </p:grpSpPr>
        <p:sp>
          <p:nvSpPr>
            <p:cNvPr id="795" name="Google Shape;795;p39"/>
            <p:cNvSpPr/>
            <p:nvPr/>
          </p:nvSpPr>
          <p:spPr>
            <a:xfrm>
              <a:off x="5973900" y="337975"/>
              <a:ext cx="401900" cy="67000"/>
            </a:xfrm>
            <a:custGeom>
              <a:avLst/>
              <a:gdLst/>
              <a:ahLst/>
              <a:cxnLst/>
              <a:rect l="l" t="t" r="r" b="b"/>
              <a:pathLst>
                <a:path w="16076" h="2680" fill="none" extrusionOk="0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6024450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6280175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5973900" y="667375"/>
              <a:ext cx="401900" cy="31675"/>
            </a:xfrm>
            <a:custGeom>
              <a:avLst/>
              <a:gdLst/>
              <a:ahLst/>
              <a:cxnLst/>
              <a:rect l="l" t="t" r="r" b="b"/>
              <a:pathLst>
                <a:path w="16076" h="1267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6302700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6046975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5973900" y="407375"/>
              <a:ext cx="401900" cy="272200"/>
            </a:xfrm>
            <a:custGeom>
              <a:avLst/>
              <a:gdLst/>
              <a:ahLst/>
              <a:cxnLst/>
              <a:rect l="l" t="t" r="r" b="b"/>
              <a:pathLst>
                <a:path w="16076" h="10888" fill="none" extrusionOk="0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6024450" y="456100"/>
              <a:ext cx="300800" cy="175375"/>
            </a:xfrm>
            <a:custGeom>
              <a:avLst/>
              <a:gdLst/>
              <a:ahLst/>
              <a:cxnLst/>
              <a:rect l="l" t="t" r="r" b="b"/>
              <a:pathLst>
                <a:path w="12032" h="7015" fill="none" extrusionOk="0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6024450" y="57300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9"/>
            <p:cNvSpPr/>
            <p:nvPr/>
          </p:nvSpPr>
          <p:spPr>
            <a:xfrm>
              <a:off x="6024450" y="51455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9"/>
            <p:cNvSpPr/>
            <p:nvPr/>
          </p:nvSpPr>
          <p:spPr>
            <a:xfrm>
              <a:off x="626495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9"/>
            <p:cNvSpPr/>
            <p:nvPr/>
          </p:nvSpPr>
          <p:spPr>
            <a:xfrm>
              <a:off x="620467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9"/>
            <p:cNvSpPr/>
            <p:nvPr/>
          </p:nvSpPr>
          <p:spPr>
            <a:xfrm>
              <a:off x="614500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9"/>
            <p:cNvSpPr/>
            <p:nvPr/>
          </p:nvSpPr>
          <p:spPr>
            <a:xfrm>
              <a:off x="608472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39"/>
          <p:cNvGrpSpPr/>
          <p:nvPr/>
        </p:nvGrpSpPr>
        <p:grpSpPr>
          <a:xfrm>
            <a:off x="918858" y="908741"/>
            <a:ext cx="342882" cy="418128"/>
            <a:chOff x="1268550" y="929175"/>
            <a:chExt cx="407950" cy="497475"/>
          </a:xfrm>
        </p:grpSpPr>
        <p:sp>
          <p:nvSpPr>
            <p:cNvPr id="810" name="Google Shape;810;p39"/>
            <p:cNvSpPr/>
            <p:nvPr/>
          </p:nvSpPr>
          <p:spPr>
            <a:xfrm>
              <a:off x="12685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9"/>
            <p:cNvSpPr/>
            <p:nvPr/>
          </p:nvSpPr>
          <p:spPr>
            <a:xfrm>
              <a:off x="12989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9"/>
            <p:cNvSpPr/>
            <p:nvPr/>
          </p:nvSpPr>
          <p:spPr>
            <a:xfrm>
              <a:off x="15924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3" name="Google Shape;813;p39"/>
          <p:cNvGrpSpPr/>
          <p:nvPr/>
        </p:nvGrpSpPr>
        <p:grpSpPr>
          <a:xfrm>
            <a:off x="5404922" y="924605"/>
            <a:ext cx="405331" cy="388962"/>
            <a:chOff x="6605925" y="948050"/>
            <a:chExt cx="482250" cy="462775"/>
          </a:xfrm>
        </p:grpSpPr>
        <p:sp>
          <p:nvSpPr>
            <p:cNvPr id="814" name="Google Shape;814;p39"/>
            <p:cNvSpPr/>
            <p:nvPr/>
          </p:nvSpPr>
          <p:spPr>
            <a:xfrm>
              <a:off x="6847025" y="1209875"/>
              <a:ext cx="60325" cy="200950"/>
            </a:xfrm>
            <a:custGeom>
              <a:avLst/>
              <a:gdLst/>
              <a:ahLst/>
              <a:cxnLst/>
              <a:rect l="l" t="t" r="r" b="b"/>
              <a:pathLst>
                <a:path w="2413" h="8038" fill="none" extrusionOk="0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9"/>
            <p:cNvSpPr/>
            <p:nvPr/>
          </p:nvSpPr>
          <p:spPr>
            <a:xfrm>
              <a:off x="6605925" y="971800"/>
              <a:ext cx="482250" cy="228350"/>
            </a:xfrm>
            <a:custGeom>
              <a:avLst/>
              <a:gdLst/>
              <a:ahLst/>
              <a:cxnLst/>
              <a:rect l="l" t="t" r="r" b="b"/>
              <a:pathLst>
                <a:path w="19290" h="9134" fill="none" extrusionOk="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9"/>
            <p:cNvSpPr/>
            <p:nvPr/>
          </p:nvSpPr>
          <p:spPr>
            <a:xfrm>
              <a:off x="6847025" y="948050"/>
              <a:ext cx="25" cy="23775"/>
            </a:xfrm>
            <a:custGeom>
              <a:avLst/>
              <a:gdLst/>
              <a:ahLst/>
              <a:cxnLst/>
              <a:rect l="l" t="t" r="r" b="b"/>
              <a:pathLst>
                <a:path w="1" h="951" fill="none" extrusionOk="0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9"/>
            <p:cNvSpPr/>
            <p:nvPr/>
          </p:nvSpPr>
          <p:spPr>
            <a:xfrm>
              <a:off x="6847025" y="1001025"/>
              <a:ext cx="25" cy="183900"/>
            </a:xfrm>
            <a:custGeom>
              <a:avLst/>
              <a:gdLst/>
              <a:ahLst/>
              <a:cxnLst/>
              <a:rect l="l" t="t" r="r" b="b"/>
              <a:pathLst>
                <a:path w="1" h="7356" fill="none" extrusionOk="0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9"/>
            <p:cNvSpPr/>
            <p:nvPr/>
          </p:nvSpPr>
          <p:spPr>
            <a:xfrm>
              <a:off x="6872000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9"/>
            <p:cNvSpPr/>
            <p:nvPr/>
          </p:nvSpPr>
          <p:spPr>
            <a:xfrm>
              <a:off x="6736825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39"/>
          <p:cNvGrpSpPr/>
          <p:nvPr/>
        </p:nvGrpSpPr>
        <p:grpSpPr>
          <a:xfrm>
            <a:off x="5499604" y="2076574"/>
            <a:ext cx="215966" cy="342399"/>
            <a:chOff x="6718575" y="2318625"/>
            <a:chExt cx="256950" cy="407375"/>
          </a:xfrm>
        </p:grpSpPr>
        <p:sp>
          <p:nvSpPr>
            <p:cNvPr id="821" name="Google Shape;821;p39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9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9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9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9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9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9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9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39"/>
          <p:cNvGrpSpPr/>
          <p:nvPr/>
        </p:nvGrpSpPr>
        <p:grpSpPr>
          <a:xfrm>
            <a:off x="2600993" y="2703482"/>
            <a:ext cx="363369" cy="221115"/>
            <a:chOff x="3269900" y="3064500"/>
            <a:chExt cx="432325" cy="263075"/>
          </a:xfrm>
        </p:grpSpPr>
        <p:sp>
          <p:nvSpPr>
            <p:cNvPr id="830" name="Google Shape;830;p39"/>
            <p:cNvSpPr/>
            <p:nvPr/>
          </p:nvSpPr>
          <p:spPr>
            <a:xfrm>
              <a:off x="3269900" y="3064500"/>
              <a:ext cx="432325" cy="263075"/>
            </a:xfrm>
            <a:custGeom>
              <a:avLst/>
              <a:gdLst/>
              <a:ahLst/>
              <a:cxnLst/>
              <a:rect l="l" t="t" r="r" b="b"/>
              <a:pathLst>
                <a:path w="17293" h="10523" fill="none" extrusionOk="0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9"/>
            <p:cNvSpPr/>
            <p:nvPr/>
          </p:nvSpPr>
          <p:spPr>
            <a:xfrm>
              <a:off x="3445875" y="3155825"/>
              <a:ext cx="80400" cy="80400"/>
            </a:xfrm>
            <a:custGeom>
              <a:avLst/>
              <a:gdLst/>
              <a:ahLst/>
              <a:cxnLst/>
              <a:rect l="l" t="t" r="r" b="b"/>
              <a:pathLst>
                <a:path w="3216" h="3216" fill="none" extrusionOk="0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9"/>
            <p:cNvSpPr/>
            <p:nvPr/>
          </p:nvSpPr>
          <p:spPr>
            <a:xfrm>
              <a:off x="3381925" y="3091900"/>
              <a:ext cx="208275" cy="208275"/>
            </a:xfrm>
            <a:custGeom>
              <a:avLst/>
              <a:gdLst/>
              <a:ahLst/>
              <a:cxnLst/>
              <a:rect l="l" t="t" r="r" b="b"/>
              <a:pathLst>
                <a:path w="8331" h="8331" fill="none" extrusionOk="0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39"/>
          <p:cNvGrpSpPr/>
          <p:nvPr/>
        </p:nvGrpSpPr>
        <p:grpSpPr>
          <a:xfrm>
            <a:off x="5475019" y="2635926"/>
            <a:ext cx="265115" cy="372594"/>
            <a:chOff x="6689325" y="2984125"/>
            <a:chExt cx="315425" cy="443300"/>
          </a:xfrm>
        </p:grpSpPr>
        <p:sp>
          <p:nvSpPr>
            <p:cNvPr id="834" name="Google Shape;834;p39"/>
            <p:cNvSpPr/>
            <p:nvPr/>
          </p:nvSpPr>
          <p:spPr>
            <a:xfrm>
              <a:off x="6689325" y="2984125"/>
              <a:ext cx="315425" cy="77975"/>
            </a:xfrm>
            <a:custGeom>
              <a:avLst/>
              <a:gdLst/>
              <a:ahLst/>
              <a:cxnLst/>
              <a:rect l="l" t="t" r="r" b="b"/>
              <a:pathLst>
                <a:path w="12617" h="3119" fill="none" extrusionOk="0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9"/>
            <p:cNvSpPr/>
            <p:nvPr/>
          </p:nvSpPr>
          <p:spPr>
            <a:xfrm>
              <a:off x="6702125" y="3069375"/>
              <a:ext cx="289850" cy="358050"/>
            </a:xfrm>
            <a:custGeom>
              <a:avLst/>
              <a:gdLst/>
              <a:ahLst/>
              <a:cxnLst/>
              <a:rect l="l" t="t" r="r" b="b"/>
              <a:pathLst>
                <a:path w="11594" h="14322" fill="none" extrusionOk="0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9"/>
            <p:cNvSpPr/>
            <p:nvPr/>
          </p:nvSpPr>
          <p:spPr>
            <a:xfrm>
              <a:off x="67611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9"/>
            <p:cNvSpPr/>
            <p:nvPr/>
          </p:nvSpPr>
          <p:spPr>
            <a:xfrm>
              <a:off x="684702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9"/>
            <p:cNvSpPr/>
            <p:nvPr/>
          </p:nvSpPr>
          <p:spPr>
            <a:xfrm>
              <a:off x="69328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" name="Google Shape;839;p39"/>
          <p:cNvGrpSpPr/>
          <p:nvPr/>
        </p:nvGrpSpPr>
        <p:grpSpPr>
          <a:xfrm>
            <a:off x="1523745" y="3730594"/>
            <a:ext cx="256416" cy="414535"/>
            <a:chOff x="1988225" y="4286525"/>
            <a:chExt cx="305075" cy="493200"/>
          </a:xfrm>
        </p:grpSpPr>
        <p:sp>
          <p:nvSpPr>
            <p:cNvPr id="840" name="Google Shape;840;p39"/>
            <p:cNvSpPr/>
            <p:nvPr/>
          </p:nvSpPr>
          <p:spPr>
            <a:xfrm>
              <a:off x="2178800" y="4519725"/>
              <a:ext cx="114500" cy="114475"/>
            </a:xfrm>
            <a:custGeom>
              <a:avLst/>
              <a:gdLst/>
              <a:ahLst/>
              <a:cxnLst/>
              <a:rect l="l" t="t" r="r" b="b"/>
              <a:pathLst>
                <a:path w="4580" h="4579" fill="none" extrusionOk="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9"/>
            <p:cNvSpPr/>
            <p:nvPr/>
          </p:nvSpPr>
          <p:spPr>
            <a:xfrm>
              <a:off x="1988225" y="45392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9"/>
            <p:cNvSpPr/>
            <p:nvPr/>
          </p:nvSpPr>
          <p:spPr>
            <a:xfrm>
              <a:off x="2042425" y="4286525"/>
              <a:ext cx="239300" cy="236250"/>
            </a:xfrm>
            <a:custGeom>
              <a:avLst/>
              <a:gdLst/>
              <a:ahLst/>
              <a:cxnLst/>
              <a:rect l="l" t="t" r="r" b="b"/>
              <a:pathLst>
                <a:path w="9572" h="9450" fill="none" extrusionOk="0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9"/>
            <p:cNvSpPr/>
            <p:nvPr/>
          </p:nvSpPr>
          <p:spPr>
            <a:xfrm>
              <a:off x="2161750" y="4522750"/>
              <a:ext cx="25" cy="256975"/>
            </a:xfrm>
            <a:custGeom>
              <a:avLst/>
              <a:gdLst/>
              <a:ahLst/>
              <a:cxnLst/>
              <a:rect l="l" t="t" r="r" b="b"/>
              <a:pathLst>
                <a:path w="1" h="10279" fill="none" extrusionOk="0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9"/>
            <p:cNvSpPr/>
            <p:nvPr/>
          </p:nvSpPr>
          <p:spPr>
            <a:xfrm>
              <a:off x="2133750" y="4377850"/>
              <a:ext cx="56050" cy="56025"/>
            </a:xfrm>
            <a:custGeom>
              <a:avLst/>
              <a:gdLst/>
              <a:ahLst/>
              <a:cxnLst/>
              <a:rect l="l" t="t" r="r" b="b"/>
              <a:pathLst>
                <a:path w="2242" h="2241" fill="none" extrusionOk="0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9"/>
            <p:cNvSpPr/>
            <p:nvPr/>
          </p:nvSpPr>
          <p:spPr>
            <a:xfrm>
              <a:off x="2038150" y="45891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2194025" y="4564150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39"/>
          <p:cNvGrpSpPr/>
          <p:nvPr/>
        </p:nvGrpSpPr>
        <p:grpSpPr>
          <a:xfrm>
            <a:off x="2067737" y="3759759"/>
            <a:ext cx="309640" cy="392030"/>
            <a:chOff x="2635450" y="4321225"/>
            <a:chExt cx="368400" cy="466425"/>
          </a:xfrm>
        </p:grpSpPr>
        <p:sp>
          <p:nvSpPr>
            <p:cNvPr id="848" name="Google Shape;848;p39"/>
            <p:cNvSpPr/>
            <p:nvPr/>
          </p:nvSpPr>
          <p:spPr>
            <a:xfrm>
              <a:off x="2635450" y="4653050"/>
              <a:ext cx="368400" cy="134600"/>
            </a:xfrm>
            <a:custGeom>
              <a:avLst/>
              <a:gdLst/>
              <a:ahLst/>
              <a:cxnLst/>
              <a:rect l="l" t="t" r="r" b="b"/>
              <a:pathLst>
                <a:path w="14736" h="5384" fill="none" extrusionOk="0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2819350" y="4321225"/>
              <a:ext cx="25" cy="347075"/>
            </a:xfrm>
            <a:custGeom>
              <a:avLst/>
              <a:gdLst/>
              <a:ahLst/>
              <a:cxnLst/>
              <a:rect l="l" t="t" r="r" b="b"/>
              <a:pathLst>
                <a:path w="1" h="13883" fill="none" extrusionOk="0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9"/>
            <p:cNvSpPr/>
            <p:nvPr/>
          </p:nvSpPr>
          <p:spPr>
            <a:xfrm>
              <a:off x="2835175" y="4328525"/>
              <a:ext cx="114475" cy="114500"/>
            </a:xfrm>
            <a:custGeom>
              <a:avLst/>
              <a:gdLst/>
              <a:ahLst/>
              <a:cxnLst/>
              <a:rect l="l" t="t" r="r" b="b"/>
              <a:pathLst>
                <a:path w="4579" h="4580" fill="none" extrusionOk="0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9"/>
            <p:cNvSpPr/>
            <p:nvPr/>
          </p:nvSpPr>
          <p:spPr>
            <a:xfrm>
              <a:off x="2850400" y="4372975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2646425" y="44296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2696350" y="44795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4" name="Google Shape;854;p39"/>
          <p:cNvGrpSpPr/>
          <p:nvPr/>
        </p:nvGrpSpPr>
        <p:grpSpPr>
          <a:xfrm>
            <a:off x="5436146" y="3750030"/>
            <a:ext cx="342882" cy="383835"/>
            <a:chOff x="6643075" y="4309650"/>
            <a:chExt cx="407950" cy="456675"/>
          </a:xfrm>
        </p:grpSpPr>
        <p:sp>
          <p:nvSpPr>
            <p:cNvPr id="855" name="Google Shape;855;p39"/>
            <p:cNvSpPr/>
            <p:nvPr/>
          </p:nvSpPr>
          <p:spPr>
            <a:xfrm>
              <a:off x="6643075" y="4698125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9"/>
            <p:cNvSpPr/>
            <p:nvPr/>
          </p:nvSpPr>
          <p:spPr>
            <a:xfrm>
              <a:off x="6643075" y="472735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9"/>
            <p:cNvSpPr/>
            <p:nvPr/>
          </p:nvSpPr>
          <p:spPr>
            <a:xfrm>
              <a:off x="6643075" y="475170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9"/>
            <p:cNvSpPr/>
            <p:nvPr/>
          </p:nvSpPr>
          <p:spPr>
            <a:xfrm>
              <a:off x="6672900" y="4309650"/>
              <a:ext cx="348900" cy="376300"/>
            </a:xfrm>
            <a:custGeom>
              <a:avLst/>
              <a:gdLst/>
              <a:ahLst/>
              <a:cxnLst/>
              <a:rect l="l" t="t" r="r" b="b"/>
              <a:pathLst>
                <a:path w="13956" h="15052" fill="none" extrusionOk="0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9"/>
            <p:cNvSpPr/>
            <p:nvPr/>
          </p:nvSpPr>
          <p:spPr>
            <a:xfrm>
              <a:off x="6805625" y="4452725"/>
              <a:ext cx="15850" cy="28050"/>
            </a:xfrm>
            <a:custGeom>
              <a:avLst/>
              <a:gdLst/>
              <a:ahLst/>
              <a:cxnLst/>
              <a:rect l="l" t="t" r="r" b="b"/>
              <a:pathLst>
                <a:path w="634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9"/>
            <p:cNvSpPr/>
            <p:nvPr/>
          </p:nvSpPr>
          <p:spPr>
            <a:xfrm>
              <a:off x="6872600" y="4452725"/>
              <a:ext cx="15875" cy="28050"/>
            </a:xfrm>
            <a:custGeom>
              <a:avLst/>
              <a:gdLst/>
              <a:ahLst/>
              <a:cxnLst/>
              <a:rect l="l" t="t" r="r" b="b"/>
              <a:pathLst>
                <a:path w="635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9"/>
            <p:cNvSpPr/>
            <p:nvPr/>
          </p:nvSpPr>
          <p:spPr>
            <a:xfrm>
              <a:off x="6709425" y="4414975"/>
              <a:ext cx="275250" cy="54825"/>
            </a:xfrm>
            <a:custGeom>
              <a:avLst/>
              <a:gdLst/>
              <a:ahLst/>
              <a:cxnLst/>
              <a:rect l="l" t="t" r="r" b="b"/>
              <a:pathLst>
                <a:path w="11010" h="2193" fill="none" extrusionOk="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9"/>
            <p:cNvSpPr/>
            <p:nvPr/>
          </p:nvSpPr>
          <p:spPr>
            <a:xfrm>
              <a:off x="6733175" y="4382725"/>
              <a:ext cx="227750" cy="37150"/>
            </a:xfrm>
            <a:custGeom>
              <a:avLst/>
              <a:gdLst/>
              <a:ahLst/>
              <a:cxnLst/>
              <a:rect l="l" t="t" r="r" b="b"/>
              <a:pathLst>
                <a:path w="9110" h="1486" fill="none" extrusionOk="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9"/>
            <p:cNvSpPr/>
            <p:nvPr/>
          </p:nvSpPr>
          <p:spPr>
            <a:xfrm>
              <a:off x="6847025" y="4414975"/>
              <a:ext cx="25" cy="145550"/>
            </a:xfrm>
            <a:custGeom>
              <a:avLst/>
              <a:gdLst/>
              <a:ahLst/>
              <a:cxnLst/>
              <a:rect l="l" t="t" r="r" b="b"/>
              <a:pathLst>
                <a:path w="1" h="5822" fill="none" extrusionOk="0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" name="Google Shape;864;p39"/>
          <p:cNvGrpSpPr/>
          <p:nvPr/>
        </p:nvGrpSpPr>
        <p:grpSpPr>
          <a:xfrm>
            <a:off x="4251419" y="4291984"/>
            <a:ext cx="452420" cy="433992"/>
            <a:chOff x="5233525" y="4954450"/>
            <a:chExt cx="538275" cy="516350"/>
          </a:xfrm>
        </p:grpSpPr>
        <p:sp>
          <p:nvSpPr>
            <p:cNvPr id="865" name="Google Shape;865;p39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9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9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9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9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9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9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6" name="Google Shape;876;p39"/>
          <p:cNvGrpSpPr/>
          <p:nvPr/>
        </p:nvGrpSpPr>
        <p:grpSpPr>
          <a:xfrm>
            <a:off x="3682338" y="4299654"/>
            <a:ext cx="460615" cy="418653"/>
            <a:chOff x="4556450" y="4963575"/>
            <a:chExt cx="548025" cy="498100"/>
          </a:xfrm>
        </p:grpSpPr>
        <p:sp>
          <p:nvSpPr>
            <p:cNvPr id="877" name="Google Shape;877;p39"/>
            <p:cNvSpPr/>
            <p:nvPr/>
          </p:nvSpPr>
          <p:spPr>
            <a:xfrm>
              <a:off x="4611850" y="5222350"/>
              <a:ext cx="436600" cy="239325"/>
            </a:xfrm>
            <a:custGeom>
              <a:avLst/>
              <a:gdLst/>
              <a:ahLst/>
              <a:cxnLst/>
              <a:rect l="l" t="t" r="r" b="b"/>
              <a:pathLst>
                <a:path w="17464" h="9573" fill="none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4612475" y="4963575"/>
              <a:ext cx="435975" cy="125450"/>
            </a:xfrm>
            <a:custGeom>
              <a:avLst/>
              <a:gdLst/>
              <a:ahLst/>
              <a:cxnLst/>
              <a:rect l="l" t="t" r="r" b="b"/>
              <a:pathLst>
                <a:path w="17439" h="5018" fill="none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4556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9"/>
            <p:cNvSpPr/>
            <p:nvPr/>
          </p:nvSpPr>
          <p:spPr>
            <a:xfrm>
              <a:off x="4830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4830450" y="5213225"/>
              <a:ext cx="25" cy="248450"/>
            </a:xfrm>
            <a:custGeom>
              <a:avLst/>
              <a:gdLst/>
              <a:ahLst/>
              <a:cxnLst/>
              <a:rect l="l" t="t" r="r" b="b"/>
              <a:pathLst>
                <a:path w="1" h="9938" fill="none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882;p39"/>
          <p:cNvGrpSpPr/>
          <p:nvPr/>
        </p:nvGrpSpPr>
        <p:grpSpPr>
          <a:xfrm>
            <a:off x="299620" y="4390239"/>
            <a:ext cx="445255" cy="246182"/>
            <a:chOff x="531800" y="5071350"/>
            <a:chExt cx="529750" cy="292900"/>
          </a:xfrm>
        </p:grpSpPr>
        <p:sp>
          <p:nvSpPr>
            <p:cNvPr id="883" name="Google Shape;883;p39"/>
            <p:cNvSpPr/>
            <p:nvPr/>
          </p:nvSpPr>
          <p:spPr>
            <a:xfrm>
              <a:off x="632875" y="5077450"/>
              <a:ext cx="272200" cy="185725"/>
            </a:xfrm>
            <a:custGeom>
              <a:avLst/>
              <a:gdLst/>
              <a:ahLst/>
              <a:cxnLst/>
              <a:rect l="l" t="t" r="r" b="b"/>
              <a:pathLst>
                <a:path w="10888" h="7429" fill="none" extrusionOk="0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9"/>
            <p:cNvSpPr/>
            <p:nvPr/>
          </p:nvSpPr>
          <p:spPr>
            <a:xfrm>
              <a:off x="886175" y="5071350"/>
              <a:ext cx="74300" cy="191825"/>
            </a:xfrm>
            <a:custGeom>
              <a:avLst/>
              <a:gdLst/>
              <a:ahLst/>
              <a:cxnLst/>
              <a:rect l="l" t="t" r="r" b="b"/>
              <a:pathLst>
                <a:path w="2972" h="7673" fill="none" extrusionOk="0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531800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9"/>
            <p:cNvSpPr/>
            <p:nvPr/>
          </p:nvSpPr>
          <p:spPr>
            <a:xfrm>
              <a:off x="859375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9"/>
            <p:cNvSpPr/>
            <p:nvPr/>
          </p:nvSpPr>
          <p:spPr>
            <a:xfrm>
              <a:off x="676100" y="5071350"/>
              <a:ext cx="86500" cy="7325"/>
            </a:xfrm>
            <a:custGeom>
              <a:avLst/>
              <a:gdLst/>
              <a:ahLst/>
              <a:cxnLst/>
              <a:rect l="l" t="t" r="r" b="b"/>
              <a:pathLst>
                <a:path w="3460" h="293" fill="none" extrusionOk="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9"/>
            <p:cNvSpPr/>
            <p:nvPr/>
          </p:nvSpPr>
          <p:spPr>
            <a:xfrm>
              <a:off x="941575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9"/>
            <p:cNvSpPr/>
            <p:nvPr/>
          </p:nvSpPr>
          <p:spPr>
            <a:xfrm>
              <a:off x="614600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39"/>
          <p:cNvGrpSpPr/>
          <p:nvPr/>
        </p:nvGrpSpPr>
        <p:grpSpPr>
          <a:xfrm>
            <a:off x="7243894" y="1803400"/>
            <a:ext cx="433992" cy="422729"/>
            <a:chOff x="5916675" y="927975"/>
            <a:chExt cx="516350" cy="502950"/>
          </a:xfrm>
        </p:grpSpPr>
        <p:sp>
          <p:nvSpPr>
            <p:cNvPr id="891" name="Google Shape;891;p39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381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9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381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39"/>
          <p:cNvGrpSpPr/>
          <p:nvPr/>
        </p:nvGrpSpPr>
        <p:grpSpPr>
          <a:xfrm>
            <a:off x="6359914" y="2509302"/>
            <a:ext cx="1079481" cy="1051467"/>
            <a:chOff x="5916675" y="927975"/>
            <a:chExt cx="516350" cy="502950"/>
          </a:xfrm>
        </p:grpSpPr>
        <p:sp>
          <p:nvSpPr>
            <p:cNvPr id="894" name="Google Shape;894;p39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rgbClr val="FF99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9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rgbClr val="FF99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6" name="Google Shape;896;p39"/>
          <p:cNvGrpSpPr/>
          <p:nvPr/>
        </p:nvGrpSpPr>
        <p:grpSpPr>
          <a:xfrm>
            <a:off x="6360057" y="1803400"/>
            <a:ext cx="433992" cy="422729"/>
            <a:chOff x="5916675" y="927975"/>
            <a:chExt cx="516350" cy="502950"/>
          </a:xfrm>
        </p:grpSpPr>
        <p:sp>
          <p:nvSpPr>
            <p:cNvPr id="897" name="Google Shape;897;p39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12175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9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12175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9" name="Google Shape;899;p39"/>
          <p:cNvSpPr/>
          <p:nvPr/>
        </p:nvSpPr>
        <p:spPr>
          <a:xfrm>
            <a:off x="7436055" y="2039778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38100" cap="rnd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39"/>
          <p:cNvSpPr/>
          <p:nvPr/>
        </p:nvSpPr>
        <p:spPr>
          <a:xfrm>
            <a:off x="6552218" y="2039778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12175" cap="rnd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39"/>
          <p:cNvSpPr/>
          <p:nvPr/>
        </p:nvSpPr>
        <p:spPr>
          <a:xfrm>
            <a:off x="6837753" y="3097315"/>
            <a:ext cx="1000561" cy="565194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9525" cap="rnd" cmpd="sng">
            <a:solidFill>
              <a:srgbClr val="6FA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AF8134C-5DB3-A145-A7F1-0E3FD8C5F4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27</a:t>
            </a:fld>
            <a:endParaRPr lang="de-D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/>
          <p:nvPr/>
        </p:nvSpPr>
        <p:spPr>
          <a:xfrm>
            <a:off x="2773450" y="1150500"/>
            <a:ext cx="578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 Light"/>
                <a:ea typeface="Poppins Light"/>
                <a:cs typeface="Poppins Light"/>
                <a:sym typeface="Poppins Light"/>
              </a:rPr>
              <a:t>Now you can use any emoji as an icon!</a:t>
            </a: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 Light"/>
                <a:ea typeface="Poppins Light"/>
                <a:cs typeface="Poppins Light"/>
                <a:sym typeface="Poppins Light"/>
              </a:rPr>
              <a:t>And of course it resizes without losing quality and you can change the color.</a:t>
            </a: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 Light"/>
                <a:ea typeface="Poppins Light"/>
                <a:cs typeface="Poppins Light"/>
                <a:sym typeface="Poppins Light"/>
              </a:rPr>
              <a:t>How? Follow Google instructions </a:t>
            </a:r>
            <a:r>
              <a:rPr lang="en" sz="1200" u="sng">
                <a:latin typeface="Poppins Light"/>
                <a:ea typeface="Poppins Light"/>
                <a:cs typeface="Poppins Light"/>
                <a:sym typeface="Poppins Light"/>
                <a:hlinkClick r:id="rId3"/>
              </a:rPr>
              <a:t>https://twitter.com/googledocs/status/730087240156643328</a:t>
            </a: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8" name="Google Shape;908;p40"/>
          <p:cNvSpPr txBox="1"/>
          <p:nvPr/>
        </p:nvSpPr>
        <p:spPr>
          <a:xfrm>
            <a:off x="1417700" y="2610475"/>
            <a:ext cx="7138200" cy="20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oppins Light"/>
                <a:ea typeface="Poppins Light"/>
                <a:cs typeface="Poppins Light"/>
                <a:sym typeface="Poppins Light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  <a:latin typeface="Poppins Light"/>
                <a:ea typeface="Poppins Light"/>
                <a:cs typeface="Poppins Light"/>
                <a:sym typeface="Poppins Light"/>
              </a:rPr>
              <a:t> and many more...</a:t>
            </a:r>
            <a:endParaRPr sz="2400">
              <a:solidFill>
                <a:srgbClr val="FFFFFF"/>
              </a:solidFill>
              <a:highlight>
                <a:srgbClr val="000000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9" name="Google Shape;909;p40"/>
          <p:cNvSpPr txBox="1"/>
          <p:nvPr/>
        </p:nvSpPr>
        <p:spPr>
          <a:xfrm>
            <a:off x="1258575" y="1092646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  <a:latin typeface="Poppins Light"/>
                <a:ea typeface="Poppins Light"/>
                <a:cs typeface="Poppins Light"/>
                <a:sym typeface="Poppins Light"/>
              </a:rPr>
              <a:t>😉</a:t>
            </a:r>
            <a:endParaRPr sz="9600">
              <a:solidFill>
                <a:srgbClr val="F1C23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B328C7-FCBF-A645-A47C-5AC64030C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28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Microsoft Macintosh PowerPoint</Application>
  <PresentationFormat>Bildschirmpräsentation (16:9)</PresentationFormat>
  <Paragraphs>165</Paragraphs>
  <Slides>27</Slides>
  <Notes>27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Poppins</vt:lpstr>
      <vt:lpstr>Poppins Light</vt:lpstr>
      <vt:lpstr>Arial</vt:lpstr>
      <vt:lpstr>Cymbeline template</vt:lpstr>
      <vt:lpstr>driving-e-car</vt:lpstr>
      <vt:lpstr>Instructions for use</vt:lpstr>
      <vt:lpstr>Hello!</vt:lpstr>
      <vt:lpstr>Transition headline</vt:lpstr>
      <vt:lpstr>PowerPoint-Präsentation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PowerPoint-Präsentation</vt:lpstr>
      <vt:lpstr>PowerPoint-Präsentation</vt:lpstr>
      <vt:lpstr>PowerPoint-Präsentation</vt:lpstr>
      <vt:lpstr>PowerPoint-Präsentation</vt:lpstr>
      <vt:lpstr>Thanks!</vt:lpstr>
      <vt:lpstr>Credits</vt:lpstr>
      <vt:lpstr>Presentation design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Simson Example</cp:lastModifiedBy>
  <cp:revision>13</cp:revision>
  <dcterms:modified xsi:type="dcterms:W3CDTF">2018-11-19T19:30:49Z</dcterms:modified>
</cp:coreProperties>
</file>